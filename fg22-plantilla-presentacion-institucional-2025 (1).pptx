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4.xml" ContentType="application/vnd.openxmlformats-officedocument.theme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2" r:id="rId2"/>
    <p:sldMasterId id="2147483684" r:id="rId3"/>
    <p:sldMasterId id="2147483696" r:id="rId4"/>
    <p:sldMasterId id="2147483708" r:id="rId5"/>
  </p:sldMasterIdLst>
  <p:notesMasterIdLst>
    <p:notesMasterId r:id="rId20"/>
  </p:notesMasterIdLst>
  <p:handoutMasterIdLst>
    <p:handoutMasterId r:id="rId21"/>
  </p:handoutMasterIdLst>
  <p:sldIdLst>
    <p:sldId id="256" r:id="rId6"/>
    <p:sldId id="257" r:id="rId7"/>
    <p:sldId id="258" r:id="rId8"/>
    <p:sldId id="259" r:id="rId9"/>
    <p:sldId id="267" r:id="rId10"/>
    <p:sldId id="268" r:id="rId11"/>
    <p:sldId id="269" r:id="rId12"/>
    <p:sldId id="270" r:id="rId13"/>
    <p:sldId id="271" r:id="rId14"/>
    <p:sldId id="276" r:id="rId15"/>
    <p:sldId id="273" r:id="rId16"/>
    <p:sldId id="274" r:id="rId17"/>
    <p:sldId id="277" r:id="rId18"/>
    <p:sldId id="260" r:id="rId19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240DBD8-6D5D-4081-A2E1-534924EA08C2}" v="62" dt="2025-01-16T17:13:45.085"/>
    <p1510:client id="{ED8D6437-2BA7-4C85-AF0D-89F3E2B5A231}" v="5" dt="2025-01-16T15:45:35.70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62" autoAdjust="0"/>
    <p:restoredTop sz="94673" autoAdjust="0"/>
  </p:normalViewPr>
  <p:slideViewPr>
    <p:cSldViewPr snapToGrid="0">
      <p:cViewPr varScale="1">
        <p:scale>
          <a:sx n="61" d="100"/>
          <a:sy n="61" d="100"/>
        </p:scale>
        <p:origin x="108" y="31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microsoft.com/office/2015/10/relationships/revisionInfo" Target="revisionInfo.xml"/><Relationship Id="rId3" Type="http://schemas.openxmlformats.org/officeDocument/2006/relationships/slideMaster" Target="slideMasters/slideMaster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iovanni Figueroa J." userId="6f6476698312fca4" providerId="LiveId" clId="{ED8D6437-2BA7-4C85-AF0D-89F3E2B5A231}"/>
    <pc:docChg chg="undo custSel modSld">
      <pc:chgData name="Giovanni Figueroa J." userId="6f6476698312fca4" providerId="LiveId" clId="{ED8D6437-2BA7-4C85-AF0D-89F3E2B5A231}" dt="2025-01-16T15:46:17.972" v="3" actId="1076"/>
      <pc:docMkLst>
        <pc:docMk/>
      </pc:docMkLst>
      <pc:sldChg chg="modSp mod">
        <pc:chgData name="Giovanni Figueroa J." userId="6f6476698312fca4" providerId="LiveId" clId="{ED8D6437-2BA7-4C85-AF0D-89F3E2B5A231}" dt="2025-01-16T15:46:17.972" v="3" actId="1076"/>
        <pc:sldMkLst>
          <pc:docMk/>
          <pc:sldMk cId="3513440062" sldId="256"/>
        </pc:sldMkLst>
        <pc:picChg chg="mod">
          <ac:chgData name="Giovanni Figueroa J." userId="6f6476698312fca4" providerId="LiveId" clId="{ED8D6437-2BA7-4C85-AF0D-89F3E2B5A231}" dt="2025-01-16T15:46:17.972" v="3" actId="1076"/>
          <ac:picMkLst>
            <pc:docMk/>
            <pc:sldMk cId="3513440062" sldId="256"/>
            <ac:picMk id="5" creationId="{01F57D47-2F1A-554C-F743-C7024516B29B}"/>
          </ac:picMkLst>
        </pc:picChg>
      </pc:sldChg>
    </pc:docChg>
  </pc:docChgLst>
  <pc:docChgLst>
    <pc:chgData name="Giovanni Figueroa J." userId="6f6476698312fca4" providerId="LiveId" clId="{1240DBD8-6D5D-4081-A2E1-534924EA08C2}"/>
    <pc:docChg chg="undo custSel addSld delSld modSld sldOrd addMainMaster delMainMaster modMainMaster">
      <pc:chgData name="Giovanni Figueroa J." userId="6f6476698312fca4" providerId="LiveId" clId="{1240DBD8-6D5D-4081-A2E1-534924EA08C2}" dt="2025-01-16T17:22:40.300" v="193" actId="700"/>
      <pc:docMkLst>
        <pc:docMk/>
      </pc:docMkLst>
      <pc:sldChg chg="addSp delSp modSp mod ord chgLayout">
        <pc:chgData name="Giovanni Figueroa J." userId="6f6476698312fca4" providerId="LiveId" clId="{1240DBD8-6D5D-4081-A2E1-534924EA08C2}" dt="2025-01-16T16:33:40" v="114"/>
        <pc:sldMkLst>
          <pc:docMk/>
          <pc:sldMk cId="3513440062" sldId="256"/>
        </pc:sldMkLst>
        <pc:spChg chg="add del mod">
          <ac:chgData name="Giovanni Figueroa J." userId="6f6476698312fca4" providerId="LiveId" clId="{1240DBD8-6D5D-4081-A2E1-534924EA08C2}" dt="2025-01-16T16:21:00.573" v="33" actId="6264"/>
          <ac:spMkLst>
            <pc:docMk/>
            <pc:sldMk cId="3513440062" sldId="256"/>
            <ac:spMk id="2" creationId="{295283B6-BABD-8943-ABC8-E516D77C4694}"/>
          </ac:spMkLst>
        </pc:spChg>
        <pc:spChg chg="add del mod">
          <ac:chgData name="Giovanni Figueroa J." userId="6f6476698312fca4" providerId="LiveId" clId="{1240DBD8-6D5D-4081-A2E1-534924EA08C2}" dt="2025-01-16T16:21:00.573" v="33" actId="6264"/>
          <ac:spMkLst>
            <pc:docMk/>
            <pc:sldMk cId="3513440062" sldId="256"/>
            <ac:spMk id="3" creationId="{98EEBDC1-F1DD-4899-956A-C51436C300E7}"/>
          </ac:spMkLst>
        </pc:spChg>
        <pc:spChg chg="add del mod">
          <ac:chgData name="Giovanni Figueroa J." userId="6f6476698312fca4" providerId="LiveId" clId="{1240DBD8-6D5D-4081-A2E1-534924EA08C2}" dt="2025-01-16T16:26:45.041" v="81" actId="478"/>
          <ac:spMkLst>
            <pc:docMk/>
            <pc:sldMk cId="3513440062" sldId="256"/>
            <ac:spMk id="7" creationId="{FB7683F0-AEE8-4611-A0D4-A0809B28E2F5}"/>
          </ac:spMkLst>
        </pc:spChg>
        <pc:picChg chg="add del mod">
          <ac:chgData name="Giovanni Figueroa J." userId="6f6476698312fca4" providerId="LiveId" clId="{1240DBD8-6D5D-4081-A2E1-534924EA08C2}" dt="2025-01-16T16:25:16.017" v="72" actId="478"/>
          <ac:picMkLst>
            <pc:docMk/>
            <pc:sldMk cId="3513440062" sldId="256"/>
            <ac:picMk id="5" creationId="{01F57D47-2F1A-554C-F743-C7024516B29B}"/>
          </ac:picMkLst>
        </pc:picChg>
      </pc:sldChg>
      <pc:sldChg chg="addSp delSp modSp add del mod ord setBg chgLayout">
        <pc:chgData name="Giovanni Figueroa J." userId="6f6476698312fca4" providerId="LiveId" clId="{1240DBD8-6D5D-4081-A2E1-534924EA08C2}" dt="2025-01-16T17:14:17.243" v="161" actId="2696"/>
        <pc:sldMkLst>
          <pc:docMk/>
          <pc:sldMk cId="2318874442" sldId="257"/>
        </pc:sldMkLst>
        <pc:spChg chg="add del mod">
          <ac:chgData name="Giovanni Figueroa J." userId="6f6476698312fca4" providerId="LiveId" clId="{1240DBD8-6D5D-4081-A2E1-534924EA08C2}" dt="2025-01-16T16:21:00.313" v="32" actId="6264"/>
          <ac:spMkLst>
            <pc:docMk/>
            <pc:sldMk cId="2318874442" sldId="257"/>
            <ac:spMk id="2" creationId="{4EE5B036-7998-0C54-26B6-8C3772A7E338}"/>
          </ac:spMkLst>
        </pc:spChg>
        <pc:spChg chg="add del mod">
          <ac:chgData name="Giovanni Figueroa J." userId="6f6476698312fca4" providerId="LiveId" clId="{1240DBD8-6D5D-4081-A2E1-534924EA08C2}" dt="2025-01-16T16:21:00.313" v="32" actId="6264"/>
          <ac:spMkLst>
            <pc:docMk/>
            <pc:sldMk cId="2318874442" sldId="257"/>
            <ac:spMk id="3" creationId="{D3D08DB0-B3B6-1D56-9E6E-46DFA94DB7A0}"/>
          </ac:spMkLst>
        </pc:spChg>
        <pc:spChg chg="add del mod">
          <ac:chgData name="Giovanni Figueroa J." userId="6f6476698312fca4" providerId="LiveId" clId="{1240DBD8-6D5D-4081-A2E1-534924EA08C2}" dt="2025-01-16T16:33:54.055" v="116" actId="478"/>
          <ac:spMkLst>
            <pc:docMk/>
            <pc:sldMk cId="2318874442" sldId="257"/>
            <ac:spMk id="4" creationId="{84C7F14B-390C-29BF-F67A-325DED2913A7}"/>
          </ac:spMkLst>
        </pc:spChg>
        <pc:spChg chg="add del mod">
          <ac:chgData name="Giovanni Figueroa J." userId="6f6476698312fca4" providerId="LiveId" clId="{1240DBD8-6D5D-4081-A2E1-534924EA08C2}" dt="2025-01-16T16:33:55.951" v="117" actId="478"/>
          <ac:spMkLst>
            <pc:docMk/>
            <pc:sldMk cId="2318874442" sldId="257"/>
            <ac:spMk id="6" creationId="{200E577A-3DDD-CFE6-ED52-7C57AD74DD61}"/>
          </ac:spMkLst>
        </pc:spChg>
        <pc:picChg chg="add del mod">
          <ac:chgData name="Giovanni Figueroa J." userId="6f6476698312fca4" providerId="LiveId" clId="{1240DBD8-6D5D-4081-A2E1-534924EA08C2}" dt="2025-01-16T16:22:25.367" v="54" actId="478"/>
          <ac:picMkLst>
            <pc:docMk/>
            <pc:sldMk cId="2318874442" sldId="257"/>
            <ac:picMk id="5" creationId="{2EC0C22B-2F6C-8301-F35E-34138A39707A}"/>
          </ac:picMkLst>
        </pc:picChg>
      </pc:sldChg>
      <pc:sldChg chg="new del">
        <pc:chgData name="Giovanni Figueroa J." userId="6f6476698312fca4" providerId="LiveId" clId="{1240DBD8-6D5D-4081-A2E1-534924EA08C2}" dt="2025-01-16T16:32:42.146" v="105" actId="680"/>
        <pc:sldMkLst>
          <pc:docMk/>
          <pc:sldMk cId="2744786728" sldId="257"/>
        </pc:sldMkLst>
      </pc:sldChg>
      <pc:sldChg chg="addSp delSp modSp new mod modClrScheme chgLayout">
        <pc:chgData name="Giovanni Figueroa J." userId="6f6476698312fca4" providerId="LiveId" clId="{1240DBD8-6D5D-4081-A2E1-534924EA08C2}" dt="2025-01-16T17:17:59.788" v="172" actId="700"/>
        <pc:sldMkLst>
          <pc:docMk/>
          <pc:sldMk cId="3944918343" sldId="257"/>
        </pc:sldMkLst>
        <pc:spChg chg="del mod ord">
          <ac:chgData name="Giovanni Figueroa J." userId="6f6476698312fca4" providerId="LiveId" clId="{1240DBD8-6D5D-4081-A2E1-534924EA08C2}" dt="2025-01-16T17:17:59.788" v="172" actId="700"/>
          <ac:spMkLst>
            <pc:docMk/>
            <pc:sldMk cId="3944918343" sldId="257"/>
            <ac:spMk id="2" creationId="{CD273E6B-D27E-203A-C417-965143A507F6}"/>
          </ac:spMkLst>
        </pc:spChg>
        <pc:spChg chg="del mod ord">
          <ac:chgData name="Giovanni Figueroa J." userId="6f6476698312fca4" providerId="LiveId" clId="{1240DBD8-6D5D-4081-A2E1-534924EA08C2}" dt="2025-01-16T17:17:59.788" v="172" actId="700"/>
          <ac:spMkLst>
            <pc:docMk/>
            <pc:sldMk cId="3944918343" sldId="257"/>
            <ac:spMk id="3" creationId="{4D28F4F4-3C8C-289A-18E7-349BF3EDE662}"/>
          </ac:spMkLst>
        </pc:spChg>
        <pc:spChg chg="add mod ord">
          <ac:chgData name="Giovanni Figueroa J." userId="6f6476698312fca4" providerId="LiveId" clId="{1240DBD8-6D5D-4081-A2E1-534924EA08C2}" dt="2025-01-16T17:17:59.788" v="172" actId="700"/>
          <ac:spMkLst>
            <pc:docMk/>
            <pc:sldMk cId="3944918343" sldId="257"/>
            <ac:spMk id="4" creationId="{7BEFB3E7-F3C9-DA46-5DBF-37A84552BB17}"/>
          </ac:spMkLst>
        </pc:spChg>
        <pc:spChg chg="add mod ord">
          <ac:chgData name="Giovanni Figueroa J." userId="6f6476698312fca4" providerId="LiveId" clId="{1240DBD8-6D5D-4081-A2E1-534924EA08C2}" dt="2025-01-16T17:17:59.788" v="172" actId="700"/>
          <ac:spMkLst>
            <pc:docMk/>
            <pc:sldMk cId="3944918343" sldId="257"/>
            <ac:spMk id="5" creationId="{379C149D-C86D-297B-5AA6-66D11E4E0292}"/>
          </ac:spMkLst>
        </pc:spChg>
      </pc:sldChg>
      <pc:sldChg chg="addSp delSp add del mod setBg">
        <pc:chgData name="Giovanni Figueroa J." userId="6f6476698312fca4" providerId="LiveId" clId="{1240DBD8-6D5D-4081-A2E1-534924EA08C2}" dt="2025-01-16T17:14:19.523" v="162" actId="2696"/>
        <pc:sldMkLst>
          <pc:docMk/>
          <pc:sldMk cId="2136198597" sldId="258"/>
        </pc:sldMkLst>
        <pc:picChg chg="add del">
          <ac:chgData name="Giovanni Figueroa J." userId="6f6476698312fca4" providerId="LiveId" clId="{1240DBD8-6D5D-4081-A2E1-534924EA08C2}" dt="2025-01-16T16:24:16.217" v="62" actId="478"/>
          <ac:picMkLst>
            <pc:docMk/>
            <pc:sldMk cId="2136198597" sldId="258"/>
            <ac:picMk id="5" creationId="{9FF16EAE-724C-89B0-61F7-66C7D4742A2E}"/>
          </ac:picMkLst>
        </pc:picChg>
      </pc:sldChg>
      <pc:sldChg chg="addSp delSp modSp new mod modClrScheme chgLayout">
        <pc:chgData name="Giovanni Figueroa J." userId="6f6476698312fca4" providerId="LiveId" clId="{1240DBD8-6D5D-4081-A2E1-534924EA08C2}" dt="2025-01-16T17:22:40.300" v="193" actId="700"/>
        <pc:sldMkLst>
          <pc:docMk/>
          <pc:sldMk cId="2945139966" sldId="258"/>
        </pc:sldMkLst>
        <pc:spChg chg="del mod ord">
          <ac:chgData name="Giovanni Figueroa J." userId="6f6476698312fca4" providerId="LiveId" clId="{1240DBD8-6D5D-4081-A2E1-534924EA08C2}" dt="2025-01-16T17:22:07.943" v="191" actId="700"/>
          <ac:spMkLst>
            <pc:docMk/>
            <pc:sldMk cId="2945139966" sldId="258"/>
            <ac:spMk id="2" creationId="{B3E17395-1600-8EAB-EAB8-9C27AD0F19A7}"/>
          </ac:spMkLst>
        </pc:spChg>
        <pc:spChg chg="del mod ord">
          <ac:chgData name="Giovanni Figueroa J." userId="6f6476698312fca4" providerId="LiveId" clId="{1240DBD8-6D5D-4081-A2E1-534924EA08C2}" dt="2025-01-16T17:22:07.943" v="191" actId="700"/>
          <ac:spMkLst>
            <pc:docMk/>
            <pc:sldMk cId="2945139966" sldId="258"/>
            <ac:spMk id="3" creationId="{B6E6AD20-8D5F-AA04-AC23-FA538A942AB8}"/>
          </ac:spMkLst>
        </pc:spChg>
        <pc:spChg chg="add del mod ord">
          <ac:chgData name="Giovanni Figueroa J." userId="6f6476698312fca4" providerId="LiveId" clId="{1240DBD8-6D5D-4081-A2E1-534924EA08C2}" dt="2025-01-16T17:22:29.240" v="192" actId="700"/>
          <ac:spMkLst>
            <pc:docMk/>
            <pc:sldMk cId="2945139966" sldId="258"/>
            <ac:spMk id="4" creationId="{C22BE81E-48CF-A621-E1CA-209DE83F4473}"/>
          </ac:spMkLst>
        </pc:spChg>
        <pc:spChg chg="add del mod ord">
          <ac:chgData name="Giovanni Figueroa J." userId="6f6476698312fca4" providerId="LiveId" clId="{1240DBD8-6D5D-4081-A2E1-534924EA08C2}" dt="2025-01-16T17:22:29.240" v="192" actId="700"/>
          <ac:spMkLst>
            <pc:docMk/>
            <pc:sldMk cId="2945139966" sldId="258"/>
            <ac:spMk id="5" creationId="{1DDC5FB2-1346-5CDD-480E-BAF72D487607}"/>
          </ac:spMkLst>
        </pc:spChg>
        <pc:spChg chg="add mod">
          <ac:chgData name="Giovanni Figueroa J." userId="6f6476698312fca4" providerId="LiveId" clId="{1240DBD8-6D5D-4081-A2E1-534924EA08C2}" dt="2025-01-16T17:22:40.300" v="193" actId="700"/>
          <ac:spMkLst>
            <pc:docMk/>
            <pc:sldMk cId="2945139966" sldId="258"/>
            <ac:spMk id="6" creationId="{D83F6F31-C5F6-28AA-35F5-997056986657}"/>
          </ac:spMkLst>
        </pc:spChg>
        <pc:spChg chg="add mod">
          <ac:chgData name="Giovanni Figueroa J." userId="6f6476698312fca4" providerId="LiveId" clId="{1240DBD8-6D5D-4081-A2E1-534924EA08C2}" dt="2025-01-16T17:22:40.300" v="193" actId="700"/>
          <ac:spMkLst>
            <pc:docMk/>
            <pc:sldMk cId="2945139966" sldId="258"/>
            <ac:spMk id="7" creationId="{89204516-05D8-5B91-DF42-B66673947F4C}"/>
          </ac:spMkLst>
        </pc:spChg>
      </pc:sldChg>
      <pc:sldChg chg="add del">
        <pc:chgData name="Giovanni Figueroa J." userId="6f6476698312fca4" providerId="LiveId" clId="{1240DBD8-6D5D-4081-A2E1-534924EA08C2}" dt="2025-01-16T17:18:06.276" v="174" actId="2696"/>
        <pc:sldMkLst>
          <pc:docMk/>
          <pc:sldMk cId="2997428854" sldId="258"/>
        </pc:sldMkLst>
      </pc:sldChg>
      <pc:sldChg chg="add del">
        <pc:chgData name="Giovanni Figueroa J." userId="6f6476698312fca4" providerId="LiveId" clId="{1240DBD8-6D5D-4081-A2E1-534924EA08C2}" dt="2025-01-16T17:18:28.733" v="177" actId="2696"/>
        <pc:sldMkLst>
          <pc:docMk/>
          <pc:sldMk cId="88856141" sldId="259"/>
        </pc:sldMkLst>
      </pc:sldChg>
      <pc:sldChg chg="new">
        <pc:chgData name="Giovanni Figueroa J." userId="6f6476698312fca4" providerId="LiveId" clId="{1240DBD8-6D5D-4081-A2E1-534924EA08C2}" dt="2025-01-16T17:19:18.622" v="180" actId="680"/>
        <pc:sldMkLst>
          <pc:docMk/>
          <pc:sldMk cId="1444820577" sldId="259"/>
        </pc:sldMkLst>
      </pc:sldChg>
      <pc:sldChg chg="delSp add del mod ord setBg">
        <pc:chgData name="Giovanni Figueroa J." userId="6f6476698312fca4" providerId="LiveId" clId="{1240DBD8-6D5D-4081-A2E1-534924EA08C2}" dt="2025-01-16T17:14:21.771" v="163" actId="2696"/>
        <pc:sldMkLst>
          <pc:docMk/>
          <pc:sldMk cId="3107635171" sldId="259"/>
        </pc:sldMkLst>
        <pc:picChg chg="del">
          <ac:chgData name="Giovanni Figueroa J." userId="6f6476698312fca4" providerId="LiveId" clId="{1240DBD8-6D5D-4081-A2E1-534924EA08C2}" dt="2025-01-16T16:24:39.520" v="65" actId="478"/>
          <ac:picMkLst>
            <pc:docMk/>
            <pc:sldMk cId="3107635171" sldId="259"/>
            <ac:picMk id="5" creationId="{8E2B4804-5BC7-B011-AEFC-57A3FAAD347F}"/>
          </ac:picMkLst>
        </pc:picChg>
      </pc:sldChg>
      <pc:sldChg chg="add del">
        <pc:chgData name="Giovanni Figueroa J." userId="6f6476698312fca4" providerId="LiveId" clId="{1240DBD8-6D5D-4081-A2E1-534924EA08C2}" dt="2025-01-16T17:18:33.142" v="179" actId="2696"/>
        <pc:sldMkLst>
          <pc:docMk/>
          <pc:sldMk cId="4083959145" sldId="259"/>
        </pc:sldMkLst>
      </pc:sldChg>
      <pc:sldChg chg="delSp new mod">
        <pc:chgData name="Giovanni Figueroa J." userId="6f6476698312fca4" providerId="LiveId" clId="{1240DBD8-6D5D-4081-A2E1-534924EA08C2}" dt="2025-01-16T17:21:24.635" v="190" actId="478"/>
        <pc:sldMkLst>
          <pc:docMk/>
          <pc:sldMk cId="972094712" sldId="260"/>
        </pc:sldMkLst>
        <pc:spChg chg="del">
          <ac:chgData name="Giovanni Figueroa J." userId="6f6476698312fca4" providerId="LiveId" clId="{1240DBD8-6D5D-4081-A2E1-534924EA08C2}" dt="2025-01-16T17:21:22.163" v="189" actId="478"/>
          <ac:spMkLst>
            <pc:docMk/>
            <pc:sldMk cId="972094712" sldId="260"/>
            <ac:spMk id="2" creationId="{032CBEFA-3450-8E7B-5404-8FD3A2E86445}"/>
          </ac:spMkLst>
        </pc:spChg>
        <pc:spChg chg="del">
          <ac:chgData name="Giovanni Figueroa J." userId="6f6476698312fca4" providerId="LiveId" clId="{1240DBD8-6D5D-4081-A2E1-534924EA08C2}" dt="2025-01-16T17:21:24.635" v="190" actId="478"/>
          <ac:spMkLst>
            <pc:docMk/>
            <pc:sldMk cId="972094712" sldId="260"/>
            <ac:spMk id="3" creationId="{35C24AE4-0D14-2664-6BB1-0E2387CBA67D}"/>
          </ac:spMkLst>
        </pc:spChg>
      </pc:sldChg>
      <pc:sldChg chg="delSp add del mod setBg">
        <pc:chgData name="Giovanni Figueroa J." userId="6f6476698312fca4" providerId="LiveId" clId="{1240DBD8-6D5D-4081-A2E1-534924EA08C2}" dt="2025-01-16T17:14:24.546" v="164" actId="2696"/>
        <pc:sldMkLst>
          <pc:docMk/>
          <pc:sldMk cId="3192887095" sldId="260"/>
        </pc:sldMkLst>
        <pc:picChg chg="del">
          <ac:chgData name="Giovanni Figueroa J." userId="6f6476698312fca4" providerId="LiveId" clId="{1240DBD8-6D5D-4081-A2E1-534924EA08C2}" dt="2025-01-16T16:24:58.097" v="68" actId="478"/>
          <ac:picMkLst>
            <pc:docMk/>
            <pc:sldMk cId="3192887095" sldId="260"/>
            <ac:picMk id="5" creationId="{E97DA63B-5F75-14A5-6544-5E844F1E8AF8}"/>
          </ac:picMkLst>
        </pc:picChg>
      </pc:sldChg>
      <pc:sldChg chg="new del">
        <pc:chgData name="Giovanni Figueroa J." userId="6f6476698312fca4" providerId="LiveId" clId="{1240DBD8-6D5D-4081-A2E1-534924EA08C2}" dt="2025-01-16T16:27:37.372" v="88" actId="2696"/>
        <pc:sldMkLst>
          <pc:docMk/>
          <pc:sldMk cId="636014015" sldId="261"/>
        </pc:sldMkLst>
      </pc:sldChg>
      <pc:sldChg chg="add del">
        <pc:chgData name="Giovanni Figueroa J." userId="6f6476698312fca4" providerId="LiveId" clId="{1240DBD8-6D5D-4081-A2E1-534924EA08C2}" dt="2025-01-16T17:14:13.242" v="160" actId="2696"/>
        <pc:sldMkLst>
          <pc:docMk/>
          <pc:sldMk cId="2099410722" sldId="261"/>
        </pc:sldMkLst>
      </pc:sldChg>
      <pc:sldChg chg="add del">
        <pc:chgData name="Giovanni Figueroa J." userId="6f6476698312fca4" providerId="LiveId" clId="{1240DBD8-6D5D-4081-A2E1-534924EA08C2}" dt="2025-01-16T16:28:03.445" v="93" actId="47"/>
        <pc:sldMkLst>
          <pc:docMk/>
          <pc:sldMk cId="2683259276" sldId="261"/>
        </pc:sldMkLst>
      </pc:sldChg>
      <pc:sldChg chg="add del setBg">
        <pc:chgData name="Giovanni Figueroa J." userId="6f6476698312fca4" providerId="LiveId" clId="{1240DBD8-6D5D-4081-A2E1-534924EA08C2}" dt="2025-01-16T16:34:48.181" v="125" actId="47"/>
        <pc:sldMkLst>
          <pc:docMk/>
          <pc:sldMk cId="2711818661" sldId="261"/>
        </pc:sldMkLst>
      </pc:sldChg>
      <pc:sldChg chg="delSp new del mod">
        <pc:chgData name="Giovanni Figueroa J." userId="6f6476698312fca4" providerId="LiveId" clId="{1240DBD8-6D5D-4081-A2E1-534924EA08C2}" dt="2025-01-16T16:27:08.564" v="85" actId="2696"/>
        <pc:sldMkLst>
          <pc:docMk/>
          <pc:sldMk cId="3301950761" sldId="261"/>
        </pc:sldMkLst>
        <pc:spChg chg="del">
          <ac:chgData name="Giovanni Figueroa J." userId="6f6476698312fca4" providerId="LiveId" clId="{1240DBD8-6D5D-4081-A2E1-534924EA08C2}" dt="2025-01-16T16:27:00.169" v="83" actId="478"/>
          <ac:spMkLst>
            <pc:docMk/>
            <pc:sldMk cId="3301950761" sldId="261"/>
            <ac:spMk id="2" creationId="{128AD254-593C-97DF-98FC-772986FBADAE}"/>
          </ac:spMkLst>
        </pc:spChg>
        <pc:spChg chg="del">
          <ac:chgData name="Giovanni Figueroa J." userId="6f6476698312fca4" providerId="LiveId" clId="{1240DBD8-6D5D-4081-A2E1-534924EA08C2}" dt="2025-01-16T16:27:03.498" v="84" actId="478"/>
          <ac:spMkLst>
            <pc:docMk/>
            <pc:sldMk cId="3301950761" sldId="261"/>
            <ac:spMk id="3" creationId="{8592AA09-E910-58D0-7C8A-4CA600B68D0E}"/>
          </ac:spMkLst>
        </pc:spChg>
      </pc:sldChg>
      <pc:sldChg chg="add del setBg">
        <pc:chgData name="Giovanni Figueroa J." userId="6f6476698312fca4" providerId="LiveId" clId="{1240DBD8-6D5D-4081-A2E1-534924EA08C2}" dt="2025-01-16T16:38:45.929" v="140" actId="47"/>
        <pc:sldMkLst>
          <pc:docMk/>
          <pc:sldMk cId="3487484236" sldId="261"/>
        </pc:sldMkLst>
      </pc:sldChg>
      <pc:sldChg chg="add del">
        <pc:chgData name="Giovanni Figueroa J." userId="6f6476698312fca4" providerId="LiveId" clId="{1240DBD8-6D5D-4081-A2E1-534924EA08C2}" dt="2025-01-16T17:19:29.469" v="183" actId="47"/>
        <pc:sldMkLst>
          <pc:docMk/>
          <pc:sldMk cId="3975572585" sldId="261"/>
        </pc:sldMkLst>
      </pc:sldChg>
      <pc:sldChg chg="add del">
        <pc:chgData name="Giovanni Figueroa J." userId="6f6476698312fca4" providerId="LiveId" clId="{1240DBD8-6D5D-4081-A2E1-534924EA08C2}" dt="2025-01-16T16:27:50.717" v="91" actId="47"/>
        <pc:sldMkLst>
          <pc:docMk/>
          <pc:sldMk cId="4259404233" sldId="261"/>
        </pc:sldMkLst>
      </pc:sldChg>
      <pc:sldChg chg="new del">
        <pc:chgData name="Giovanni Figueroa J." userId="6f6476698312fca4" providerId="LiveId" clId="{1240DBD8-6D5D-4081-A2E1-534924EA08C2}" dt="2025-01-16T16:27:40.723" v="89" actId="2696"/>
        <pc:sldMkLst>
          <pc:docMk/>
          <pc:sldMk cId="1441033510" sldId="262"/>
        </pc:sldMkLst>
      </pc:sldChg>
      <pc:sldChg chg="add del">
        <pc:chgData name="Giovanni Figueroa J." userId="6f6476698312fca4" providerId="LiveId" clId="{1240DBD8-6D5D-4081-A2E1-534924EA08C2}" dt="2025-01-16T17:14:06.309" v="158" actId="47"/>
        <pc:sldMkLst>
          <pc:docMk/>
          <pc:sldMk cId="3619641372" sldId="262"/>
        </pc:sldMkLst>
      </pc:sldChg>
      <pc:sldChg chg="add del">
        <pc:chgData name="Giovanni Figueroa J." userId="6f6476698312fca4" providerId="LiveId" clId="{1240DBD8-6D5D-4081-A2E1-534924EA08C2}" dt="2025-01-16T16:38:36.843" v="136" actId="47"/>
        <pc:sldMkLst>
          <pc:docMk/>
          <pc:sldMk cId="3442198273" sldId="263"/>
        </pc:sldMkLst>
      </pc:sldChg>
      <pc:sldChg chg="add del">
        <pc:chgData name="Giovanni Figueroa J." userId="6f6476698312fca4" providerId="LiveId" clId="{1240DBD8-6D5D-4081-A2E1-534924EA08C2}" dt="2025-01-16T16:38:37.777" v="137" actId="47"/>
        <pc:sldMkLst>
          <pc:docMk/>
          <pc:sldMk cId="3162497546" sldId="264"/>
        </pc:sldMkLst>
      </pc:sldChg>
      <pc:sldMasterChg chg="addSp delSp mod setBg modSldLayout sldLayoutOrd">
        <pc:chgData name="Giovanni Figueroa J." userId="6f6476698312fca4" providerId="LiveId" clId="{1240DBD8-6D5D-4081-A2E1-534924EA08C2}" dt="2025-01-16T17:15:21.505" v="166" actId="6014"/>
        <pc:sldMasterMkLst>
          <pc:docMk/>
          <pc:sldMasterMk cId="519416272" sldId="2147483648"/>
        </pc:sldMasterMkLst>
        <pc:spChg chg="add del">
          <ac:chgData name="Giovanni Figueroa J." userId="6f6476698312fca4" providerId="LiveId" clId="{1240DBD8-6D5D-4081-A2E1-534924EA08C2}" dt="2025-01-16T16:21:38.663" v="47" actId="478"/>
          <ac:spMkLst>
            <pc:docMk/>
            <pc:sldMasterMk cId="519416272" sldId="2147483648"/>
            <ac:spMk id="2" creationId="{5E5CCCCF-069F-6CF3-9493-C2B266FEEB96}"/>
          </ac:spMkLst>
        </pc:spChg>
        <pc:spChg chg="add del">
          <ac:chgData name="Giovanni Figueroa J." userId="6f6476698312fca4" providerId="LiveId" clId="{1240DBD8-6D5D-4081-A2E1-534924EA08C2}" dt="2025-01-16T16:21:40.536" v="48" actId="478"/>
          <ac:spMkLst>
            <pc:docMk/>
            <pc:sldMasterMk cId="519416272" sldId="2147483648"/>
            <ac:spMk id="3" creationId="{75769748-E1B6-22CC-8A0B-82E36B1CACE5}"/>
          </ac:spMkLst>
        </pc:spChg>
        <pc:spChg chg="add del">
          <ac:chgData name="Giovanni Figueroa J." userId="6f6476698312fca4" providerId="LiveId" clId="{1240DBD8-6D5D-4081-A2E1-534924EA08C2}" dt="2025-01-16T16:29:51.428" v="97" actId="478"/>
          <ac:spMkLst>
            <pc:docMk/>
            <pc:sldMasterMk cId="519416272" sldId="2147483648"/>
            <ac:spMk id="4" creationId="{392D9B2C-9D8D-DAB0-738C-8DCFB3F33868}"/>
          </ac:spMkLst>
        </pc:spChg>
        <pc:spChg chg="add del">
          <ac:chgData name="Giovanni Figueroa J." userId="6f6476698312fca4" providerId="LiveId" clId="{1240DBD8-6D5D-4081-A2E1-534924EA08C2}" dt="2025-01-16T16:29:49.868" v="96" actId="478"/>
          <ac:spMkLst>
            <pc:docMk/>
            <pc:sldMasterMk cId="519416272" sldId="2147483648"/>
            <ac:spMk id="5" creationId="{5EA78EF8-B4C1-A0FD-F589-F58181454281}"/>
          </ac:spMkLst>
        </pc:spChg>
        <pc:spChg chg="add del">
          <ac:chgData name="Giovanni Figueroa J." userId="6f6476698312fca4" providerId="LiveId" clId="{1240DBD8-6D5D-4081-A2E1-534924EA08C2}" dt="2025-01-16T16:29:52.523" v="98" actId="478"/>
          <ac:spMkLst>
            <pc:docMk/>
            <pc:sldMasterMk cId="519416272" sldId="2147483648"/>
            <ac:spMk id="6" creationId="{AC820794-4702-B365-3EBC-DDA4351CF439}"/>
          </ac:spMkLst>
        </pc:spChg>
        <pc:spChg chg="del">
          <ac:chgData name="Giovanni Figueroa J." userId="6f6476698312fca4" providerId="LiveId" clId="{1240DBD8-6D5D-4081-A2E1-534924EA08C2}" dt="2025-01-16T16:29:46.611" v="94" actId="478"/>
          <ac:spMkLst>
            <pc:docMk/>
            <pc:sldMasterMk cId="519416272" sldId="2147483648"/>
            <ac:spMk id="7" creationId="{BFE1F3A9-4EC2-6BFF-5E32-54F1CECA71FA}"/>
          </ac:spMkLst>
        </pc:spChg>
        <pc:spChg chg="del">
          <ac:chgData name="Giovanni Figueroa J." userId="6f6476698312fca4" providerId="LiveId" clId="{1240DBD8-6D5D-4081-A2E1-534924EA08C2}" dt="2025-01-16T16:29:47.860" v="95" actId="478"/>
          <ac:spMkLst>
            <pc:docMk/>
            <pc:sldMasterMk cId="519416272" sldId="2147483648"/>
            <ac:spMk id="8" creationId="{8873DFB9-C775-FA23-C61A-7349475CD5D7}"/>
          </ac:spMkLst>
        </pc:spChg>
        <pc:sldLayoutChg chg="setBg">
          <pc:chgData name="Giovanni Figueroa J." userId="6f6476698312fca4" providerId="LiveId" clId="{1240DBD8-6D5D-4081-A2E1-534924EA08C2}" dt="2025-01-16T16:37:42.259" v="129"/>
          <pc:sldLayoutMkLst>
            <pc:docMk/>
            <pc:sldMasterMk cId="519416272" sldId="2147483648"/>
            <pc:sldLayoutMk cId="273943630" sldId="2147483649"/>
          </pc:sldLayoutMkLst>
        </pc:sldLayoutChg>
        <pc:sldLayoutChg chg="ord setBg">
          <pc:chgData name="Giovanni Figueroa J." userId="6f6476698312fca4" providerId="LiveId" clId="{1240DBD8-6D5D-4081-A2E1-534924EA08C2}" dt="2025-01-16T16:23:30.848" v="57"/>
          <pc:sldLayoutMkLst>
            <pc:docMk/>
            <pc:sldMasterMk cId="519416272" sldId="2147483648"/>
            <pc:sldLayoutMk cId="2239932307" sldId="2147483650"/>
          </pc:sldLayoutMkLst>
        </pc:sldLayoutChg>
        <pc:sldLayoutChg chg="setBg">
          <pc:chgData name="Giovanni Figueroa J." userId="6f6476698312fca4" providerId="LiveId" clId="{1240DBD8-6D5D-4081-A2E1-534924EA08C2}" dt="2025-01-16T16:23:30.848" v="57"/>
          <pc:sldLayoutMkLst>
            <pc:docMk/>
            <pc:sldMasterMk cId="519416272" sldId="2147483648"/>
            <pc:sldLayoutMk cId="3091166307" sldId="2147483651"/>
          </pc:sldLayoutMkLst>
        </pc:sldLayoutChg>
        <pc:sldLayoutChg chg="setBg">
          <pc:chgData name="Giovanni Figueroa J." userId="6f6476698312fca4" providerId="LiveId" clId="{1240DBD8-6D5D-4081-A2E1-534924EA08C2}" dt="2025-01-16T16:23:30.848" v="57"/>
          <pc:sldLayoutMkLst>
            <pc:docMk/>
            <pc:sldMasterMk cId="519416272" sldId="2147483648"/>
            <pc:sldLayoutMk cId="1556653191" sldId="2147483652"/>
          </pc:sldLayoutMkLst>
        </pc:sldLayoutChg>
        <pc:sldLayoutChg chg="setBg">
          <pc:chgData name="Giovanni Figueroa J." userId="6f6476698312fca4" providerId="LiveId" clId="{1240DBD8-6D5D-4081-A2E1-534924EA08C2}" dt="2025-01-16T16:23:30.848" v="57"/>
          <pc:sldLayoutMkLst>
            <pc:docMk/>
            <pc:sldMasterMk cId="519416272" sldId="2147483648"/>
            <pc:sldLayoutMk cId="254948981" sldId="2147483653"/>
          </pc:sldLayoutMkLst>
        </pc:sldLayoutChg>
        <pc:sldLayoutChg chg="setBg">
          <pc:chgData name="Giovanni Figueroa J." userId="6f6476698312fca4" providerId="LiveId" clId="{1240DBD8-6D5D-4081-A2E1-534924EA08C2}" dt="2025-01-16T16:23:30.848" v="57"/>
          <pc:sldLayoutMkLst>
            <pc:docMk/>
            <pc:sldMasterMk cId="519416272" sldId="2147483648"/>
            <pc:sldLayoutMk cId="3144686444" sldId="2147483654"/>
          </pc:sldLayoutMkLst>
        </pc:sldLayoutChg>
        <pc:sldLayoutChg chg="setBg">
          <pc:chgData name="Giovanni Figueroa J." userId="6f6476698312fca4" providerId="LiveId" clId="{1240DBD8-6D5D-4081-A2E1-534924EA08C2}" dt="2025-01-16T16:23:30.848" v="57"/>
          <pc:sldLayoutMkLst>
            <pc:docMk/>
            <pc:sldMasterMk cId="519416272" sldId="2147483648"/>
            <pc:sldLayoutMk cId="2511484933" sldId="2147483655"/>
          </pc:sldLayoutMkLst>
        </pc:sldLayoutChg>
        <pc:sldLayoutChg chg="setBg">
          <pc:chgData name="Giovanni Figueroa J." userId="6f6476698312fca4" providerId="LiveId" clId="{1240DBD8-6D5D-4081-A2E1-534924EA08C2}" dt="2025-01-16T16:23:30.848" v="57"/>
          <pc:sldLayoutMkLst>
            <pc:docMk/>
            <pc:sldMasterMk cId="519416272" sldId="2147483648"/>
            <pc:sldLayoutMk cId="2930395962" sldId="2147483656"/>
          </pc:sldLayoutMkLst>
        </pc:sldLayoutChg>
        <pc:sldLayoutChg chg="setBg">
          <pc:chgData name="Giovanni Figueroa J." userId="6f6476698312fca4" providerId="LiveId" clId="{1240DBD8-6D5D-4081-A2E1-534924EA08C2}" dt="2025-01-16T16:23:30.848" v="57"/>
          <pc:sldLayoutMkLst>
            <pc:docMk/>
            <pc:sldMasterMk cId="519416272" sldId="2147483648"/>
            <pc:sldLayoutMk cId="3820584269" sldId="2147483657"/>
          </pc:sldLayoutMkLst>
        </pc:sldLayoutChg>
        <pc:sldLayoutChg chg="setBg">
          <pc:chgData name="Giovanni Figueroa J." userId="6f6476698312fca4" providerId="LiveId" clId="{1240DBD8-6D5D-4081-A2E1-534924EA08C2}" dt="2025-01-16T16:23:30.848" v="57"/>
          <pc:sldLayoutMkLst>
            <pc:docMk/>
            <pc:sldMasterMk cId="519416272" sldId="2147483648"/>
            <pc:sldLayoutMk cId="1604536338" sldId="2147483658"/>
          </pc:sldLayoutMkLst>
        </pc:sldLayoutChg>
        <pc:sldLayoutChg chg="setBg">
          <pc:chgData name="Giovanni Figueroa J." userId="6f6476698312fca4" providerId="LiveId" clId="{1240DBD8-6D5D-4081-A2E1-534924EA08C2}" dt="2025-01-16T16:23:30.848" v="57"/>
          <pc:sldLayoutMkLst>
            <pc:docMk/>
            <pc:sldMasterMk cId="519416272" sldId="2147483648"/>
            <pc:sldLayoutMk cId="2080025363" sldId="2147483659"/>
          </pc:sldLayoutMkLst>
        </pc:sldLayoutChg>
      </pc:sldMasterChg>
      <pc:sldMasterChg chg="new del mod addSldLayout delSldLayout">
        <pc:chgData name="Giovanni Figueroa J." userId="6f6476698312fca4" providerId="LiveId" clId="{1240DBD8-6D5D-4081-A2E1-534924EA08C2}" dt="2025-01-16T16:21:08.426" v="37" actId="6938"/>
        <pc:sldMasterMkLst>
          <pc:docMk/>
          <pc:sldMasterMk cId="2154652326" sldId="2147483660"/>
        </pc:sldMasterMkLst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1239943292" sldId="2147483661"/>
          </pc:sldLayoutMkLst>
        </pc:sldLayoutChg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339355143" sldId="2147483662"/>
          </pc:sldLayoutMkLst>
        </pc:sldLayoutChg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1338138495" sldId="2147483663"/>
          </pc:sldLayoutMkLst>
        </pc:sldLayoutChg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572643459" sldId="2147483664"/>
          </pc:sldLayoutMkLst>
        </pc:sldLayoutChg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3404306083" sldId="2147483665"/>
          </pc:sldLayoutMkLst>
        </pc:sldLayoutChg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1169727293" sldId="2147483666"/>
          </pc:sldLayoutMkLst>
        </pc:sldLayoutChg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1018043672" sldId="2147483667"/>
          </pc:sldLayoutMkLst>
        </pc:sldLayoutChg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4091360276" sldId="2147483668"/>
          </pc:sldLayoutMkLst>
        </pc:sldLayoutChg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3737425590" sldId="2147483669"/>
          </pc:sldLayoutMkLst>
        </pc:sldLayoutChg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1347197101" sldId="2147483670"/>
          </pc:sldLayoutMkLst>
        </pc:sldLayoutChg>
        <pc:sldLayoutChg chg="new del replId">
          <pc:chgData name="Giovanni Figueroa J." userId="6f6476698312fca4" providerId="LiveId" clId="{1240DBD8-6D5D-4081-A2E1-534924EA08C2}" dt="2025-01-16T16:21:08.426" v="37" actId="6938"/>
          <pc:sldLayoutMkLst>
            <pc:docMk/>
            <pc:sldMasterMk cId="2154652326" sldId="2147483660"/>
            <pc:sldLayoutMk cId="3703272528" sldId="2147483671"/>
          </pc:sldLayoutMkLst>
        </pc:sldLayoutChg>
      </pc:sldMasterChg>
      <pc:sldMasterChg chg="new del mod setBg addSldLayout modSldLayout">
        <pc:chgData name="Giovanni Figueroa J." userId="6f6476698312fca4" providerId="LiveId" clId="{1240DBD8-6D5D-4081-A2E1-534924EA08C2}" dt="2025-01-16T16:33:16.892" v="110" actId="2696"/>
        <pc:sldMasterMkLst>
          <pc:docMk/>
          <pc:sldMasterMk cId="2209169235" sldId="2147483660"/>
        </pc:sldMasterMkLst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3209879494" sldId="2147483661"/>
          </pc:sldLayoutMkLst>
        </pc:sldLayoutChg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419523257" sldId="2147483662"/>
          </pc:sldLayoutMkLst>
        </pc:sldLayoutChg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2454214780" sldId="2147483663"/>
          </pc:sldLayoutMkLst>
        </pc:sldLayoutChg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112239410" sldId="2147483664"/>
          </pc:sldLayoutMkLst>
        </pc:sldLayoutChg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3626587014" sldId="2147483665"/>
          </pc:sldLayoutMkLst>
        </pc:sldLayoutChg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178308437" sldId="2147483666"/>
          </pc:sldLayoutMkLst>
        </pc:sldLayoutChg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3350060969" sldId="2147483667"/>
          </pc:sldLayoutMkLst>
        </pc:sldLayoutChg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1749546217" sldId="2147483668"/>
          </pc:sldLayoutMkLst>
        </pc:sldLayoutChg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4108725720" sldId="2147483669"/>
          </pc:sldLayoutMkLst>
        </pc:sldLayoutChg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97393667" sldId="2147483670"/>
          </pc:sldLayoutMkLst>
        </pc:sldLayoutChg>
        <pc:sldLayoutChg chg="new replId setBg">
          <pc:chgData name="Giovanni Figueroa J." userId="6f6476698312fca4" providerId="LiveId" clId="{1240DBD8-6D5D-4081-A2E1-534924EA08C2}" dt="2025-01-16T16:23:30.848" v="57"/>
          <pc:sldLayoutMkLst>
            <pc:docMk/>
            <pc:sldMasterMk cId="2209169235" sldId="2147483660"/>
            <pc:sldLayoutMk cId="248582559" sldId="2147483671"/>
          </pc:sldLayoutMkLst>
        </pc:sldLayoutChg>
      </pc:sldMasterChg>
      <pc:sldMasterChg chg="new del mod setBg addSldLayout delSldLayout">
        <pc:chgData name="Giovanni Figueroa J." userId="6f6476698312fca4" providerId="LiveId" clId="{1240DBD8-6D5D-4081-A2E1-534924EA08C2}" dt="2025-01-16T16:08:40.356" v="20" actId="6938"/>
        <pc:sldMasterMkLst>
          <pc:docMk/>
          <pc:sldMasterMk cId="2345084316" sldId="2147483660"/>
        </pc:sldMasterMkLst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3826030293" sldId="2147483661"/>
          </pc:sldLayoutMkLst>
        </pc:sldLayoutChg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628912589" sldId="2147483662"/>
          </pc:sldLayoutMkLst>
        </pc:sldLayoutChg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576243315" sldId="2147483663"/>
          </pc:sldLayoutMkLst>
        </pc:sldLayoutChg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2241142153" sldId="2147483664"/>
          </pc:sldLayoutMkLst>
        </pc:sldLayoutChg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911455232" sldId="2147483665"/>
          </pc:sldLayoutMkLst>
        </pc:sldLayoutChg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3082244099" sldId="2147483666"/>
          </pc:sldLayoutMkLst>
        </pc:sldLayoutChg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4155749593" sldId="2147483667"/>
          </pc:sldLayoutMkLst>
        </pc:sldLayoutChg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3534291078" sldId="2147483668"/>
          </pc:sldLayoutMkLst>
        </pc:sldLayoutChg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3068303471" sldId="2147483669"/>
          </pc:sldLayoutMkLst>
        </pc:sldLayoutChg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2356077880" sldId="2147483670"/>
          </pc:sldLayoutMkLst>
        </pc:sldLayoutChg>
        <pc:sldLayoutChg chg="new del replId">
          <pc:chgData name="Giovanni Figueroa J." userId="6f6476698312fca4" providerId="LiveId" clId="{1240DBD8-6D5D-4081-A2E1-534924EA08C2}" dt="2025-01-16T16:08:40.356" v="20" actId="6938"/>
          <pc:sldLayoutMkLst>
            <pc:docMk/>
            <pc:sldMasterMk cId="2345084316" sldId="2147483660"/>
            <pc:sldLayoutMk cId="841255364" sldId="2147483671"/>
          </pc:sldLayoutMkLst>
        </pc:sldLayoutChg>
      </pc:sldMasterChg>
      <pc:sldMasterChg chg="add del mod setBg addSldLayout modSldLayout">
        <pc:chgData name="Giovanni Figueroa J." userId="6f6476698312fca4" providerId="LiveId" clId="{1240DBD8-6D5D-4081-A2E1-534924EA08C2}" dt="2025-01-16T17:17:43.587" v="171" actId="2696"/>
        <pc:sldMasterMkLst>
          <pc:docMk/>
          <pc:sldMasterMk cId="3939350104" sldId="2147483660"/>
        </pc:sldMasterMkLst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1046521046" sldId="2147483661"/>
          </pc:sldLayoutMkLst>
        </pc:sldLayoutChg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1836150089" sldId="2147483662"/>
          </pc:sldLayoutMkLst>
        </pc:sldLayoutChg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2849134932" sldId="2147483663"/>
          </pc:sldLayoutMkLst>
        </pc:sldLayoutChg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2363247058" sldId="2147483664"/>
          </pc:sldLayoutMkLst>
        </pc:sldLayoutChg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3153073766" sldId="2147483665"/>
          </pc:sldLayoutMkLst>
        </pc:sldLayoutChg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2121229980" sldId="2147483666"/>
          </pc:sldLayoutMkLst>
        </pc:sldLayoutChg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633600285" sldId="2147483667"/>
          </pc:sldLayoutMkLst>
        </pc:sldLayoutChg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1947889821" sldId="2147483668"/>
          </pc:sldLayoutMkLst>
        </pc:sldLayoutChg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1057426095" sldId="2147483669"/>
          </pc:sldLayoutMkLst>
        </pc:sldLayoutChg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4213563319" sldId="2147483670"/>
          </pc:sldLayoutMkLst>
        </pc:sldLayoutChg>
        <pc:sldLayoutChg chg="add mod replId">
          <pc:chgData name="Giovanni Figueroa J." userId="6f6476698312fca4" providerId="LiveId" clId="{1240DBD8-6D5D-4081-A2E1-534924EA08C2}" dt="2025-01-16T16:37:49.811" v="130" actId="2890"/>
          <pc:sldLayoutMkLst>
            <pc:docMk/>
            <pc:sldMasterMk cId="3939350104" sldId="2147483660"/>
            <pc:sldLayoutMk cId="571479530" sldId="2147483671"/>
          </pc:sldLayoutMkLst>
        </pc:sldLayoutChg>
      </pc:sldMasterChg>
      <pc:sldMasterChg chg="modSp new mod setBg addSldLayout">
        <pc:chgData name="Giovanni Figueroa J." userId="6f6476698312fca4" providerId="LiveId" clId="{1240DBD8-6D5D-4081-A2E1-534924EA08C2}" dt="2025-01-16T17:16:01.657" v="167" actId="6014"/>
        <pc:sldMasterMkLst>
          <pc:docMk/>
          <pc:sldMasterMk cId="225528543" sldId="2147483672"/>
        </pc:sldMasterMkLst>
        <pc:spChg chg="mod">
          <ac:chgData name="Giovanni Figueroa J." userId="6f6476698312fca4" providerId="LiveId" clId="{1240DBD8-6D5D-4081-A2E1-534924EA08C2}" dt="2025-01-16T17:11:50.838" v="142" actId="6549"/>
          <ac:spMkLst>
            <pc:docMk/>
            <pc:sldMasterMk cId="225528543" sldId="2147483672"/>
            <ac:spMk id="2" creationId="{89C389D0-78F3-73BC-D04B-6494BB0F4F19}"/>
          </ac:spMkLst>
        </pc:sp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1165805072" sldId="2147483673"/>
          </pc:sldLayoutMkLst>
        </pc:sldLayout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2505118823" sldId="2147483674"/>
          </pc:sldLayoutMkLst>
        </pc:sldLayout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2716924678" sldId="2147483675"/>
          </pc:sldLayoutMkLst>
        </pc:sldLayout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2808806310" sldId="2147483676"/>
          </pc:sldLayoutMkLst>
        </pc:sldLayout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3097625938" sldId="2147483677"/>
          </pc:sldLayoutMkLst>
        </pc:sldLayout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2441300642" sldId="2147483678"/>
          </pc:sldLayoutMkLst>
        </pc:sldLayout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3505209415" sldId="2147483679"/>
          </pc:sldLayoutMkLst>
        </pc:sldLayout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219026096" sldId="2147483680"/>
          </pc:sldLayoutMkLst>
        </pc:sldLayout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3135559843" sldId="2147483681"/>
          </pc:sldLayoutMkLst>
        </pc:sldLayout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2379341900" sldId="2147483682"/>
          </pc:sldLayoutMkLst>
        </pc:sldLayoutChg>
        <pc:sldLayoutChg chg="new replId">
          <pc:chgData name="Giovanni Figueroa J." userId="6f6476698312fca4" providerId="LiveId" clId="{1240DBD8-6D5D-4081-A2E1-534924EA08C2}" dt="2025-01-16T17:11:39.154" v="141" actId="6938"/>
          <pc:sldLayoutMkLst>
            <pc:docMk/>
            <pc:sldMasterMk cId="225528543" sldId="2147483672"/>
            <pc:sldLayoutMk cId="3036176440" sldId="2147483683"/>
          </pc:sldLayoutMkLst>
        </pc:sldLayoutChg>
      </pc:sldMasterChg>
      <pc:sldMasterChg chg="new mod setBg addSldLayout">
        <pc:chgData name="Giovanni Figueroa J." userId="6f6476698312fca4" providerId="LiveId" clId="{1240DBD8-6D5D-4081-A2E1-534924EA08C2}" dt="2025-01-16T17:16:30.425" v="168" actId="6014"/>
        <pc:sldMasterMkLst>
          <pc:docMk/>
          <pc:sldMasterMk cId="1508500082" sldId="2147483684"/>
        </pc:sldMasterMkLst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2378931994" sldId="2147483685"/>
          </pc:sldLayoutMkLst>
        </pc:sldLayoutChg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879923460" sldId="2147483686"/>
          </pc:sldLayoutMkLst>
        </pc:sldLayoutChg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2079796530" sldId="2147483687"/>
          </pc:sldLayoutMkLst>
        </pc:sldLayoutChg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1439519372" sldId="2147483688"/>
          </pc:sldLayoutMkLst>
        </pc:sldLayoutChg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1738780921" sldId="2147483689"/>
          </pc:sldLayoutMkLst>
        </pc:sldLayoutChg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2869372418" sldId="2147483690"/>
          </pc:sldLayoutMkLst>
        </pc:sldLayoutChg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695237522" sldId="2147483691"/>
          </pc:sldLayoutMkLst>
        </pc:sldLayoutChg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83248703" sldId="2147483692"/>
          </pc:sldLayoutMkLst>
        </pc:sldLayoutChg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2623470895" sldId="2147483693"/>
          </pc:sldLayoutMkLst>
        </pc:sldLayoutChg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1087241326" sldId="2147483694"/>
          </pc:sldLayoutMkLst>
        </pc:sldLayoutChg>
        <pc:sldLayoutChg chg="new replId">
          <pc:chgData name="Giovanni Figueroa J." userId="6f6476698312fca4" providerId="LiveId" clId="{1240DBD8-6D5D-4081-A2E1-534924EA08C2}" dt="2025-01-16T17:12:26.472" v="146" actId="6938"/>
          <pc:sldLayoutMkLst>
            <pc:docMk/>
            <pc:sldMasterMk cId="1508500082" sldId="2147483684"/>
            <pc:sldLayoutMk cId="594244456" sldId="2147483695"/>
          </pc:sldLayoutMkLst>
        </pc:sldLayoutChg>
      </pc:sldMasterChg>
      <pc:sldMasterChg chg="new mod setBg addSldLayout">
        <pc:chgData name="Giovanni Figueroa J." userId="6f6476698312fca4" providerId="LiveId" clId="{1240DBD8-6D5D-4081-A2E1-534924EA08C2}" dt="2025-01-16T17:17:05.034" v="169" actId="6014"/>
        <pc:sldMasterMkLst>
          <pc:docMk/>
          <pc:sldMasterMk cId="4072756744" sldId="2147483696"/>
        </pc:sldMasterMkLst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3129762454" sldId="2147483697"/>
          </pc:sldLayoutMkLst>
        </pc:sldLayoutChg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2103956829" sldId="2147483698"/>
          </pc:sldLayoutMkLst>
        </pc:sldLayoutChg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797705977" sldId="2147483699"/>
          </pc:sldLayoutMkLst>
        </pc:sldLayoutChg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2811040470" sldId="2147483700"/>
          </pc:sldLayoutMkLst>
        </pc:sldLayoutChg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3285232331" sldId="2147483701"/>
          </pc:sldLayoutMkLst>
        </pc:sldLayoutChg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1325254321" sldId="2147483702"/>
          </pc:sldLayoutMkLst>
        </pc:sldLayoutChg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1940686635" sldId="2147483703"/>
          </pc:sldLayoutMkLst>
        </pc:sldLayoutChg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3927215031" sldId="2147483704"/>
          </pc:sldLayoutMkLst>
        </pc:sldLayoutChg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1246695623" sldId="2147483705"/>
          </pc:sldLayoutMkLst>
        </pc:sldLayoutChg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3575237709" sldId="2147483706"/>
          </pc:sldLayoutMkLst>
        </pc:sldLayoutChg>
        <pc:sldLayoutChg chg="new replId">
          <pc:chgData name="Giovanni Figueroa J." userId="6f6476698312fca4" providerId="LiveId" clId="{1240DBD8-6D5D-4081-A2E1-534924EA08C2}" dt="2025-01-16T17:12:54.662" v="150" actId="6938"/>
          <pc:sldLayoutMkLst>
            <pc:docMk/>
            <pc:sldMasterMk cId="4072756744" sldId="2147483696"/>
            <pc:sldLayoutMk cId="1951280000" sldId="2147483707"/>
          </pc:sldLayoutMkLst>
        </pc:sldLayoutChg>
      </pc:sldMasterChg>
      <pc:sldMasterChg chg="new mod setBg addSldLayout modSldLayout">
        <pc:chgData name="Giovanni Figueroa J." userId="6f6476698312fca4" providerId="LiveId" clId="{1240DBD8-6D5D-4081-A2E1-534924EA08C2}" dt="2025-01-16T17:21:07.692" v="188" actId="478"/>
        <pc:sldMasterMkLst>
          <pc:docMk/>
          <pc:sldMasterMk cId="2640261683" sldId="2147483708"/>
        </pc:sldMasterMkLst>
        <pc:sldLayoutChg chg="delSp new mod replId">
          <pc:chgData name="Giovanni Figueroa J." userId="6f6476698312fca4" providerId="LiveId" clId="{1240DBD8-6D5D-4081-A2E1-534924EA08C2}" dt="2025-01-16T17:21:07.692" v="188" actId="478"/>
          <pc:sldLayoutMkLst>
            <pc:docMk/>
            <pc:sldMasterMk cId="2640261683" sldId="2147483708"/>
            <pc:sldLayoutMk cId="388442161" sldId="2147483709"/>
          </pc:sldLayoutMkLst>
          <pc:spChg chg="del">
            <ac:chgData name="Giovanni Figueroa J." userId="6f6476698312fca4" providerId="LiveId" clId="{1240DBD8-6D5D-4081-A2E1-534924EA08C2}" dt="2025-01-16T17:20:47.740" v="184" actId="478"/>
            <ac:spMkLst>
              <pc:docMk/>
              <pc:sldMasterMk cId="2640261683" sldId="2147483708"/>
              <pc:sldLayoutMk cId="388442161" sldId="2147483709"/>
              <ac:spMk id="2" creationId="{48859C8D-9C15-EFD7-5B41-52B298DFA426}"/>
            </ac:spMkLst>
          </pc:spChg>
          <pc:spChg chg="del">
            <ac:chgData name="Giovanni Figueroa J." userId="6f6476698312fca4" providerId="LiveId" clId="{1240DBD8-6D5D-4081-A2E1-534924EA08C2}" dt="2025-01-16T17:20:49.658" v="185" actId="478"/>
            <ac:spMkLst>
              <pc:docMk/>
              <pc:sldMasterMk cId="2640261683" sldId="2147483708"/>
              <pc:sldLayoutMk cId="388442161" sldId="2147483709"/>
              <ac:spMk id="3" creationId="{2F06BB91-D559-A04A-C4F9-096E9C196A7E}"/>
            </ac:spMkLst>
          </pc:spChg>
          <pc:spChg chg="del">
            <ac:chgData name="Giovanni Figueroa J." userId="6f6476698312fca4" providerId="LiveId" clId="{1240DBD8-6D5D-4081-A2E1-534924EA08C2}" dt="2025-01-16T17:21:04.746" v="186" actId="478"/>
            <ac:spMkLst>
              <pc:docMk/>
              <pc:sldMasterMk cId="2640261683" sldId="2147483708"/>
              <pc:sldLayoutMk cId="388442161" sldId="2147483709"/>
              <ac:spMk id="4" creationId="{7BBD1884-1FEC-B1E7-EFE4-DC4BB82FB3B3}"/>
            </ac:spMkLst>
          </pc:spChg>
          <pc:spChg chg="del">
            <ac:chgData name="Giovanni Figueroa J." userId="6f6476698312fca4" providerId="LiveId" clId="{1240DBD8-6D5D-4081-A2E1-534924EA08C2}" dt="2025-01-16T17:21:06.595" v="187" actId="478"/>
            <ac:spMkLst>
              <pc:docMk/>
              <pc:sldMasterMk cId="2640261683" sldId="2147483708"/>
              <pc:sldLayoutMk cId="388442161" sldId="2147483709"/>
              <ac:spMk id="5" creationId="{7C866571-7D48-6878-6027-88F9634880F9}"/>
            </ac:spMkLst>
          </pc:spChg>
          <pc:spChg chg="del">
            <ac:chgData name="Giovanni Figueroa J." userId="6f6476698312fca4" providerId="LiveId" clId="{1240DBD8-6D5D-4081-A2E1-534924EA08C2}" dt="2025-01-16T17:21:07.692" v="188" actId="478"/>
            <ac:spMkLst>
              <pc:docMk/>
              <pc:sldMasterMk cId="2640261683" sldId="2147483708"/>
              <pc:sldLayoutMk cId="388442161" sldId="2147483709"/>
              <ac:spMk id="6" creationId="{C2C1CCD2-6373-F69B-C1CD-40AF9B6951BA}"/>
            </ac:spMkLst>
          </pc:spChg>
        </pc:sldLayoutChg>
        <pc:sldLayoutChg chg="new replId">
          <pc:chgData name="Giovanni Figueroa J." userId="6f6476698312fca4" providerId="LiveId" clId="{1240DBD8-6D5D-4081-A2E1-534924EA08C2}" dt="2025-01-16T17:13:20.950" v="154" actId="6938"/>
          <pc:sldLayoutMkLst>
            <pc:docMk/>
            <pc:sldMasterMk cId="2640261683" sldId="2147483708"/>
            <pc:sldLayoutMk cId="1049840907" sldId="2147483710"/>
          </pc:sldLayoutMkLst>
        </pc:sldLayoutChg>
        <pc:sldLayoutChg chg="new replId">
          <pc:chgData name="Giovanni Figueroa J." userId="6f6476698312fca4" providerId="LiveId" clId="{1240DBD8-6D5D-4081-A2E1-534924EA08C2}" dt="2025-01-16T17:13:20.950" v="154" actId="6938"/>
          <pc:sldLayoutMkLst>
            <pc:docMk/>
            <pc:sldMasterMk cId="2640261683" sldId="2147483708"/>
            <pc:sldLayoutMk cId="359540421" sldId="2147483711"/>
          </pc:sldLayoutMkLst>
        </pc:sldLayoutChg>
        <pc:sldLayoutChg chg="new replId">
          <pc:chgData name="Giovanni Figueroa J." userId="6f6476698312fca4" providerId="LiveId" clId="{1240DBD8-6D5D-4081-A2E1-534924EA08C2}" dt="2025-01-16T17:13:20.950" v="154" actId="6938"/>
          <pc:sldLayoutMkLst>
            <pc:docMk/>
            <pc:sldMasterMk cId="2640261683" sldId="2147483708"/>
            <pc:sldLayoutMk cId="2543913208" sldId="2147483712"/>
          </pc:sldLayoutMkLst>
        </pc:sldLayoutChg>
        <pc:sldLayoutChg chg="new replId">
          <pc:chgData name="Giovanni Figueroa J." userId="6f6476698312fca4" providerId="LiveId" clId="{1240DBD8-6D5D-4081-A2E1-534924EA08C2}" dt="2025-01-16T17:13:20.950" v="154" actId="6938"/>
          <pc:sldLayoutMkLst>
            <pc:docMk/>
            <pc:sldMasterMk cId="2640261683" sldId="2147483708"/>
            <pc:sldLayoutMk cId="3695130406" sldId="2147483713"/>
          </pc:sldLayoutMkLst>
        </pc:sldLayoutChg>
        <pc:sldLayoutChg chg="new replId">
          <pc:chgData name="Giovanni Figueroa J." userId="6f6476698312fca4" providerId="LiveId" clId="{1240DBD8-6D5D-4081-A2E1-534924EA08C2}" dt="2025-01-16T17:13:20.950" v="154" actId="6938"/>
          <pc:sldLayoutMkLst>
            <pc:docMk/>
            <pc:sldMasterMk cId="2640261683" sldId="2147483708"/>
            <pc:sldLayoutMk cId="1011477251" sldId="2147483714"/>
          </pc:sldLayoutMkLst>
        </pc:sldLayoutChg>
        <pc:sldLayoutChg chg="new replId">
          <pc:chgData name="Giovanni Figueroa J." userId="6f6476698312fca4" providerId="LiveId" clId="{1240DBD8-6D5D-4081-A2E1-534924EA08C2}" dt="2025-01-16T17:13:20.950" v="154" actId="6938"/>
          <pc:sldLayoutMkLst>
            <pc:docMk/>
            <pc:sldMasterMk cId="2640261683" sldId="2147483708"/>
            <pc:sldLayoutMk cId="2879454340" sldId="2147483715"/>
          </pc:sldLayoutMkLst>
        </pc:sldLayoutChg>
        <pc:sldLayoutChg chg="new replId">
          <pc:chgData name="Giovanni Figueroa J." userId="6f6476698312fca4" providerId="LiveId" clId="{1240DBD8-6D5D-4081-A2E1-534924EA08C2}" dt="2025-01-16T17:13:20.950" v="154" actId="6938"/>
          <pc:sldLayoutMkLst>
            <pc:docMk/>
            <pc:sldMasterMk cId="2640261683" sldId="2147483708"/>
            <pc:sldLayoutMk cId="2783846444" sldId="2147483716"/>
          </pc:sldLayoutMkLst>
        </pc:sldLayoutChg>
        <pc:sldLayoutChg chg="new replId">
          <pc:chgData name="Giovanni Figueroa J." userId="6f6476698312fca4" providerId="LiveId" clId="{1240DBD8-6D5D-4081-A2E1-534924EA08C2}" dt="2025-01-16T17:13:20.950" v="154" actId="6938"/>
          <pc:sldLayoutMkLst>
            <pc:docMk/>
            <pc:sldMasterMk cId="2640261683" sldId="2147483708"/>
            <pc:sldLayoutMk cId="1339675840" sldId="2147483717"/>
          </pc:sldLayoutMkLst>
        </pc:sldLayoutChg>
        <pc:sldLayoutChg chg="new replId">
          <pc:chgData name="Giovanni Figueroa J." userId="6f6476698312fca4" providerId="LiveId" clId="{1240DBD8-6D5D-4081-A2E1-534924EA08C2}" dt="2025-01-16T17:13:20.950" v="154" actId="6938"/>
          <pc:sldLayoutMkLst>
            <pc:docMk/>
            <pc:sldMasterMk cId="2640261683" sldId="2147483708"/>
            <pc:sldLayoutMk cId="3572989862" sldId="2147483718"/>
          </pc:sldLayoutMkLst>
        </pc:sldLayoutChg>
        <pc:sldLayoutChg chg="new replId">
          <pc:chgData name="Giovanni Figueroa J." userId="6f6476698312fca4" providerId="LiveId" clId="{1240DBD8-6D5D-4081-A2E1-534924EA08C2}" dt="2025-01-16T17:13:20.950" v="154" actId="6938"/>
          <pc:sldLayoutMkLst>
            <pc:docMk/>
            <pc:sldMasterMk cId="2640261683" sldId="2147483708"/>
            <pc:sldLayoutMk cId="3064781845" sldId="2147483719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043C6A0A-43E6-0542-F1E7-C15E022687F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EC2F9CD6-ACA3-DA57-F471-7B886513044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FC6E15-E31D-42B2-9FDC-7FF0534D6459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60D1040-DBCF-C7C6-BBD5-B3172D97A22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8F7067B-D888-B587-6B18-153C3B9405B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B8C19F-8D13-449E-A84C-72606BDEAA8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90743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30E59E-E51E-42FF-A31A-8520025D245A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EE0369-E93C-4A08-A3E0-21ACFA320564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547278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A41F9E8-29A8-9A93-1259-D7D0FF8334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EA3B105-5AD3-4122-B28C-43294C3939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F82EF1-76EB-648F-BDB0-9CB0BADBC99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1B26E35-26B1-4590-9949-BAA5B62CA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38F36B7-9D13-CA01-ADA0-4D6BC3C22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9436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B895E8-50BF-0A55-FB80-E5EB3D893D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AFC999E-C191-80FF-03B3-8CFCBD175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093F128-F247-3027-AEF9-BCF9D8A21D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725789A-C8E7-C80D-2A48-774D0DF82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A80A62A-5615-55F4-71E9-A9BB8E338C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39932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0CEF34-9DD3-C5CC-D1C7-02C6136592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EB2EC6-FA7E-6AC1-4DAC-F70602E64E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7665240-52AD-106A-9BC7-9168F6D63F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BCA33D9-6941-2F87-46F6-718805D34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551410-A3B4-E780-30FC-AE0079614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0911663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CFDB1F-2DDB-094F-6A1B-7C8352786D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C078A80-47AE-688E-FC9F-408FF28C423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A5FAFBE-597D-ABD5-25D4-30CBD9BD65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5070316-BC8B-1062-86A4-B0DEC340898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28026D-2800-A634-7090-77807C9EF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A661B84-44B2-EF3A-889F-C8D9DC6E2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66531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ADE54BE-23FD-7A36-1909-371E3C9522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4105E1F-08C6-4748-9360-BDF4626806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9E36934-BCAA-8507-0C70-774132B8CC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D86B4D0-AB82-56ED-878B-21A412DF51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136184E2-517A-7421-EAE0-969C90AB6D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48A6E1AF-263F-20AA-1F65-9CA456268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7785909F-6268-187F-2882-DF220AC1F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C4E997A8-A41F-D86C-567E-4CE09450E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49489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284CD7-EDBF-AED2-3584-D45319F9EC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C08EBEC-2EE8-3A62-22C8-13F3C840564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34D26F3-B3AB-9692-CE1E-6EB9D0486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533EAF89-75FF-3664-2A4C-ECD7B41DE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44686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197AADC8-7E4B-5FA8-F7FA-D9195101155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EB1A26D-9399-AD8E-E8A8-0525AFAD83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D208AA-3525-9A9A-5211-8A41580FA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1484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650C50-CD2B-827F-605B-4F9983073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E92BEDB-2595-2120-6FBB-F7F19421F9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E029D5A-D05F-A92C-CBC9-9F47D5E2B0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6376B0-94BA-05D2-F8BA-3F58052F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05C88D-C992-60D7-B7D6-48ACC3DC1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536159E-92FC-9E08-052C-3986B8BAA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303959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75D3DB5-7FBE-8C76-807B-B1504F634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82FC5ED-13F4-B8AE-8D9A-F1FD4FF9C59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B8896AC-870C-3D10-29F3-5F4239B93A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DFAFD61-7F98-F852-85DE-98E26541ADE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2A0DBC8-205B-EB02-442A-BBE9C855FF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E6D00CB-CDF4-44C3-C204-314CD55F0B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20584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AF2B50-39F2-4380-1BA1-B5181B6C43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026A05-E0C7-20A6-1934-D7652A4276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B361E1-0AE4-E5D4-52F8-4EF7E5F51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21CAA81-3457-C59F-58C6-8353CB490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08143B-6231-ADDB-D75D-AB17D5121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4536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1799E6-CBD0-B85E-63D9-910F8EEBA9F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C41951E-BBE3-BD86-B85E-DCBD964FC5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B9D4530-D420-06E8-676B-5417D9E5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B6EA8C7-3982-474A-A4DE-7E5806E09737}" type="datetimeFigureOut">
              <a:rPr lang="es-ES" smtClean="0"/>
              <a:t>20/10/2025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927FBA-3478-A7A2-4437-5FA24125C6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4BE1F5-AF89-BF28-9DF7-ACFE4B8437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86477B7-D056-42EC-8FE4-DE8730FD81B5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00253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5F7A3E-366B-23B1-37F1-BB9A73B95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E369DB3-37EC-0321-E367-9C311F1C4B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B0047B-76A3-3575-DE26-C2A369336BC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9976D1-586F-F4D7-98E9-6E4997A79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C944139-BBE1-D904-FADB-9029663701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658050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5B8CFC-2EA3-BB0E-8C0A-710E399D6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C7C3F3-0F04-445A-058A-091C0C5F7A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38445E2-2FC1-BB90-539F-D1E9806CA07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F8594A-5682-03EB-CA06-DBCAB6A3B0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DF3203A-2394-A77C-37EA-3319B88FE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051188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C73298-FA60-462F-9319-ECDF19125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3E0FDB2-A8D5-730F-EFF8-91339473F3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8FD177-8234-1F92-DF2F-B9C4C2A4CF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5214FA6-FE9D-1624-0F75-9AE3C801D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8F75044-BBA6-A62B-E9A2-22CABC8F0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169246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DE1410-700B-589A-2C96-45FEEE7F6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AAE16EB-671C-B0A3-44A6-340A13CE1E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424CB00-5DA6-34E3-CAA3-A1F866D7ED1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810281A-25B8-B690-945B-72D5CC9066C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DFB358A-7362-59EA-CEF7-D12A15FD4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403EB0E-CA56-6891-D4AB-15A1F3BD3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08806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FCACCC-7977-4A5D-5EC6-A3E11E3A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6D8BBEA-EDD7-808A-2693-C1EFBF29F6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DD76AED-EA64-5047-1C2D-F38BCCFADD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A19F77-B722-522E-4A57-960BB8C1CF4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0F710743-7B84-EDF3-28AB-B36ECA17AD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18DCD20-7285-71FB-AF94-CEAF6CA936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CD67421-5541-2237-7FC6-A3D52D4FD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EE32A46-E085-DDCF-7998-50FA90BB4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762593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3F6A6B-919A-C040-8F71-6CB893946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F0C0C4C5-4110-3B86-2433-3B39DD5322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DA4B7A-7A27-B346-31D8-10981B7C3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896EB2C-6D87-BE1F-53CD-ECCF8EE624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413006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21F32FD-8B48-93FB-12B3-EA8D0465D5F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84C43E9-AF60-4707-91FA-AA52F7B73A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F2CAA89-485C-5C60-F074-7A91E9FE4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0520941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5F1E30-729A-C316-0C92-77A4652F2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002D5C-079D-BEDA-1106-0374DB187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15DA351-9230-F135-4C41-CF66607209A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E369E752-48BC-B163-4840-356D63296D1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61B15AD-F48B-581D-0EC2-4F8536AFE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6CEC20D-16AF-B39B-CC68-E3EE08FCD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9026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3443FE-0553-592F-C60C-504D9A2F1D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61CE75D9-A4F7-803A-FFE1-7F767DC430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857BA31-DD30-249C-C1F6-865BCBDD17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1CB75C6-1CD5-A706-8874-FA669FD771C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532ECDE-0772-B6DF-AE60-D374AA52D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1AFB7AB-DE58-B9B5-E46F-247A6C09B3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3555984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CD0103-D8CF-E364-5ADD-462FDDEF2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D14730B-A699-DC9B-D7EC-177EC8BE59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9F3E53A-EA37-1473-74FC-1C829F58CDC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327D8F-7B68-D154-2AC4-61F4F9B49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10AD2FC-EBD7-CCA3-D861-EB090AA48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34190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F3AEBC3-3001-8ECA-E946-5F6E287C49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CC95D64-13E5-1D8E-9D8D-AF60BC8815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A68949B-0EB1-4A08-FEAE-882BA135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D7FC148-6E7A-4C73-93A4-741EF6B4D3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3D8EA2D-C8BE-7063-BFE9-93A4E37B26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FC7C9C8-7F0D-1F71-4B64-412B3BBD5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3A82FCE-B5EB-4A29-AD8A-072EB78631C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361764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BCDAF4-2805-CA20-16DF-107F9F198E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FFED57-12DF-DCF3-C630-2DC9F7DDFC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24A236-B5E9-B370-BF11-1C9C95523D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A11C073-7576-616E-A6A8-01DB14BB5B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E988407-E387-8FA4-C890-045158505E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893199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2310CAB-5054-41E4-B602-0F5C3FB5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348C502-65A3-E925-CDFB-E4E9A9A482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722F30B-AE2D-DC31-1C38-7C77D012B96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FF997E7-F0B6-312B-D2F6-9766B738B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31DAC6E-DE26-DE34-79B5-D2243CEA8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7992346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87B253-E837-EC99-3246-43C1E5714D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90663F6-1F03-B3DE-588A-FBA8CF63D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F517EF2-1A6B-4CF3-1874-2BC00A20B8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DDB54B-FED9-58FB-A32B-99B2C29C0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FA1C43D-AD36-A323-9DC5-BBA06CB6A8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07979653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5451C3-9DB5-10BA-F4BD-A7C13D05D3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05D452A-C445-44CA-F44D-69D0B63E6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DBE6C4D-7784-A85F-276F-6BB67F1EA0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A16D1FD-93F5-39AE-F050-9594668505C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7AB9E17-2D6C-CE31-BB6A-8C915E679F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ACC75CF-E33E-ECDC-156B-13720E322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3951937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868B83-7C44-3222-B27E-E6BAB5371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0351311-26BC-504D-F532-0CBD1B6D29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1DAE410-C902-075C-148F-32D19DB0A2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DB118E3-35CD-FE35-55F2-735EF7FAE8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F41138ED-16F4-D522-03D4-20DCF5607A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D8C00982-5748-BF6E-A85A-227A11BF202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106B537-E070-CE25-7C22-078CC83F9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650112E-2E34-F2E8-44B3-177BF12F50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3878092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68E999-CAC7-47BB-5250-CC1BB79D8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011B99E-337C-195C-99DA-A6B9642DE03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D30C1CD-CF7A-A264-BB2B-857954555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F6F6F0ED-2379-EACC-6504-3260F0BF3E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6937241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C3C87E56-FBE4-5C12-1DB3-37276E65B2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857F434B-2136-9FAC-E4FE-44ED9F663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6B2DBBD-A32A-AF2D-3AFD-F48F7FB3C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69523752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FA112A-1444-BDF3-34E8-778BC4E0DF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84FDC5B-EB07-D75A-5595-11367122F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D134F21-5153-4713-8635-2322D84815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7DA4447-E0A4-63F4-7C0F-2712A698142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A0C4B23-E764-4821-0609-410FB7632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DA090CD-B786-D0EA-5E8A-F201E1516B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8324870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30391BB-E989-3BD0-D4CC-B1895DD16E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31627BE-8AB9-6E89-172E-CAACD3D29A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90451896-58FC-77C2-5A74-4AC74A66ED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86D5104-6FFC-846E-595E-D25A831C9A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C90CFB9-2387-EB9F-5F38-1AA1240BA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AD67B9-25AD-523F-C09B-523D6ADAD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2347089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9467E5C-EE22-3C32-5741-B77C8FAD19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4879AE0-56DE-E680-6565-E8ADEEAFA5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E9A24A5-C330-73B7-3CCC-ECEBA17C57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F07069-32E9-8FC1-0854-BB6C7182F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77BCA25-1926-3D8F-5322-1CB4E27C8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8724132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C45088-83B0-D509-3FEB-11DE2EF739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58E5733-F21E-831B-DE9B-B47B0C0732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5B79B3C-7872-55A2-C239-8416D1CDF8F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93000B8-B677-4696-A9A1-777AB62750D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DB58DA0-0FC2-8BF3-0AC8-F6F04843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8EA7899-1A66-C403-4FFB-073D4DE88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1225D24-AEC3-4CB6-ADEC-51037A1709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59424445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91715A-2B15-CC46-DD2A-C1892EAA43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073E10A-A6C6-A308-B7F7-F5C51956F23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427B4FC-E551-33E0-2F47-00FEB8D7D3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09076ED-47B6-43FA-38B8-7BF6EBBAF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5860D28-CB05-1F1A-8280-6267C8049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2976245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16CC44-673D-2099-9A79-494F6BB70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2FABD19-A5B1-0D81-A9F1-D602BCD78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ABC329D-5DC5-F61D-B262-F80621F5DE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6825CC0-E787-1234-F594-9A6D0B53D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DA3789-9F8A-9B80-4547-6A28EC7CF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0395682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0603B4-3E54-2377-6995-F361C1779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D1A4325-8AFF-02A7-DB94-8EEE58D522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940F86-2B86-7CDF-BEF8-978B0488C0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FB45498-4A86-FCDF-F0B4-236731E1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B706300-BD6F-F080-06CB-9211E3121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9770597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9AC88B-FEA7-4BC2-A091-D62B4C2958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17614B4-8ACF-8B35-5662-AC070440E2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D91E95D-34E8-FBE5-C9CF-BFEFA9E42E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571EE64-143E-EB76-F800-2F3634EB98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3F7B7BB-E338-81C0-D523-EB51B3D82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00999BC-838F-7211-53DA-D498ED2F4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1104047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30C79F-0BB5-569C-7626-A046CA618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DA66CE2-3117-472E-73C1-AE7638636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4857CD0-5CDC-B258-FCDC-1609C972AE0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AF5DBAB8-B58D-BC65-2C24-FE78DE3BC3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7D8A3AC2-EE73-4B8A-1DA1-442851E176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12A4F30D-9FA7-2ACD-3BF0-FFDA5E5660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78090C-CDF0-6E1A-FEA9-C8CA840A27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01A0EBBB-5366-4177-44DF-C29E91853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85232331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83C5DA-4659-A0EF-F9E6-76A59F7C08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9E2EE513-FBC9-D8E7-D6B5-C5274EE74C4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0F8F43A-6204-0232-BA7B-AF1F0F4F4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4B1A20-1753-EDED-F10D-A04A77D0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525432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672B095-9F9A-4128-1048-89F95359A4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EC647976-1BB7-B42F-114E-839551B171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4EAC185-1698-82F0-6338-099773A19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4068663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4F854B-C2BB-501E-B187-22BE968287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6DB8128-6DD8-45D0-FFDC-6033A42CAC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7C66AE3-04E8-8921-BE04-C9A5D69888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6644C01-398C-3151-D1DA-B23BA1154E0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E8BEF03-C576-0920-23B2-C7147F060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E077A47-D19D-31C4-5F5E-52D878E94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272150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7A1A564-37A1-2570-9A41-A08C30285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6E4C245-CB85-4F9E-CA36-42C1BAD611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7D7C78-7751-9BDE-1C14-38F66DF5BC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695CCA-6EBC-CDF8-D2D0-CD7BB22B536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CE5213F-6F44-34AA-528F-240DAEEF8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82E2801-9B39-A5AA-84AA-55A38C5F3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466956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8A04D-6C7A-0549-FC93-4E855D4A09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02759C-DBC9-D748-2068-1FCC4333F9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8B0CF18-9523-279A-A2BF-A8E584E6EB2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15F09C16-20C0-4F10-5D0D-3B45CC8F0F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599435F-7FF6-4D7F-62AC-EAB22C465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5237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B381F5-A6CC-5172-109E-03CA79396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8E7C6D2-8A41-6E63-1A38-A82A39A2D81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BBF51B9-180D-AAE4-4E54-805FE036A71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72AD248-6CB6-4F20-A826-26D359DC24B8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96F63F-96D6-F46F-0A87-951A3FB3D7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2DA967C-5585-F4CC-23A7-2BBB89968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C714F47-5F29-490B-A995-30F815E0FB27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5128000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442161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2F80DF-4734-D37C-67FE-74D14861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DBEEFC-ECDC-3303-0681-AE65875583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02254AF-B2CF-4080-193E-F5AD779207C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8CF9F26-655A-0069-A494-56719E498E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CCD1385-0C9C-4653-7A15-828C8BF5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498409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04E6D99-42E9-A77E-30D8-559E96FCB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26CFA7F-2A73-26D3-902F-D83E1281EA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5383917-F68F-82C0-4BA5-7C2567F2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38048-C7DE-6940-FC03-96D051C545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7A1FB77-CB97-02CE-23A5-891DFB95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54042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3927AE-95CA-9A87-4D4A-64F0E32A7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E3FFC60-ECE2-6B0B-4AF0-E34D698120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03DE225-905F-167E-A3D6-1E8762AC4C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076C3610-14DE-D7DA-BCE5-B755E149C5A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1A69666-121D-4056-3A90-CF85A6269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02B74D38-FABB-DD44-8CAD-5418BA80F7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391320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054E3C-EBFB-88D6-3444-BA658A7FE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A2D3C18-0F0A-0838-39B3-87B1D1D451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E339A0A0-1988-E3F4-FD72-807B9B5DD2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BE64C7E3-A0AA-1E8F-DB33-9F5C2D343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2A7354A5-C4F7-D6FE-8E9E-62A3DBF3F2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80C4D56-E13E-EF53-ABF5-590EB09440F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D5FE177-FEE0-C7C8-667C-8988FACCB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23101A35-C412-8BD4-C45B-822D78FC1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513040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A748A3-CFA2-90FF-2477-A80EAAC2A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0524BBC-3C37-5852-BBF7-6B294A514FB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2DA13886-167A-4EDD-54F9-D0A47D9E1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EEE67CD-E244-8F51-2AFD-3F79BDF6CF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11477251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308EF8F7-E2E2-984F-44A7-DCBE1F7963D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3147852-E59D-325D-646D-3D8B26FDB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3BB7402-EA52-7601-4E45-669B08C97D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7945434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0F32BB-8A1A-877D-813F-3C75571DC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4285091-587F-2265-62D5-5115D203C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88952F1-9540-E5B5-B7C0-0A06B6B42B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7CC9E9B-371E-B6A8-8FD7-E3AF35DB2BF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E95896B-739F-B502-FF03-DF34A4EDBE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D9FD5C-61A0-08CD-8881-A099F5C3F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8384644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C0D28A-3E78-2161-1368-7D3C7EBDB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43D6902-AA80-F5E3-B7B0-614AC88300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D146910-6CD9-427D-5F1A-902538EBFC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CD4CCD2-8980-18D2-3858-FE2E72CAC74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E13F889-2549-CEB7-301C-EBA8208B7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CBB955A-1E5E-5A00-C131-9B321CEF2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3967584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4F6BD2F-859F-A0D6-DCBD-73D943C5C6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5679C38-2E98-7849-73D8-3BE7DCC26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23A4259-03CD-FDE6-BFD5-EE6D4965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A2B304C-E2F4-1A01-F7A2-8C48AE467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FFC3369-6582-751C-247C-70DA9A64D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7298986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08DB42-6358-11A7-13F5-AB679F2F292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950936D-0B2F-FB3F-1E31-70BDBFE1748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AC849EB-0F67-F101-994D-BBF94502FF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4C267B7-95D9-461E-95B4-52EE6CA77CCE}" type="datetimeFigureOut">
              <a:rPr lang="es-CO" smtClean="0"/>
              <a:t>20/10/2025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638A83-DEEC-EA4A-1EB3-63F7802CB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B971AE0-C8C6-A862-A9D7-FEAD01D59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F0A0EE8-55C6-41FB-9896-B871E9DF983F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4781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2.jp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0.xml"/><Relationship Id="rId13" Type="http://schemas.openxmlformats.org/officeDocument/2006/relationships/image" Target="../media/image3.jpg"/><Relationship Id="rId3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9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4.xml"/><Relationship Id="rId1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8.xml"/><Relationship Id="rId11" Type="http://schemas.openxmlformats.org/officeDocument/2006/relationships/slideLayout" Target="../slideLayouts/slideLayout33.xml"/><Relationship Id="rId5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32.xml"/><Relationship Id="rId4" Type="http://schemas.openxmlformats.org/officeDocument/2006/relationships/slideLayout" Target="../slideLayouts/slideLayout26.xml"/><Relationship Id="rId9" Type="http://schemas.openxmlformats.org/officeDocument/2006/relationships/slideLayout" Target="../slideLayouts/slideLayout31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4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2.xml"/><Relationship Id="rId13" Type="http://schemas.openxmlformats.org/officeDocument/2006/relationships/image" Target="../media/image5.jpg"/><Relationship Id="rId3" Type="http://schemas.openxmlformats.org/officeDocument/2006/relationships/slideLayout" Target="../slideLayouts/slideLayout47.xml"/><Relationship Id="rId7" Type="http://schemas.openxmlformats.org/officeDocument/2006/relationships/slideLayout" Target="../slideLayouts/slideLayout51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46.xml"/><Relationship Id="rId1" Type="http://schemas.openxmlformats.org/officeDocument/2006/relationships/slideLayout" Target="../slideLayouts/slideLayout45.xml"/><Relationship Id="rId6" Type="http://schemas.openxmlformats.org/officeDocument/2006/relationships/slideLayout" Target="../slideLayouts/slideLayout50.xml"/><Relationship Id="rId11" Type="http://schemas.openxmlformats.org/officeDocument/2006/relationships/slideLayout" Target="../slideLayouts/slideLayout55.xml"/><Relationship Id="rId5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54.xml"/><Relationship Id="rId4" Type="http://schemas.openxmlformats.org/officeDocument/2006/relationships/slideLayout" Target="../slideLayouts/slideLayout48.xml"/><Relationship Id="rId9" Type="http://schemas.openxmlformats.org/officeDocument/2006/relationships/slideLayout" Target="../slideLayouts/slideLayout5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194162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55285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8500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27567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02616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3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134400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EFB3E7-F3C9-DA46-5DBF-37A84552B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0037" y="1662690"/>
            <a:ext cx="9144000" cy="4876655"/>
          </a:xfrm>
        </p:spPr>
        <p:txBody>
          <a:bodyPr/>
          <a:lstStyle/>
          <a:p>
            <a:r>
              <a:rPr lang="es-MX" b="1" dirty="0" smtClean="0"/>
              <a:t>Sistema </a:t>
            </a:r>
            <a:r>
              <a:rPr lang="es-MX" b="1" dirty="0"/>
              <a:t>de animaciones a las personas de el metro</a:t>
            </a:r>
            <a:r>
              <a:rPr lang="es-MX" dirty="0"/>
              <a:t/>
            </a:r>
            <a:br>
              <a:rPr lang="es-MX" dirty="0"/>
            </a:br>
            <a:r>
              <a:rPr lang="es-MX" dirty="0"/>
              <a:t/>
            </a:r>
            <a:br>
              <a:rPr lang="es-MX" dirty="0"/>
            </a:br>
            <a:endParaRPr lang="es-CO" b="1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79C149D-C86D-297B-5AA6-66D11E4E029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4491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83F6F31-C5F6-28AA-35F5-997056986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43891" y="-124546"/>
            <a:ext cx="9144000" cy="2387600"/>
          </a:xfrm>
        </p:spPr>
        <p:txBody>
          <a:bodyPr/>
          <a:lstStyle/>
          <a:p>
            <a:r>
              <a:rPr lang="es-MX" b="1" dirty="0">
                <a:solidFill>
                  <a:schemeClr val="bg1"/>
                </a:solidFill>
              </a:rPr>
              <a:t>INTRODUCCION </a:t>
            </a:r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7" name="Subtítulo 6">
            <a:extLst>
              <a:ext uri="{FF2B5EF4-FFF2-40B4-BE49-F238E27FC236}">
                <a16:creationId xmlns:a16="http://schemas.microsoft.com/office/drawing/2014/main" id="{89204516-05D8-5B91-DF42-B66673947F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96290" y="3048000"/>
            <a:ext cx="9144000" cy="794472"/>
          </a:xfrm>
        </p:spPr>
        <p:txBody>
          <a:bodyPr/>
          <a:lstStyle/>
          <a:p>
            <a:r>
              <a:rPr lang="es-MX" dirty="0">
                <a:solidFill>
                  <a:schemeClr val="bg1"/>
                </a:solidFill>
              </a:rPr>
              <a:t>La investigación busca transformar el viaje en metro en una experiencia humana, proponiendo espacios de música en vivo, juegos interactivos y palabras de ánimo para prevenir intentos de suicidio y fomentar la esperanza y el cuidado mutuo.</a:t>
            </a:r>
            <a:endParaRPr lang="es-CO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51399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77A2D-6B6F-EA50-F58D-4AF9BCC97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455" y="609744"/>
            <a:ext cx="9144000" cy="2387600"/>
          </a:xfrm>
        </p:spPr>
        <p:txBody>
          <a:bodyPr/>
          <a:lstStyle/>
          <a:p>
            <a:r>
              <a:rPr lang="es-MX" b="1" dirty="0"/>
              <a:t>DESCRIPCION DEL PROBLEMA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B5E3BD-6CDF-56FE-ED32-97A87E1EA2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Medellín enfrenta un aumento en intentos de suicidio en el Metro debido a problemas familiares, económicos y de salud mental. El proyecto busca prevenir suicidios, apoyar a usuarios y trabajadores, y fomentar la conciencia sobre la salud mental en la ciudad.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444820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EFB3E7-F3C9-DA46-5DBF-37A84552B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388072"/>
            <a:ext cx="9144000" cy="2387600"/>
          </a:xfrm>
        </p:spPr>
        <p:txBody>
          <a:bodyPr/>
          <a:lstStyle/>
          <a:p>
            <a:r>
              <a:rPr lang="es-MX" b="1" dirty="0"/>
              <a:t>INTEGRANTES</a:t>
            </a:r>
            <a:endParaRPr lang="es-CO" b="1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79C149D-C86D-297B-5AA6-66D11E4E0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69818" y="3837565"/>
            <a:ext cx="9144000" cy="1655762"/>
          </a:xfrm>
        </p:spPr>
        <p:txBody>
          <a:bodyPr/>
          <a:lstStyle/>
          <a:p>
            <a:r>
              <a:rPr lang="en-US" b="1" dirty="0" smtClean="0"/>
              <a:t>  Dana </a:t>
            </a:r>
            <a:r>
              <a:rPr lang="en-US" b="1" dirty="0"/>
              <a:t>Sofia Gómez </a:t>
            </a:r>
            <a:r>
              <a:rPr lang="en-US" b="1" dirty="0" err="1"/>
              <a:t>Gómez</a:t>
            </a:r>
            <a:endParaRPr lang="en-US" dirty="0"/>
          </a:p>
          <a:p>
            <a:r>
              <a:rPr lang="en-US" b="1" dirty="0" smtClean="0"/>
              <a:t>             </a:t>
            </a:r>
            <a:r>
              <a:rPr lang="en-US" b="1" dirty="0" err="1" smtClean="0"/>
              <a:t>Roxelys</a:t>
            </a:r>
            <a:r>
              <a:rPr lang="en-US" b="1" dirty="0" smtClean="0"/>
              <a:t> Bravo </a:t>
            </a:r>
            <a:r>
              <a:rPr lang="en-US" b="1" dirty="0"/>
              <a:t>Castro           </a:t>
            </a:r>
            <a:r>
              <a:rPr lang="en-US" b="1" dirty="0" smtClean="0"/>
              <a:t>3</a:t>
            </a:r>
            <a:r>
              <a:rPr lang="en-US" b="1" dirty="0"/>
              <a:t>. </a:t>
            </a:r>
            <a:endParaRPr lang="en-US" b="1" dirty="0"/>
          </a:p>
          <a:p>
            <a:r>
              <a:rPr lang="en-US" b="1" dirty="0" err="1" smtClean="0"/>
              <a:t>Sheyla</a:t>
            </a:r>
            <a:r>
              <a:rPr lang="en-US" b="1" dirty="0" smtClean="0"/>
              <a:t> </a:t>
            </a:r>
            <a:r>
              <a:rPr lang="en-US" b="1" dirty="0"/>
              <a:t>Tirado </a:t>
            </a:r>
            <a:r>
              <a:rPr lang="en-US" b="1" dirty="0" err="1"/>
              <a:t>Aguiar</a:t>
            </a:r>
            <a:endParaRPr lang="en-US" dirty="0"/>
          </a:p>
          <a:p>
            <a:r>
              <a:rPr lang="en-US" dirty="0"/>
              <a:t/>
            </a:r>
            <a:br>
              <a:rPr lang="en-US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33989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83F6F31-C5F6-28AA-35F5-997056986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1" y="1454872"/>
            <a:ext cx="9144000" cy="2387600"/>
          </a:xfrm>
        </p:spPr>
        <p:txBody>
          <a:bodyPr/>
          <a:lstStyle/>
          <a:p>
            <a:endParaRPr lang="es-CO" b="1" dirty="0">
              <a:solidFill>
                <a:schemeClr val="bg1"/>
              </a:solidFill>
            </a:endParaRPr>
          </a:p>
        </p:txBody>
      </p:sp>
      <p:sp>
        <p:nvSpPr>
          <p:cNvPr id="2" name="Subtítulo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509" y="477982"/>
            <a:ext cx="8007927" cy="6005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1239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77A2D-6B6F-EA50-F58D-4AF9BCC97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6182" y="2203018"/>
            <a:ext cx="9144000" cy="2387600"/>
          </a:xfrm>
        </p:spPr>
        <p:txBody>
          <a:bodyPr/>
          <a:lstStyle/>
          <a:p>
            <a:r>
              <a:rPr lang="en-US" b="1" dirty="0" err="1"/>
              <a:t>Declaración</a:t>
            </a:r>
            <a:r>
              <a:rPr lang="en-US" b="1" dirty="0"/>
              <a:t> de la </a:t>
            </a:r>
            <a:r>
              <a:rPr lang="en-US" b="1" dirty="0" err="1"/>
              <a:t>situación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B5E3BD-6CDF-56FE-ED32-97A87E1EA2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MX" dirty="0"/>
              <a:t>Medellín enfrenta un aumento de intentos de suicidio en el metro debido a problemas emocionales y falta de apoyo psicológico. Esto causa interrupciones en el servicio y traumas emocionales, evidenciando una preocupante indiferencia pública ante el dolor y la tragedia.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6300280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EFB3E7-F3C9-DA46-5DBF-37A84552B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277092" y="987135"/>
            <a:ext cx="12718473" cy="2208068"/>
          </a:xfrm>
        </p:spPr>
        <p:txBody>
          <a:bodyPr/>
          <a:lstStyle/>
          <a:p>
            <a:r>
              <a:rPr lang="es-MX" sz="5400" b="1" dirty="0"/>
              <a:t>Identificación y descripción de los interesados</a:t>
            </a:r>
            <a:r>
              <a:rPr lang="es-MX" sz="5400" dirty="0"/>
              <a:t/>
            </a:r>
            <a:br>
              <a:rPr lang="es-MX" sz="5400" dirty="0"/>
            </a:br>
            <a:r>
              <a:rPr lang="es-MX" sz="5400" dirty="0"/>
              <a:t/>
            </a:r>
            <a:br>
              <a:rPr lang="es-MX" sz="5400" dirty="0"/>
            </a:br>
            <a:endParaRPr lang="es-CO" sz="5400" b="1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79C149D-C86D-297B-5AA6-66D11E4E0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136871"/>
            <a:ext cx="1260764" cy="235671"/>
          </a:xfrm>
        </p:spPr>
        <p:txBody>
          <a:bodyPr/>
          <a:lstStyle/>
          <a:p>
            <a:r>
              <a:rPr lang="en-US" b="1" dirty="0" smtClean="0"/>
              <a:t>5.1  </a:t>
            </a:r>
            <a:endParaRPr lang="es-CO" dirty="0"/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49" y="1701011"/>
            <a:ext cx="3556189" cy="343815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1857" y="1851312"/>
            <a:ext cx="3369081" cy="3287855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1153" y="1851312"/>
            <a:ext cx="3232885" cy="308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9434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83F6F31-C5F6-28AA-35F5-997056986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3122" y="180110"/>
            <a:ext cx="1343891" cy="489672"/>
          </a:xfrm>
        </p:spPr>
        <p:txBody>
          <a:bodyPr/>
          <a:lstStyle/>
          <a:p>
            <a:r>
              <a:rPr lang="es-CO" sz="2400" b="1" dirty="0" smtClean="0">
                <a:solidFill>
                  <a:schemeClr val="bg1"/>
                </a:solidFill>
              </a:rPr>
              <a:t>5.2</a:t>
            </a:r>
            <a:endParaRPr lang="es-CO" sz="2400" b="1" dirty="0">
              <a:solidFill>
                <a:schemeClr val="bg1"/>
              </a:solidFill>
            </a:endParaRPr>
          </a:p>
        </p:txBody>
      </p:sp>
      <p:sp>
        <p:nvSpPr>
          <p:cNvPr id="2" name="AutoShape 2" descr="data:image/png;base64,iVBORw0KGgoAAAANSUhEUgAAA5wAAAOnCAYAAABMD0m/AAAQAElEQVR4Aey9B6AcSXX1f6p7wkuSnuJKqw3axALLLksOBtsYB5yxDQ5/Jxw++zO2Mc45h885B5yNA7YBR2ycA7bBgAGTYdkk7WolrXJ4eWa6/+dXo5beapVX4Um6896dqq66devWqZ7pOn27e4r6En9t3rz5yAiqqsr5wWCQ036/n9N4CwQCgUAgEAgEzgcCi48zzbHnnnvuOR9dhc1AIBAIBAKBKwiBy+n4UiheSwiBcCUQCAQCgUAgEAgEAoFAIBAIBAKByweBIJyXz1zGSM41AmEvEAgEAoFAIBAIBAKBQCAQCAQeEwJBOB8TfNE4EAgELhQC0U8gEAgEAoFAIBAIBAKBwKWHQBDOS2/OwuNAIBAIBC42AtF/IBAIBAKBQCAQCAQCp4VAEM7TgimUAoFAIBAIBAKBpYpA+BUIBAKBQCAQCCxdBIJwLt25Cc8CgUAgEAgEAoFA4FJDIPwNBAKBQCAQeAQCQTgfAUdsBAKBQCAQCAQCgUAgEAhcLgjEOAKBQODiIxCE8+LPQXgQCAQCgUAgEAgEAoFAIBAIXO4IxPiuUASCcF6hEx/DDgQCgUAgEAgEAoFAIBAIBAKBKxWBCzfuIJwXDuvoKRAIBAKBQCAQCAQCgUAgEAgEAoErCoEgnKcx3aESCAQCgUAgEAgEAoFAIBAIBAKBQCBw5ggE4TxzzKLFxUUgeg8EAoFAIBAIBAKBQCAQCAQCgUsEgSCcl8hEhZuBwNJEILwKBAKBQCAQCAQCgUAgEAgEToxAEM4TYxM1gUAgEAhcWgiEt4FAIBAIBAKBQCAQCCwxBIJwLrEJCXcCgUAgEAgELg8EYhSBQCAQCAQCgUAgIAXhjL0gEAgEAoFAIBAIBC53BGJ8gUAgEAgEAhcJgSCcFwn46DYQCAQCgUAgEAgEAoErE4EYdSAQCFxJCAThvJJmO8YaCAQCgUAgEAgEAoFAIBAILEYg8oHAeUYgCOd5BjjMBwKBQCAQCAQCgUAgEAgEAoFAIHA6CFyOOkE4L8dZjTEFAoFAIBAIBAKBQCAQCAQCgUAgsAQQuIQJ5xJAL1wIBAKBQCAQCAQCgUAgEAgEAoFAIBA4IQJBOE8ITVScEQKhHAgEAoFAIBAIBAKBQCAQCAQCgcAxCAThPAaQ2AwELgcEYgyBQCAQCAQCgUAgEAgEAoHAUkAgCOdSmIXwIRAIBC5nBGJsgUAgEAgEAoFAIBAIXLEIBOG8Yqc+Bh4IBAKBwJWIQIw5EAgEAoFAIBAIBC4kAkE4LyTa0VcgEAgEAoFAIBAIHEUgcoFAIBAIBAKXPQJBOC/7KY4BBgKBQCAQCAQCgUAgcGoEQiMQCAQCgfOBQBDO84Fq2AwEAoFAIBAIBAKBQCAQCATOHoFoGQhcNggE4bxspjIGEggEAoFAIBAIBAKBQCAQCAQC5x6BsPhYEAjC+VjQi7aBQCAQCAQCgUAgEAgEAoFAIBAIBAInROCcE84T9hQVgUAgEAgEAoFAIBAIBAKBQCAQCAQCVxQClxzhnJubOzJBIyMjuv3227VmzRqllNRut9XpdNRqtY5ISinXpXRFpjH2mPfYB2IfiH3gPO4DHG849qSUNDY2pmXLlulpT3taYG48UorjbkqBQUqBQUqBQUqBQUpnhgGcpjm+dLtdrVy5Us985jPz8eUIGbpEMsX999+vpSw7duzQ7t27RXrgwAE9/PDDOnjwoPbs2aP5+XkdOnQoT8DExIQQJmR0dFTI+Pj4JTIN4eaVgUCMMhAIBC4nBFgMcOKTY8/atWu1bt06TU1NiWPVk570pMtpqDGWQCAQCAQCgQuIwPLlywWPIeXYsn79eu3fv1979+7VzTffvKS52/F4ZXHDDTdoKcvk5KQmD8uKFSu0evVqAT4pB/vnPOc5estb3pJJKKSUyYCQ7tq1K09MXdcKCQxiH4h94FH7QHw3xHfjY9wHOOk5OzubT4Tu3LlTb37zm3Xbbbdp06ZN+ou/+IvA9zHiG5/Z+N6OfSD2gSt1H+DE5fbt23X33XfnY8w73vEO3XHHHbr11lvzsWYpc7fj+Vb0+30tZeHsMZcskXJigUuWSBHK3/72t+czACkloVOWpRDIKPULCwsKCQxiH4h9IPaBpb0PXIrzw3EIYUFEylnoe+65R5s3b85noC/FMYXP8TmJfSD2gdgHLv4+wDGFCGfDe7ic9v3vf7/uuuuufDXNUuZux/OtgJwtZcHpqqry5bOAz9lk0sFgoJmZmXwdM5fPUsbZAFL0Gz2IZ0gn39saOAQOsQ/EPhD7wLnbB1iUccxpni3ALR2c+KQMuYSxjmNG59ztJ7EfBJaxD8Q+cKb7ADyH4wg8iJT2PCOAPLKUudvxfCtSOrMbWFO68PoAm1IiyQdBMgyGG2k5s9wc7JvJSSmJAz96LAhCLv6ZmpiDmIPYB2IfuNz2ARYAHGcWH2+4h5Oyy22sMZ6L+fmNvmP/i33gStsHGqJJEI1jCrdwkDaSUspBt5QujbRoHF+qKcSyKAoh+Mg2KQLZbA74bHOvJymC3vT0dCao6ITE2aXYB2IfiH0g9oFzuQ+wAOI4hHDc4aQnZ6CJcp7LfsJW7LexDyyhfSCi37G2vgD7AEE1jit89kkbAsrtgmxfarLkCWcDaEM4G6ZPCvgQSw7y6PV6PXEpLWlKKf9MCuUhgUAgEAgEAoHAuUaABQFks7mtg5OcPDmd49O57ivsBQKBQCAQCDwagcu5pLl1kDFygpMraBo+RNmlJJcM4UwpZVybAzmkErIJweSgT2VKKf8cSrPdnBWgLiQQCAQCgUAgEDiXCKSU8tU3PBldfnHsIbrJwsCb8R8IBAKBQCAQCJwVAhBLHhjUXErL9iVwfDnhWC8ZwnnCEURFIBAIBAKBQCAQCAQCgUAgEAgEAoHAkkQgCOfFmJboMxAIBAKBQCAQCAQCgUAgEAgEAoErAIEgnFfAJMcQT45A1AYCgUAgEAgEAoFAIBAIBAKBwPlBIAjn+cE1rAYCgcDZIRCtAoFAIBAIBAKBQCAQCAQuIwSCcF5GkxlDCQQCgUDg3CIQ1gKBQCAQCAQCgUAgEHhsCAThfGz4RetAIBAIBAKBQODCIBC9BAKBQCAQCAQClyACQTgvwUkLlwOBQCAQCAQCgUDg4iIQvQcCgUAgEAicHgJBOE8Pp9AKBAKBQCAQCAQCgUAgEFiaCIRXgUAgsIQRCMK5hCcnXAsEAoFAIBAIBAKBQCAQCAQuLQTC20DgkQgE4XwkHrEVCAQCgUAgEAgEAoFAIBAIBAKBwOWBwBIYRRDOJTAJ4UIgEAgEAoFAIBAIBAKBQCAQCAQClyMCQTiPzmrkAoFAIBAIBAKBQCAQCAQCgUAgEAgEziECQTjPIZhh6lwiELYCgUAgEAgEAoFAIBAIBAKBQOBSRyAI56U+g+F/IHAhEIg+AoFAIBAIBAKBQCAQCAQCgbNAIAjnWYAWTQKBQCAQuJgIRN+BQCAQCAQCgUAgEAhcKggE4bxUZir8DAQCgUAgEFiKCIRPgUAgEAgEAoFAIHASBIJwngScqAoEAoFAIBAIBAKBSwmB8DUQCAQCgUBgqSEQhHOpzUj4EwgEAoFAIBAIBAKBwOWAQIwhEAgEAgEjEITTIMR/IBAIBAKBQCAQCAQCgUAgcDkjEGMLBC4WAkE4Lxby0W8gEAgEAoFAIBAIBAKBQCAQCFyJCFxRYw7CeUVNdww2EAgEAoFAIBAIBAKBQCAQCAQCgQuHwNInnBcOi+gpEAgEAoFAIBAIBAKBQCAQCAQCgUDgHCIQhPMcgnklmLqSxlifcLCVaxpxNv4DgUAgEAgEAoFAIBAIBAKBQOC4CAThPC4sUXipIFAPKjWiyhSxkWMG4BodT6QhcaydDkVH9Kh5dBv3Z109Qo7p7Ew2j+3gBG2PVTu8fQLtKA4EAoFAIBAIBAKBQCAQCASWBgJBOJfGPIQXjwGBdBZtIZM0g7gNySNbR6WpJ0WO1lz43NDHo/3iTyPH1h3VityFRyB6DAQCgUAgEAgEAoFAIBA4FoEgnMciEtuXHAKQrpQW0c7F+ROMZvGOX+voVmV9xMmF+cftxXJMr4ytKcIvpNmONBAIBE6CQFQFAoFAIBAIBAKBwJJA4OhKe0m4E04EAmeOQEowtsPtFucPF51+crofh0aPFDn9Hs5WczHRhIQiZ2sr2gUCgUAgcKERiP4CgUAgEAgErlwELsxq+crFN0Z+nhFI6bGRzcrRzaPyaGf5gCDH1tRuVx9beBbb2DiZHGsS3aZscb4pizQQCAQCgUAgEDgFAlEdCAQCgcAFReB4a+kL6kB0FgicEwQWE88zMHiiDwDlyBmYOq+qjS8Nva7Oa29hPBAIBAKBQCAQCAQuDALRSyBw+SPQrGMv/5HGCC9PBApTMMSJFssxo11c1eSHKpVjlYtF3tYjTCUtfvGRKUQLZc3FdWeXX0wek00MpbIPQxk+1KhyDeIk/gOBQCAQCAQCgUAgEAgEzj0CYfG8IMDq+bwYDqOBwFJHYEjsdITYJdPIRo4leejqmNdjpX/1MfaObjaWSSv7N7BUKq0A1cUXPrikLor/QCAQCAQCgUAgEAgEAoFAYMkiwLr1bJyLNoHAZYBApWrQk+rKY6mlQV/VwnwW9YfldW/B1X1vzrt6wXrD//6gEjLcOvv3wUCq3DUWhgTSvtgPDdxXfyjV/Jwq+1H15rQwN6OiHph8Vjm+OmxD65BAIBAIBAKBQCAQCAQCgUBg6SEQhHPpzclZeBRNzgSBuq6F0GYwPyuZyKnuy0xORSuZyJkFQviqnrg1FClMSivYIW11tH2tx/Yq/AnkimCsDEx+Ibxmwd60ZdcpVSoc2izKpKJVqlMUJp8moCahUwf3K16BQCAQCAQCgUAgEAgEAoHAUkaAJe1S9i98CwROikDt2uOJix/5j5JDibUjk4QUE9smke2RtpRMMKcPaHBwr+b37tLMvt2anznkiKcjjCadzqgw0ZNftQmnExPRdKRMx77OYLtWZYLrBo5a1lVfSfalcJQTAtyblx1R78A+9fbt0cBpPTut0n6XJp/Lxsbc0Lp+j/9AIBAIBAKBQCAQCAQCgUBgKSIQhHMpzkr4dF4QqKoqRzZTShJi4qbZKe3afK/e/+536l1v/2+9+51v0wfe+y7d+8EP6IGPfEQ9E7wccSwLtR2KhHcmJbW87U09lldy44GjpgNIrQlny9HV1C4lE8/eof06+PA23fWe9+h//+ftevtb3qx3vvUt+tB73q3dD2yRZmYkWHOteJ0CgagOBAKBQCAQCAQCgUAgELh4CAThvHjYR88XAIEmItl0lZJpnqU2+RzMzum+uz6obVvu1YHdOzSYm1LH0c7C5G/K0c5tD9yvg3v3qsqk09FHt2vsnKs0mTRWJphyv5lAVgPN7t+r7Vu2aPO9d7v/3armZ9VxJFQLc9q/a4e2bb5fUzt3OPrpCCjl58qZsBMInH8EoodAIBAIBAKB2san0QAAEABJREFUQCAQuMIQCMJ5hU34lTbcI4Szro9GNw3C7Oys9u7brZ3bt6vroOKtN23Ss5/+FD3lWU/XU25/ojZetVZtRxyn9u/T/Mys1B+oNkmV7bg5V+VSRPYxSHUkUprkUKUjrguObO7Y+qB2bN+q6QP79bgbb9Az7rxTz3jec/XMpzxV69eslhYWND89JQ16otljcCCaBgKBwBWNQAw+EAgEAoFAIBA4/wgE4Tz/GEcP5xmBk93FmJIjmu7/CPF0ftDv69CBA9qxbbtqk7bJZcu05qqrpMlJmQGq4EE9Jn9Vf0FVv6eUWZ0JIZe/Wmwi/x82nfNn+4ZtLtMVxhxZPbBvj/bs2qnSkc9N116jFWvXqJwYz37JQ2m5ozToa7Dg6OasxdvxHwgEAoFAIHAZIBBDCAQCgUDgMkWguNTHVZscIFKVr0hkPLUX5mxLfSc9ixfmlaV23mW1dU0fDtOI6nCqI6lkvWpaGlh4eIuV/c/jXDCfpdkeeAuRbS4W6hHqEPKI1R/5T+HxxFqLi705/H9UYeXyR48BNeE746gcDWNM9hFfEDfy/7AtfqPfiCuUwciZR2RdQpthWaM/TPFhKHI/VlS2QWXeWFw3tJGL8xvbi+VoU3z1LHrWlIVtTDZC85PtxCnlncGByfqI9CGc09OOcB7QqjVXaXKdyWZ3VNWBg9qzZaseeOhh7Ts0o/l+rbLTVavdFkQ0paRUDeB9cvBT7UI5r8f4KhgMNnoDzczMaXZ+QctWrNKGJzxJanU1t++gdt1zvzZv3qL9U1NK3a66Y+NSx37RthFsGPvaokZMnHVEskKeloGzCE2djf9AIBAIBAKBQCAQWIRAZAOBQODcIVCcO1MX3hJEsyq9ZO5U+TcSWw4V9U0IKrsygGD156QDO6VDe6Q9Dzm/zTVzmlqY0v5DB/OSfH4wbyI5sEjzXoHvnzPJ1KzmPvwWaddd6u90G0eeZr1oX3Br96b5hQrrWjAFOtibFRbqbM0Gcs0gb6Hfd5t5N5o2h5232Izyit9lsl2hSUrn5sQ2poHdXnCjBZubXnAvuVHlaNtAg3lbtJ3ssAc6b397JtM925n19oyr7Z7MlczQbGjnXdK296k+tMPdVvZY9lsa2GZd9dUfzGrBHc45cjdnnwYWK2a3Khvp2webzUW50P30q55mXG4Xbcf2nJ+1jVmT2wXNoTFUdTkdMrzKmZ7r5vvTmluYlQOLgg+LSjKNeP5qlw3cI/jt7/V0sKp0yDjOWoCI8oHr6wyCMulL0iNSLXotGMOeo4ItE7RUFuKExHzPnpp4LrTGNd92ZHPiKlVja7V7Pum+h/drz3ylZes26rrb7lBr+Qpbcw/tQoXby3in/LMpeAI6rj7bf+MuPDfWhw5Na8b9diYmHdVcqarnPidWajC2Qvft2q/New5ooTuusfUbtOK666WxCdUzRmRuQTVjWZjTQn/eqHgn8Dt+as6ozc5Is3OSdeT5pdalmnLfj9F7xSsQCAQCgUAgEAgEAoHzjECYv8QRuKQJZ8bea3LSI1GietGQTFz23n+PHnr7m/Xe//pXfeT979Kh/Q9rrFNqfLSr2ZlpOWililW4jRSlBCmRSdih7Zt14EPv1sLBverNz6vvxbnX6taSUs6wVK/VbXdVKpl49TU/P6X5Gcv8jOYhov0ey35BcFLpdhbx4j5AM67a9XNzU5qdPqRZt+kvLCj/bAc6RVJVSG2TJNoP8DK5T0vPxGF+oXZ/fdeXOdJWqFAqJPqpJPV7dnJuRne/9d/0wPvfpp0PbdH0tAnLoFKvbw0Tu2RbZVGpNGlPZZK7VEoS7lV+q0z0pmZnNWeS2zfBQioTN8oRCLRhkZuoXbbUMuFPHnFl8jhwP+a08qbFCJvclt7otFrqeEy0oa2O86KuKR51dLGw3doFPfs8cP+1TxLIAn7JuLjqhP/4SfuW+22U2ra5Zs0aXX/jTdpw/Q0an1wjFW0VJnOTazfouptu1c2OLt506xMlQJWBVfMydocHloRXTfnZpTU4eT5p3R0d1xpHW9dtvE4rHXktJpZLZVudyZW65uZbdPMdT9ZNtz1J667bJI07wlmWSo7Aqt1SSlLHE9hxWSv71ZfPwkgtWy5daZz6PgHT8z6H14WLi4J3Z+I/EAgEAoFAIBAIBAKBQCAQOC0Ezlzp0l9xevWcYGYmBclks/La2kWHkag0MLGbm59VZcLUm5nRgb27rNlTp1VovF16kc6KXKoON2oV3jbZOnDggLZt26a5uTlVDvMVZpk2bUIo1SZPyeSptrRUmXAO1PKKv9vuqDs6qm63ozGTgPFWmckpILs7EzIJGzYoDNWO+o2MttVdNqKRFSMql7WVxgsVo5Lakk06Gjmn2WrGEcUZ9Yq+Bp2UpW4ntbotj6UWL+wihTfgF8mkqPLYkVK1umWhUftE2jGJMi+RkkOQJnEyMS88DtrKLwguUpmMTkzYt26hltu3bLgolbEbbRu/jgTRd7H9SEq2IdvLeDmP/zKcMrGtzC5r18mYFda0C6K+cqZyprZIyf+FeJkDG9da7kJjLljmMSxzZxP2ecS2WyZOJb9T6XG6+oT/hUkVZLPMAx6qkV+9erVuvPFGrV61Rq0RA24/UtnS5KrV2njtdVp/9UZNrFwlFeWJxaMeWnwM7wnkkw0U6oxPmHCuz30vW7FSsj91b6B2d0Tr1l+ta67fpFVOJ0xA5b6J2taem57xnT50SAd27dHczt2O5E/JZzAkiKzrxD4zUqjfcpHxK82Zu5bRfjLGilcgEAgEAoFAIBAIBAKBQCBw3hAozpvlC2i4qJOSyaYQSEvTd5K6I21H34oc1az7s9r1wBbtenCL1JtTvTBn7cpL9xrO5bxUmxCpKAVJ6bba2VJZlmoXZa6HOKlacJu+uVRfGsypvzClgUktZEuOCspRuGphRgNHLTsmlV7nW1duk83JzlrcrwndoF6w3YGlUpUW1DMxXrD9gSN4/WpaHbdqW48oZGmy4CCWUjHwUAe24f5Nfrk+te4viOtorZr7wt/CyqPtjtop2bUF+zin2uOuqtk8fmXCNlBhn0vbSVVPAzNvW1Yq5cBZaUIyyFJXc46ozmhueko92yjVE4SmLGTQarswp6pnH0ws20lu7wrb8MByvm1fknHpuc9+f17J/ZhPqbLCwGOs7XWdU+VXck3LZDJ5XGDYdtS0bf/Yln3QoX2qDh1031n9jN+Y3063q9QqVfsEgwa1/Sy9v4ypMzJirwpPY9/2PRj55X3M74/cPlyVy8/yjf7LVksCDNtInq8R91+y73lelIxjSmp3upJT76DK+5jxSwZ/3vO2e99u3Xvf3Xr/u9+t9/zP/+hD73yn7n/Pe3XvB95nmPZodm7a+4vUcmS30+qoSLVKxuv5yPYUr0AgEAgEAoFAIBAIBAKBQOD8IFCcH7MXymqhZJKJyGnutfZ6XNCVSnJ0p3T4bWFuSvPTh1SZFPamDmlh/15p+qCK+Tkr91SY2LQK5ZepZ0657HJsbCyTEZ4YyiI91T2VJj7dJJUmRB2T004pjRQpb0vunEW8+9HCvFrVvEqTxLZ1D5uXXVPWM3kSBM3kDbtmgJLJZjIBbbvNqO2OF7VKk8O27XQzce2r1IKjsrVGHQLELxE1xP8kE0vJw1XhHkhlQtKbnfHYTRKnpyVHPDuuGGu3rGhf3Ucy2UroZ/uVGF/yOCv77AZ2t2deesDZOTmgqraBanmcyf0mE0e76EBp3xj21DHeHdenli2aCGmhJ3H5riOocl+l++0Yq8Jjr41d7X6Ryh4P3NMAcuW8izNEMuEqrSufGJDnUHt3avaB+7T3vo9o9333aeeWzdars/ppvB1HxUilUqkoJQgf/Rfl0e3C9d52gXTctLRN6/j97P7d1v0fsW0M6KtOhRKE030mE1A5NVv0vihxQiBvly21yo5aRUsQ1LGxUY2OmEx6X5jzXO95eJse8smVLffeo+1bh5dTJ89pYUlpiFmRkuIVCAQCgUAgEAgEAoFAIBAInE8EivNp/HzbZt1cZKLpYeT0aI/DJbXMsfoqi6RlE2Nau3K5xhy0nN6zS/W+fVK3Iy0smLQMZB4mWxE21R840thXv49U5j1IX8lkMnnBblaW28hRSJkkDhxBmnPUbeGAyezUQUHyinKgAmbqaKWQw8ROtHfUrnfogKb3PKzSfcnkDTuVSdX8wf1asAwO7Vd14IBaM1NqDyqVJov1/LR5117NT+1Tz/0MDh5QbeKciavJQ+lxMg66yDYdBRv1GJeNjmjFxIg6Yx0lh0Dr/pw0c1B9R8bqKS6/dMSzb3JoolmaCMoEMSE2NH9orw7u3qb+lEmn2WXpKFnqWdd+VTOHJEinCXLLpChB0Bzh1MyMpvbu1a6dO7R75zZNO69Z94Ftg1yYeCaT1oEJpY686pxrAokZJ/SZEPs69dAWbb3nbj143z3idyr37dqpfcxhbnXiN6KXA/uEkD+eZi075YoKwue0ZjslFYV3FsmeDutz+aJtZ8/R/9C+NEyLsq0ElhpuN+X0n1KSUqn8m6CSSsvKiQndfPMteurTn6KnPfsZeuKdT9CmmzZp44Z1OrBnp4n5A9q1ZYtPuMx4hODs/dknB+rS9pMNXJT/6DQQCAQCgUAgEAgEAoFA4EpAwCvOS3uY8JHUkE3W0o8YTqWF3rwJY18jjrqtXDam8W5b+0yEtpq46IBJpxfehaNC/j+yvJfJYWUy1IMIHrZXeqlemtBBPzLBMwk6uHO7tnzgPbr3gx/QPR/5iO655x6nd2uzbe81QdJBR1IXZqT+rMmqiW22ZZ/mZrV/zw4TgXs199BDGjz4kA5t3qKH7rpLWz74QW15/we09T3v09Z3v0fi6aIQvLl5Te/YoYfvvkdbrcMlkx9+xzv08P1bNPPwDuuZONpngYGJpkxqzZjNjWtxiWvhur4J7M4HNuuuD75PH3r/e3K65b77tXfrVsnkU3MmkI5MtuxnyoZ62rv9AW2750Paeu9dmtn2kHY7anafx7r5wx/QAyaAcsRXxgbMZBI6vWObHrr/Hj2w5V5t37ZV27Zv1QMP3qetm+/RoW3bBBkVRLLE0b5bDox75bSSTHCH4qznQEyKo9CH9uzWw8Zpr08UuEaTq1Zq9YYNWn3VermhTvaCaFJflp7B9Gh2Vbv3gY30TOoXHI3tG7vKZZSfKkUH249NCiPNx/DE6QInJezToFbWpd+F3sDnFAaO1nvO+D1OTIyPqFi9XN2r12rNdVfr2k3XauOa1WrNz2tq63bN79hj6CuMOE5eqVdWtvfYvI/WlwkCMYxAIBAIBAKBQCAQCATOEwIsU8+T6QtlliFYvBg/2uPRjZUrV5hOVJqentaIo33XXb1Rq1cs18KMo4W7d0ql25qMVQs9czS3M+GirO1IHvf5QVRKLl90xAlVOQroxprZv0d7H96mXTse0u5dD2v/3n054rZ7927t2L5NOx/coj2Qzt60IHNRCLcAABAASURBVJyZPGVCJfPVWU3t26l9bnvAugd2PKx9Dz+sPZa9JrEHbW927x7N79mnQx++W9ryoKpt27Vn60Pas327eewezR04qNl9+03u7s1lc46KqjfnvgaSI7G1CZQs8468zju6ODs942jXbm1/aJtlq/3dowWT2c0mydsffFBTu01aiVgy/iTTm5Th7KS+Bo6iHjLZ2797lx7evkPb7ccu+31o7y4JEm4I6Xt29x5t27xZW+67z3oPaf+BPVl2bH9ID9x/v7abrM5AbLmU2GcKSp8EKE0+kcLYILlT55t03pHg/cbi4MGDSilpzfoNuvrWJ2jVE27XultvlQt1stdw/srjqni2c3mS/0xI2y0ii0PdgakYT3Q1Pcs6x0ubsqxwlm+ND8dL+8yj7dYm39STZrxdRpoc3+zmezs9AY7GVybnA5/c8A4gLeuqs3ZSmzZt0mR3RIODU+odMjmFxEta8H4877k+F2OwufgPBAKBc4hAmAoEAoFAIBAIBC4nBLxSvZyG8+ixzJpsVSaUnU5H6nZVjoyIezO5XHYrkT0TGjNNL90HaplkdMqWZPKBJcgKbR0iFYv//FAcVwymprTzoQf00JYtuc1111yrpz39mXr2c5+vJz/5KVq3Zq1mpw7qQUcFD2zdLDNMqVWYB/aFrTGTBO4p5Z7H2f0HNH1oSvwu5uOe8Hg972M+WnfccYc2blivUfux4L4euvc+bX3gAUe0errt9ifp8Y9/vO548pP15Ntv0+rJCe3cvsUk715VjpyqsIOO0qXkjElytzuqVCft3bVHDz24TS2X337bk3TnnXdq/fr1WrdunYOUPd31/nerntrvxiasqda8o2IyYS0cKR3vFOo7esmlrD1H1q657nrdftsT9aQnmvD1ZmUDOfp6vyO0U3v3av3KlXrqU+4wFrfrdvv4FOdXT67QNhPOzY6KDkweZSKbTCxTPa/CIkdKa2/XtaleJkX2w0Rr//692rNvjwqT02tvukmrbnmcNLnKczmqhUGSPB6d5JWSdU5S31QlpSab0+RtCGjeuEhvLfZF991pd/wu4U9xeLyUpaKQ3bQ4db6wJM+98n2v88r3vo50tDA/67Zl3u/FJeQmmiPtMRWppXgFAoHAhUGg1+vpe77ne8Tn9Cd+4ieOdMqJJIT6pvDXfu3XlFLSd37nd+YnpVM+NzenmZkZslk4iZozh9+abfQW+Jy7nCs8DnGiyXmOhU25N4/8029zewLHRXw5UukMfVLurPbv35/9mfJxie1G8vHCG03bxW2+/uu/XjfffLP+5E/+xBrD/2PbD0sf+Y4NSjgGMw7yCP4i5Jv+eKr8Ypuc+KX++7//+7VixQq97nWvY/OIgBE+Yxtcmgrs0i/jpf5wuX7zN3/Ty4JSv/RLv5SLmn7ZoA362GS7sYdttptyxkA7dCmnHeleHzNJF8visaDf2MLG4jraYHOxjR07dogy6hrBBnlSpBlbY5d9Z3Eb9pOmjnbk8Ze2bCPNOMmHBAKBQCBwKgS8Uj2VylKvJ0ZjSYv9PLrRbndVtjrDyqKUJsa1fNVqdcbGxRfoAUfqzA5dXys52pa8GFc1UNUf5AMriwNXKKXkBbrtzs1r6sAB9UxkuzZ388036eprNmp01SqVy5Zpxaq1Wr/haq1ZNalRr+cP7nlYs/t3SyZRRS0pFUqtUl2Tum5pymWTq69aqw033qBl69eZTC1Td+0qLVu1Up2Rrvbs2SO+5FeuXq21GzdqZN0ajZrQyQSuvXqVRk2i27al/rx6PFyHezETeNhwSnRrjtFXq+xkv665/nqtXrtOoybFGzbdoGuvuU4rba9amHWEdaujqo76mvQR4ZUJTNv5ZNstk0H0Nlx7rdZdc41G1q5Ua8WYZCJtJi2Iccu4rR4f1/q1a7RizSqtmFyulR7bpOX6jVdrg8cw8KJpz66dxm9GtUmm34xNrWT7yRiZHcv8WMNXrR07tqk02dxgjCevWif55MHc1LRm5/tKYxOqVQxVz+LdCJ1Fq6NNzr7nozYeU84D6HuOfbZE8j6ldkcFJ1Y811roq9p3QA984L3qVz2tWLta3WUTUpFMQHuqHT3tFKWKx+RANA4EAoHziQDEIH8Xu5ORkZFMehpiMO7vWohWQ2jYtpo6/g5A0Ct90jKlRLFGR0dzXd7wG8c/SAP2ly9frobMUL5wmLBCMNnGjpuo6+MNfkxMTPi4MrxNBBsNCUpp2FfhY0er1dK2bdtEHbJ582ZMZKF94zcpV7AwVogPeXwfGxvLPnH8o1Hl7/7GL3ymjDbUL/OxF5sQZ8bB7yxTj2/4n9LQL8oQ2jMW/EQgmdinnH7xnXp0Tya0wf5ifezRhnLsghfbEP+Ukg+rhQ97tehLfq3y2sFJPtaDE3nGwrgYL7YbmyklUce4d+7cKQT8Ghvk8T+lpFe96lVHCDI2wIV25JlPsMEumDU+okO/pNShQ55xUp7SURzZn/D1wkv0GAgEApciApf8ehNyUkOwQP/odyFblkJFKpUs/bwqL6WxCS1bY8K1YqV6/vLcsf1BLRzcJ9U9S6Vq4JQokVuXSkopuRxa4zQZrtmZfGnqwswhjZsQTjhCWCyflMqOW7Tlo7pWmMxNrljmdgNNH9ibf5qCaKEVhv9lsjcDJRO0XpJG1q7VyIZ16o+MaL6UbFhavkxFd0R9DtzjY1p27UYt27hBctn8SNuNLOOjHs6ouUatQW9OPUeynJGdlgee07LTVVWXao+Ma826q7Vi7QYlfK2SbYxqmaOzq01weZjQ3j07tXevybEP7EXZEq8RLxpaJidtE8tJE9w1G6/V6Ko19sP9Gw61nc4veJz7HWGd14T7GxsdUS43iZQjpGbuGhntapUXNRD1PVwybMKe7ILQsUA46e+IMKeunzPelUl0y/17tSONjqkcNdF0OvB8VEcanH2mcNOzETe7qP8D975gMt5rlUMYZ2ZV79qr2fs2a/dH7naE/T7tdYR4Yt1qrb3hWmnFuNS2rtuluYFafckQK16BQCCwNBGAtJTl8DML+cBLSAWEjPwKR+9GfNwgD/mEFEAq2KYtaavVIhHbkJ5du3blbQhPQxogHfQzOTmpzmHCihLb9JFSyu33+AToYMA3j7Ie29hY7ZOJ6LNNik/4ePXVV+uXf/mX9cY3vlGveMUrqDoi6OAz9iC8XZNZSDP5lFImm/iEn6SFj4UpJZGXX7TDBqSIvlzkQ0T3SD3kjbGDCTaoJ48uWNKeFHuQNOyjA34QRUgW2ycT2oAXOtjFl5R8NPMxNKXhGKjDFrrkmT8ikvjSRGIpB0PGTx7Bd2xjlzbMG3NIHVhxdRKCHvYR9MEPXL/2a79WP/ZjPyZ8og3jBBPykHrmDbsppYwZ/aCDn6TsK/RHnj7QJ08bMFK8AgEQCAkEThOB4jT1lqQaZLOCmJiwmL09wsdmIb1gsjIwgRyYmeTjZNGVlk9qxGcVR5ct08yhQ5rivkJ+09GRoPxTIyad8JsJn8XlSxhJPtjJaEHqpg7ulxwBnVwOqazlI6MPxgPNzPXU8yJeI2PiwNHGCUcIF7jUta69uKfAbtqZ2uRwYDI2Mjquojuaf5RkXzWvvT6zPOeDldodtUZH1RlbprI7Jo2bZHU7WlBL07a14PGoKNXptuSglV3oWdy5Dx7CV7oa1CrKtspW23pjKkzU5O2eyWavV0kLA1YNGjEOYyax9WB+SFptX7xMJLmMuD8/54hYZRujKjuj6qnQoO++TJglR4PnZtSfnXfUNmnZ6IhkIi7HHlUaMAipCbYcXVu7ZrXarZampw5qatoyN00vWWrbrFPhmUxuifMUV2rZRLUwr7mpQ5IxkzVa7SJjWaFyiUsz0rNJa4+95/nuG7s57ze7djysj3zgQ/rwe9+vrZu3aP++fVp/9QZdf/Mmja1fKxk3+URCx/tnoVKDub4Mtq3EfyAQCCxFBBqiBCGEOHRNykZHR5VSyrc9QIwox3eIIcQAYbtj4ghJIY9gi+PSWp/gZPu+++7Tli1byKqJCBJhhAhRCKmAXEBSIDC0v+aaa1SWZX5eATqQJEhbY4dtytFPafit1vQJqaMOIkOK4DP19PMwzzBYdHkp/aADkSJF8KHg+OYNyBBjJ7rZ6DJeMHF1jgRCSNFDKKMupSQwpA0YUd7gSx6MG1/ZPpmAEeSNNQJ+YReb27dvz83wDf/Blf4oxDY4MU8N7vg98AIlpeTzs3OoHRFwYRzMG77RJ3OHPkr0TRn5lIaYg/F1111HkYgsQ3DB4KqrrsplEF3mDbvMAYVgSZpSEmPAd8gr5ZxIYD9gLLTBD/pAPyQQCASWDgJL2ZNiKTt3at8qEd1EjhBOf98Wqr0E99DqIhPByiStKlpagKHKCl5wj61ep9WO1lUml/t379SBXTtlFqXChMjsSgN/+XNA4MucL9nsi1f4lYlmb2FOcKj8RV24n9RSVY5ooWhr4GiivKgvxsc1NjaqjtlgBTnDAP33bcSErjBZg5BOTCxX5Xaz3u47VaerXlFKqa1We0S19WdmfADq1ZozSezb/8IEtHCd8NUErDBdlYltSraNPwh99Qaad5uiNWKz4xL21VJ7ZJnaE5MSBNRkXCaIy8ZHxaW5vZ4jvB6jlY2H1JuaUm3CWVgvpdJks9S8kqpWW2bVkonOgvFgPF2Pu23SKBNVr4Y0byI6WJjVDPdsHpqSHCkdcTRu1GNstdtqd7vK/aj0jLU8kmGayzx3qislY1dWfbUHC9K8CersIfWnD2nA03/dygYe039yr49FHlPnuXEFms6dTSp7X1iSmO5k/FutjtqtrneNlpoFUOkFqjesXA3F89hi3ymS+43/QCAQWKoIpDT8jHIcyscbO/r6179e3Bf5aZ/2aeJ+/8/7vM/Tb/zGb+iBBx5wLR/xSjyf4K//+q/1nOc8R7/9278tCA/HMVLIyb333qvP+qzP0vOf/3w99NBDuR0EAvLHd8Pb3vY2/fiP/7ie/vSn6xM/8RNFX9/+7d+u973vfVkXX/CJ4ySRtJe+9KV6y1veon/+53/Ws5/9bH3RF32RGoLy0z/90/r4j/94vfrVr85t6YMMJI8+f/EXf1Gf/dmfrRe/+MX60i/9Un3zN39zjoiig3BMwmfyjdA3pAgCStm//Mu/6Bu+4Rv01V/91fqyL/sy/eAP/qAgZYylLEsh6IEBKfLud79b3/qt36qXvOQlesELXqBnPvOZ+oqv+Ar9z//8D9X+yixyerK3ro9h3GqSUhJY4CvtP/VTPzVjBrH7uZ/7OX3jN36jPuMzPkPPeMYz9CM/8iNHTL7hDW8Q95l++qd/uj75kz9Z3/d936cPfOADuR6ix3zxrAUK3vnOd+q7v/u7M1boP+tZz9IP/MAP6O67784Emu97+mZeP/MzPzMTTe7n/Mqv/Mq8n3zbt32bmHcwBycILP7+wi/8Qp4f/GgIOf19+MMfzn4zN/gGTj/6oz+a7VIPISUNCQQ2K+HSAAAQAElEQVQCgUDgdBA49Tfq6Vi5yDqVidZR0mnS1fhD1sQleSGeIGilo29lSzKZ60yu1qr1V2usO6JZR894OuzAKSTHRxpxgDs0My0ObLUPJmpeJovuzov6lkY6XckLfJUt1WVhs0UmYzLdldu0zUprk6b52RnJUcvabW3Q1aVarhvzGWjzRPVm+3Ig1lRwRF2NK6ltclWpmjVB6CdHD/tyB2o5OltYq5NGJZM0mUzK9muZJEI7uEm0dFVRqkqFao99wUS1Lm0PgjgQbjgmaR1joMJYyCC1Wx5PqdrEru9o7AC7VSHZvzGPb1lnVOMjoyqLtvp1EtHVyn2oVdqNktFq4NDu3Mys9uzYoYfu+rCjbO/Wu97zbr3zXe/Su9/zv/rQu96p++76SH5AUkpJNC9TS3VKlpYGqdTAlqrDosOvtZPLxH2kcwf2SlMHpKJSe7SjiU6p0hHpQlfui7GPlKX3hKR2q6uVa9fo2sfdpOssy1etVOX9bdvWh7Rv6w5petaT73/PrXcZ1d4lUruUdzbFKxAIBJYmAhACPGvu0YO0vfzlL9d//Md/+Fzfgl74whfme/8gHhBC7pnsmgQRQSMPwah87IHkFUUhSAL1XOpKHdEzCBN9cEUP6a/8yq9kovqTP/mT+uiP/uhMxiAnr3nNa/JlsRAibKWUVPr7h74+8pGPCOJI27vuukspJRFVQ48IG/X5+Cdlv50IMvZSE1XaESV8ylOekiOtf/zHf6yv+7qv0x/8wR+gJiJqkMsGC8ZDHtstnzj7sz/7s0xwsXP//fdnoslDlz73cz9X733ve4UONjA2OTlJoje/+c2Z6P3N3/yNIHSQwY0bN+rv//7vBY7YzIqneFvwCVeIJgIWEGCw4ifSiHJ+zud8jiD+YE45mP/u7/6ufv/3f1+cOPje7/3ePH+33HKL0OcS2F/91V/NvY6MjIgxsgGRhDD+5V/+pfATUvnc5z43E2sI/1/91V+hlkkzfULeGRcRSsb25V/+5Zmo3nTTTXkfgMyCOWMFb+YU/8EWQ//2b/+mL/iCL9Cf//mfCxsf+7Ef6+VAR+DKCY4/+qM/Qi0kEAgEAoHTRqA4bc2lqpik2iREqkxcTFdqyUUavgp/YbfkCtVeltc+OKlom9iUqiBhY+O6euP6/NucU/v3a+/OnRwNJZPBwshwmU9KyTa8oeGLgyYHgZbLc0mRtOAo3Lz75aGpA5VymFPyQR5dDaojB9iUXFfbFm1djtuDqXmVvUJdM4C2yZY11BlYxxyS++xWtMY05jqZbLadlrZfWK8yf9BcpeR+k4lF7fFXJoxmjXarVipaSu2O8mWqjrpWbleZZPZdO2vbvUFt12rJelKyncpcrpb6tmnf5KxMOlOrrVHbaRel6tzGQ0uFqwvr2lpZ5DO7A0dGa0dGK0eGIZ/DA3FPZSs50jsmDvqlFycrVqzIZ2PB9tDCtCqTzsq+DUykK8YlCZ+dyEPStRs2aHmnrbn9e7X/oQelnTukuSnJUVUt5FhrVn1sb5Wbn4242bn4zwzQ/Z9hytx3a6m01EkqxsfUWb9Oy6+7WpMbr9Lk2tWa2ndAex7cpsFuk/VBqcInHXqONM8XkmPX/iyciwGEjUAgEDgfCPCdyclPbBPt4impXH4JYXnTm96kX//1X88Ph3nc4x6XI3NEJtHl0k4IDvmUUo5wcqksD5mhDAIEoaEM+xANhAjXW9/6Vl1//fUi+gaJI6r1h3/4h5mAvOMd79A//uM/YiIL7SEkXEILaYEAExmDZHFJJ7bpB1LL/YY0og9SyN4//MM/ZCL0X//1X4JoQcZ+6qd+Kh9TvumbvkmQV3RTSj6k+jvSG0VRHMkTyYWkEcn7rd/6rawPOfvbv/1bQYwg5vjA8QZf3Tz//6WJG3pEOBnjD/3QD2WySZRv8+bNYrxZ8RRvHZ+UbY5tHPPoA9LJXEGoweaVr3ylIOI8pRdcmIMmkkvEkntcIdf4fOutt2aC+u53v1spJWELF/CHsX7Lt3xLjmYTJcXv1772tdq/f38ug+CjS3T5q77qq3KEeWpqSpBNxkc0m3rIOr4yL29/+9sFYX3Pe94jnpzMSQewAlN8+MEf/MFM/Dn5APlE94Mf/KCCcIJkSCAQCJwJAl52non60tNl0Y1UKfMTkdZ2kzIn+Uu7Vw18ADM5osCEr1bSnFfoRABXXHuLxlau0azJy76dD6nab9LpsOOoI5/JBKjwar6QD3SQAZNIokYq3JncX8+r96KlhapW32TMxwcfIFwHseXpuI6qVq7vm1CpbEmtQnK1rK/5SvVcz0QvqdUZ0ejIuAq1hG9tyLD7H3MEtWVyl8dSS7WjiBwoKkepSvllMlhmgxiVWDDYdckENNHIEche2dKcLcvUohhJ6hSSg4NK7qMsO1JhXIgUmuSWGrWbY3KlRVJvTvV0T/OOwPZmFtSfm3NhX51kG60R5zuqHQWem5uRObNGV67S2psep+ue8nTd8dzn63kf8/F68h1P053P+Sjd8uyP1vXP/Cjd8Kzn6oYn3q61a67Sss4yI1uo8hhtTDY7lNpblBk7LVut7uRa1d0xPbxnnz7oA+O9b3uL9t//YZUz+604sHh+hDjb/GOjkaZsUUqVcptj2mWsDNIj0kUNPUM6Ik3fw3psnkyGWvSHGHcuhaaQsR5XqMQX0uPLnMPNC94fOIHQ836etcbGtPza63T9Ex6fyT4Rdn6HVezDGeSURz7taHbWX/QW2UAgEFg6CIw4ysX3Oh6llASZK8tST3rSk/L3PeTl9ttvz5EoCNcnfdInoSqiVxAHyBAFEEzyDemDGC04OodtyCkkDmLG/YVE3YikftzHfZwo58Qp5Y1tfGhIIzYhNRArLmUlMsl9gtglikZ7TjJim6jfwCckidZyOS0/+UKklctY8ZHoH/Vf+IVfqK/5mq8RROrf//3fc6SUemyQLhbIz7ve9a4c2WvsUP+0pz0tEykIIf1ht/EZIgUxJwIIGUOHSC/tIGpPfepTRT16lJ1M8AksGx36ACu2yUPMiEZCQCkjinvttdfmKOXrXvc6EeEFJ+xA0LlMlrlrLo8GXwjwP/3TP2mDT76CMXbAj7RpDw7sC1wuSzlzwLyklNSceKAN+wQklnkhz+XOX/IlXyL2C3yEuHPp7r/+67/mS41f9rKXCXyYC3yBID/vec/Tf//3f4uTBfQVEggEAoHA6SBw8tXs6Vi4iDqFV/dtr9vbVami7Koy0asyGUwmcnYM0tVOqstKVb2g5EikS03rkopUaLbVkZat17rHP1XjK5br0O4HtfDg3dL2B7QwM6/SpG92ap9UzSlf8+ooXjHacXlHA5PNPg/dmR+oPTqmopVM6aR2YTJRLUgmaa3WMtWtCY2v2aBpt52rpZlZR+dMOAsTzsIsbXRswo1KTTtiN+t29lTz/LZlb9rlshmTOS6ZbQ1Ud+RcT71qXuaLksfb79Uqi64K/5WppWTyKo9Nsg+tWoOJFZopai3M7Zamt3kc+5QWDpiAQ5YkVYek/Q+rnSa0MD+q7sQq9TotDYqeVEppZIUjm6MaLPRV1LPqFlPq2Iui35Gsn1Kp0bGO+sZqj/wyedfKdernMGpSq7Nc/flSqk1QR1dL3VXS+Gp1R1d4HgpLaSnUNgXqHJYiVaqLttQek1ZfqzW3P1urHv8MDcbXasG4T+3apm3veYvu+e9/1vb7P2Tce6aAleT2SG9+wVx5ToP5virP0cCErOo7BmwVFkIDE69e3VMfgmZy7p1DqlOW2mml5KIiy6xtUVZzsqFnTGnTn9dg5lCWamCccs+15h3h9e6gWfd3yP0y3/Ouo4y6Bdr1F1T3Z33yYMaYzrqW/8JvJxD7k+eTOT1GqJqxP712obLTVfJOMZi3PzO2a180NqaZ+Rm1xz1/3n88KVK3VHKYs/YJklXLjK97jv8li0A4dhkgQESJ7x0W+n0fgyBwEDTKGN7AJCylJOobXcgCdWVZijbkW/6+hwSiD1mDNEAUqINUcb8lttnGPrbYxhZtyVOH0BbCMTExoW63S5G/LobfBzwYiEtpISDopZTyLSaQosVEJjfyGz5CkoiKNr7iY0NksUE5l/Wi6yb5fk90uD/05ptvzva53JP62dnZfE8h9URyGRttqCNFIOKM5/3vf7+wT8SQ8UCiqSc/5u8/7l8k8selxGBCHe0gv5A/sKGMcUEQyd92222ZsNMOvylrcMI+5Sn5eOEKfAJbfGX+6AMsyDM3bFtNjL1JwZf7ZiGC+AJO2KGeSDW29u/fz2aOTBPRRp/7P5lTKogYkyKMHaIJ8WaclCH4kFI6cqzHF3DjAUDNvoeP6CL4CAkn2owe96FSzngnJyfJ5gcacaky/hE9zoXxFggEAoHAaSDAKvc01JauirmkCq+8a5MELmmtD7s6PBzIPKISUc+UkjVc6wX5YH5es/NzWjAJ6XXGpeVrNblmFWtxTe3aLp9SVbvVVbszprFxE6U0sCGLCWrZ7aguW5n45If5EMmspGIwr07VV1fecDpz4IC2PfSwphwZLDsjKk3IzM00MtaV2m112yMaG5uwHyZLJkDJ0UgOnIWJYyoLyQRn1sSzbiX3lySXFV5wtDsmlc73Tbx8NMrlHLSK2gNnoCZFlclrz8S273TBxXKbNkD1Dkhz+1XNT6sy8ancr+hj9pDmZivVGlGrO6Gi03bsbaDKxK9SaULXMXalLdVe/EyZUB3U7LQt95KUCi9Y2hrYz10HD2nbXtNO+95yRFL2tzJhaxk3jS+XjHXPfs/PLqg2IRMLLQ1fpeip8uiNn4vI9dXSoDReJsGTG29wxO42Pf6Jt+mm66/XunHPT3/apHImP/Y9uY1BcxCvUrss1So7KtvGKpXePwqllPJJiJScIh5XSim30uGk9lbNhvcnoERGPG+ynodkuKc1N+0TAQ4jl8aoHOmqKAu36nu6+iqc5bbIgoxLZbsuUvLkFIzPG6VxYjvZhpk4WsZdj5JcYTTsirNu6Pdj/ysXzPd7wk9nGZHH3JZGRsXjkhd27HD0vVLRbWtkYpnLuzIYKm2uUybre1PxCgQCgdND4My1IE+Fvw8QiAQWWv5eZJtFP4SmSamjHIGETJgM0r4sS6rU6XTyQ3WaBwFBAnjIDPfgQSLQHx8f93d031+tAx9fxoQdSBL9NGQFY/TBvZcQLoTIFpeAUgdZ+7u/+ztxGSXEk8tkP+VTPiU/zIcoJAQEu+ieSvCdfhk7BBB9xgt5xSeIHjrdrr+bqLRg+8Ybb1RKKT/QiOObi/P4SRFspJT0v//7v/7urXKEDpIERtSnlEhE25SSD0WtvM3YePAR90tCViF/KaVsGxIH+f35n//5/F1PpI+5oiHRQeZixYoVaghwQ1CpP1/CfELuILHcP7lx48aMC36llPIcc9krc8hYGR/kE3/aXmc0eLANZqTMO2OlnjaULRbml7E142R+mnowpi1lzf7S1EUaCAQCgcDJEChOutavqAAAEABJREFUVnkp1DWLbXz1ul7DwwxbQ0leVqdUqjDp6bIQhyj4AM4X8YjZQZEKyVHRVevWaXTZpLbv3Ku9D+8U92TO17WJgOsHlWpHJdUq1R6bMHdaoWTCODM9JzmS1DJxmrCuY5UmNQNpbkZaWFBpQlcqacXyZWoXySSub3umCXVfs46M9W26n2qpLFQU3pBcX4svc5WFBmYbdNuH7SCub3k8nVZbZaeUj6JCN6WklJK6Hg8+Fq3CnLal1uiI/alcVFiS5H+5XdeRrdFuW2Zrks+4T8/OaW6hZ5tdjYyNqihbqqxcSc63VZelCi8IOqOjttt1n2112iPy0c4OV0o+k8zipywLzR46KJnsmlEaA+PQszi6rMGcZnZv09YHtmi3iVCPnzg5PGZ3c8r/1sS4xq/aoJFrrtXEqlUqWi1D3NdYZ1QElWvjM/BYkuFUUShZPASlJKXCIh1OkwoltSykOs5r8T7VM6FDpXR/HPxHxscF7uBW+Uy8fKJBVU/JJxmIbpdGrlPWtl85aquhmLi3vXOWnl2HNY0L+828SgxbPydn8ZZsjyilPVJdz2l22icUDvvb85w++NAOWy/VGVum7rLlUtmWGFxdePQyDopXIBAInGcESn9/0gVkAKLQbrdzBA0CQFnh7yqExX9KCdX8syMQRchaQ9So+JzP+Zz89FgudSRCxxNGuSSSSCH3c0Li6IOU9pAkbFDWMWHFBgKBgUThG1ExIlt8h0NuuK/xi7/4i8X9lPTxohe9KD/Eh3sRicpxGSw2sE96KkEvpaSGVEJmGDvt6JsUP0nxmxRSA7mBGEKmKAM3UnCCwMob6GCj2XZR/qevph8ILBhQgT7tyfOEX+5J/Yd/+IdMXInYcY8s96hyOS1PvUUPASdS/KY9KaSZsvMpjIF7N/H7O77jO8TDgXjgEWTvQx/6kHi4D5HN17/+9WKe0AMPfKQt2JPiY4MjefACk5SG+xtlCOWcvCAP4aQ9JJvtZo7og31ympOvVIQEAoFAIHAaCBSnoXPpqnhh7SCm5kxE5hf66pk4yiSOBHLCwAa8mZGMrpjUVddeo2JkTAfnehoUbQ1SqQWW5SZgMsmT9YgeLVu5WuXomPY5ijm3Zau8ejB5SNa0telDmt+5W3NTh8RBngPnStuuVYl7HfuyjsnHfEvqeSFSEIUzmUmmAJWJqxmBZEsyQS5dV5VJdcvTlJyqduuBONjhihxhG5hgzTtqy0FlHhJXLUj9OWlh3jKnuhpobnpGDz+8XXse2Kzezocl9AYLDm7O6tD+Azpo4jwwGRlbvkKj48uUPO7afZVeGC2Y8XI56Iwjk4bQpcn96/DlqHbVeOIrByUI2cz0lPbv3qWKJ8qabBajJjmDvmZ27tDmez6irVvu08H9ezVwJHY4Vts45r8wVk2Rh+esx2/YfNpenkS37bl/ilv5bDMHv2RASiXJizeBVXK9/2s3xUUg9ebw30aT/OdxyhXUu0h1KlSloUrzzkKwKSo8T5Wj49vvf0Dv8Zl1FisPP7RVC3NTKmG9jhrLM1RYRlpJyScVUt1zDyblqrRwaL+23nu3PvC/79JH3v8+PbjlfomOm86Ok6aUjlPqIp/gkOd2xKcxWvJcz8+o5T6UbNA+7t13QDv3HPDJkVUan5iUOiPuq/D+4Ho353+ADTIhgUAgcF4QgOw0hskTXYJUQaQggBOOYnKcyN8z/qyTos9DeCA5RAAhD0StmgU+Ucef+Zmf0b/+67/mnw/hslHu4SPayUNpaA/hWvBJT9Lly32yicJFwnc1/UIwIJ5UsY3N1772teLhNdx/+LM/+7P5p0O4D5H7CyHI3MNJG/yj3akE/yGLjLvRBQvyjQ36ZrsZP6QHgsN3Oz5S10hKSdhstrENls12k+IrpAqb+NuU0/eaNWvyGIloQta5jJbx8fMfpE9+8pMf0QfHN9rjC4JNju2UnU9h/MwhY6FPotucBGBOuacTX/GdKDT7VuNLSsPjBr42WEEUqa84OZvXGlJKQ72GPDMf4CO/6I/2zuZ/sCSDPeYLYbuRSAOBQCAQOBkCXo6frHrp1x1dPh/1la/QWn73l2nZHTEfGpPfVKdSsvClmlLyUl2WWhULb0fsJq6/Was3Xid1x9QvOpqtoQ6l1B1VMtmwAalImli5RqPLV2p2fqD777pbu+/frMHDO9TftVN7HtysbQ/cLw6YfImvWrtGydG5vqOa7lqtjgmYI5F9Rx9nS6lnklCbOMgHgZYJTzJ1dWBUMtHr1dK82TFcSya8yWPqm7yxkOgtVHa+r7aJRNHpKqV09ABZSJl4ONrFWBHacC/I/fffq+2WPTse0oF9e3XvfVu059CsWqMTmnSUd2TFCtVK7r62Z0Um1jIJr1pd1WVHUkelfantK4THA7KvLh0ZF4snFglbjcHuh7dpMOVo5/7dOrD9AW3buln79+1R4cHx+6RcGlz1erb3yP/0yE17crjAuNsxyax3ZmGgyicExpctkxmVFQ63MgbeyP+VlTORpAo8cukxb7WshRRiPNUx1WyWRZlx7R/2lYMulxzt3rVXszMz2mbC2Zs3wXc/AxP9wfy0mw1UFLWSI5/zPgEhk3uZhFZeAO7zfrLNUd79e/YI8mzlM//3/spBv/B+szC9X5o9KAhul8u152a1a+s27dq9Tyrbuub6m7Rs1Tqp6EpVUmVEU9Hyu1R73zrzzqNFIBAInAkCfPeiXxRFfvAL3yH8diJlfF+ScqygnDzk6L777sv3NXLJJ+V8t0ISyaODcIz5qI/6qPxTFfx2Jd9LROmoQyAYEAaEbfQhruQhaZAZopWNf5RzGSnkht955KmmpU+KUo7QFpJBlBOytbiO+uMJfaPH2BkjOoylIXD8XApl+IP/jQ7HqpSS+G3M45FJ7NEOkkUbHpjDNqR2y5YtZIWPkPRutyv8zoV+wx5t+O3OysddF/mc8UHRJ3kErGhHPd+1zTyRX2wL3fMpjOfaa6/NXfAkWTIQQuYCDIl0crKZMuoaoR31+JpSysWNDmNhjpkXxkNlSkMd8jfccINoy1N8UxqWc8n1Mo63VuDJwfTPPbfejP+liUB4FQgsOQROtBRfco6ezCGvo3M1X41e5+f88K3Q3Hzf0UoP0ySpZwLpZbbkg2jX2y0rFV56D1KRiSfRy9HJNVow2TzodnsPzWnerKXvhTmkb6HqSyY6nZUrtXbj9Vpncsq9lDu3bdf73vseveud79C9d3/EEcMpdceXa83GazWxeq3U6WhgokXEsK9CtYnCVC3tmV1Qz/33TQz54u9gW22R56cruEVyan5Bsz336zYyGe2UHXXKlvIB1weDKROwQeHtzqjJRKEcBTTRkA+yRECnZmdVOr9m/UatXrtOHF8feugh3X3Xh8XBfvfeg+pVpcZWrdbIGvvadf/2kchpf5A01a8cie2otv1eKnIfLZPOzkhLapdScmoZX7VW1914s1auWiUOgFw6e9eHPqj3vuud+vAH369dO3ao22mJBQ5nZltj48pE330pv4r8fvStylnDJETGSYX7K0sNPOFErivH9PJ4UfAZWy6rRc1MT3WqZDV5CFk8jcqvlN+PvNWpED0hRwqPyfSNwbCoUNcnI9rtrnehtorCbQEUCwknpKrZpsySt3OZVHi+ylSoLIo8h80CYGj79N/ZPxB5n+p2W2K65cj2/J5duu/ue3T33fdqZq6vqzawj25SZ9kqyfuNPE9lVh72hf/DXLwHAoHA+UIgf1YPG4dAQpIgD295y1vyPZZUQW7a7TZZ8fMiED++O3gabafTUUpJELLf/M3fFD/pgSJROggHeR4oA8Hku5d2lEFQIVaQBbbptyENfPdDsHg6K31TD/Hktzv5XmpIDuUIJAVdiAyEkTHRnrqTSVmWQmjX+IU+pJX7NBkLD/ChjEs46Zv8f/7nf+bvUogvxJiyxYJNfHjBC14gUi41hSS2Wi3x8CJ09+/fLy43pTylRFGWTZs2CSz4zU3uSaWQiCE+kf+DP/iD/FMztOM7krE3RJ++0EEgbaTnUwY+rjEeLnkm+kwkm/6aOWMfgDjzkzJEniHY1KeUfGgciAg5NihrJKUkfGcs4EU5+xgpwryw7/z+7/++mnr6SSkJHPj5FnAh0o5+SCAQCJwKgagHgYK3S1VY4lf5OOJhHF7wswnpTLXLVGiuP1DLJKFrAljxhTkz6y/bWX9xzucHqtQefG3iksmoF+TdZSu1fM3Vmlx/jSavWu9I5qQJC3ZMXN1eqZTaHXXWXqXrb368NnI2cPUaFV0TkHahkeXLtWrDRl19k6Olt94mLV/lHlqaG1Sin1lT21mzm87KtRpdu0Hjq1aq7LTlo6a9KOxxoYGSCkctJ0zeVm28WqMrVkiu4YCNRsf9ly0XlW3NVoXaEytNGNeqanXEA3kGs464+UAlY9DJ9++tzFGuNRuu1aq16zU6NiFeEKmN192kqx0Fm7xqg/I9me6HumRyK5Ojafstk8O2cenXLU0bPx5mtOAo48BEbGDiPihH3HZCYxuu0TWbbtTV112v5ZMrBcmG6LXb7Xzp6zXXXq/1G69RZ9kyD6eUWl09+sWMDEuTE+5fJapb9fsS2NPGfS4MCs2abHtVIjmSWEPIE22r3G/PEeXDW9A+DSRBPikzvN7yvzvwVHhetEhq57OWFaSeTwYUJogscJgjIp2dTsfEs2u9Qld7PN3RcesmFa1SLY9VDNqMPaVkrB1dd0TSO5xSUWjZ8kktX7FShccx45MJOtMXttyGxYJDlB7UvOQo8u7N9+q+j9wlzvS3HPVezz547SZ5hzTOnp+6pbow5sYwuX1haRfpCBTejP9AIBA4Dwh0fcIPs3xmuQTy8z//8/NJOX6SAuIH0at8Ugqyx29rclksC3suleXySdpCHHnIDb/ZyG8w8rMUlEMESN/73vcKMnnnnXeK7ytIBpeLcoIPkgLB7fs7FKKBfe79ox16k5OTZHNEFbIByYAE4i8VEF0ip//+7/8uIlt8x1DeEDTypxLGWJb+/jmsCIniJ0mw99u//dtqfgaE6te85jWCWENAP+ETPoEi0Z4M/pKmlEgEntyLCUGnHWOEdDNmLgkGUxQZNynC5bIQ2YmJCdFmcd+Mkd+gfOMb3ygwQH9sbEz4m1IS900yZ8wPBJ/68ynsO9ddd50+4zM+I/+u5u/8zu8I4t/0DTHnZ2wYK/OCPv6ANZdFs1+BxdatW73u8brAlYwHPY7LKQ1xdHGef1Iwffazn51PSPNbqRB3cIfM/vzP/3wu5yFSRJ/RDwkEAoFA4HQQYN15OnrnXefsOsD9pKP04Fgrha678Rbdetsdetxtt2v5NderPbFM7VZXbUfn2kWhuV4vt69kW16Mj6y+SutveYJufdozdeczP0rrr7lWLUf3CpO5VLS14KjSzMyCGUpSWr5CqzbdpI1PeILueMYz9PTnPU93POvp2njLTWpxGaOJrroTXAWq+R7UprSDhV1JnNYAABAASURBVDqd5br+cXfkPibXrVPhA1pKdSZGyRrJZK8cH9f4VVfphic/RRs2bZKZjLlVpcpExp2LV9Vb0FW3PFGPe/Iz9bg7nqbVJo7d5ZMqu6MmGiZBo8v01Oe/UJsef4e6Jppp9Qatu/FW3faUp+nZz3menv/RH6MnPPmpHu8T1Sa6CQYVfkhlUahod0ycH6dbnvRk3Xzbk7TGhHFibIU6h/ErWoXUGlHPVLkelFJVaMTE9JrHPV43P/1Zuv3pz9CTn/Vc3en01jvu1FU33qTR5SuNd2lpCTxr+szCiIaSXFvkbKVWUahOSUQ0VbiP7ojKzphq+9aHLpUus6QyKeVG9r/2nBKNNqLKgrGatyxNzkPN2yd7K220xL4bzc/OK7Va2nTTLXrORz1fH/0xL9CGa69Ti4dR2ZeiNer6EfeYPOcDqWiLeeub6dYm/+0Vq3TtE27TU57xbN1+59N03eOe4K4Ly9n+V9ruiPp9jlZDNvfu3iMWj0984pPyfj9irO2EzL2VffA8eV0rTjQM8n50tv1Gu0AgEDgTBCBMkB4W+V/7tV+bCQwPp4Escf/dS17yEiE8rOdVr3pVvvSWhwCllHJks9vtiogSRICnrH7913+9vvALv1CQ1s/+7M/W93//9+ef3mgIGn1xbx+/KclDZr7xG79REFhI3ite8QpBbOm7KIbfPzxECMLKT2y0Wi393M/9nCAX+AIB+9M//dNM+q7yMenaa689Qk5OBwNID+SV71H0IYUQJn5TkjH94i/+ovipDZ6K+13f9V162cteJu6Pp+9bb72VJj5f18sptpC84bfJyUl93ud9XvaHh/xwDyYYcj8rRPaZz3ymNm3alJ9i2/OxHkkp5d+/pO8f+IEfyL/XSQqZB08uZ2ZOIF7g6G7EZaaM4Q//8A/1Uz/1U/neWcgydedTmv75GRyi2Ny7y7z/6I/+qPAXvzmZ8PEf//F5/2DuiMzi04tf/GJBuF/3utcJQsrPnVCOMAecxCBlG2EfJd2wYYNoy5i5dxcsmSN+Y5X5Wb58ub76q79aTTSaNiGBQCAQCJwKgeHR5lRaS7neBw/OviUv+Ov+QK1kZ2tL4QwH01ZbXSJK48uG3MOL/1QW1laWEUekUB/12U7J5GXUEanRCUEUuXcxtUdEfWFSlNyiSC2Njo9Lra7UcTq+QppYLo2NqOq2VY2Mqpg4XNZ1n0VXyQRp+fgqJdso1XWMM2l85VWS67srV0kmsRyMCyX3VYm8ypaELyMjmvQZTlW1Wq2OOi4vbMeqgqjK/olLJkfcl1pSJjkjTjtS2ZW6Hs+E+xid9LbL8blrv02iyxGnjnypTsp2PAYZz0KypdK9FFKnrWL1KhXL3d5jl0vbTgtX1aVMwKXKtvomntzjmUxI5byozP2MqTAJ1aj9a/xpjxqDtnq2U0mq/Scid424rPmfmZtTWZRqdzye5A5Lp8ahb/uVy3du3qzB9JTslg0NNFiYU7soNNbuaNCfVcvjqU0+Kx7oY5yTDSNOxC5SmYEZWsNb2YvaNg6Lt7yhwrZYaKDf9VyUzHvy4FstqdUWGNfqWBspnZaGsK02Yy86qqrSKqNKbc+DfZZ1S0ekE5gkt1eB6ZMK+/fA0Yms5PFwBp/7aP7jTW/S3ffcpanpQ+KSq9tvv1233voETbBPMQfGV8YotVt2tVSRJA9HrVahVpmUFK9AIBB4LAjw/UF7vidI2WbRTx7hs0va8fcXQv4JPkHJpaR//ud/nkljWZb5KakQGAgTl3RyuSc2U0qCVDXfQSz8iVA+8YlPFJdS8kRZyNnLX/5y/cmf/IluueUWulC3280pBImf0+ASSfSIbnGZKU+3RWHjxo0iAgaJYPs6H2uw/y3f8i36jd/4Db3yla/U/fffn0kWpAdSQsSzISpNCgnFf8bO91O73c4kEFJD2Zo1a45E2NimL6KvRBghhpCcX/mVXxGXa37TN31TxuOlL30palnwnwx2wYV8SsNvMMg3ePG0XiJ+RG/Bh5924ZJkyDTEjba0Q7j39S/+4i8EqYY4gTl+QNDf+ta36ru/+7tR8/dlkVN+H5OoMgQM/Ig2046xMMfMIWQWZXAg+ks9UUHKeEgUaSPMD0+N5X5dyvCR9vhIZJdtykd8zAFj5omfvyHCSRkE8tWvfrUgmkSfv+3bvs0nEvv5pACXC9P2lZ47nrpLdBMyT3t85VLom266CRWxTzKnbCzjyiMyFkg8+HEig8uOuWSX+44h28wRT8S1WvwHAoFAIHDaCAy/TU9bfWkq1uk4w6gPl0HAspggOK2L0oNIppZIfWTRXcn6EBoTAiV0LdkuJFBHXrVzdaOLPva8YMj3gXo13/NBcKFIGphMDNwfqakiLdynskgt8ysWBEghnChsuMxahURqWzIpUMv+4gfiGv7RsLpoV7mfKnVFX5X9qdx/nWTig5YJkOtk0ivSLG3VqWNxnUpVzksmPmVhe4gbq3YNqSSPTYWxMNGt7ENyjbVE3+5KA2koSao8LiX87UjgYsKlRkr3kfNtVdahnZue8D+pAgV12/Y1a7lXfGm11R1frvb4Ms057Mk9TPv37ZZ48q6JZTnwmfD+vHhSb+2yot9T1+PpuK09s6XKjtZamJ8XB3wXKKWU5dh8qaPl8pzKekrWsv9CjAVeDlQYg9IkunRaOC2caiip8EhaqlJLtSW385wN01LZnk7+KstSRVFkJe5TZYHAwjalpBtvuFnXXHe91l21QctNNNPYuGTMhL+N8VrueyjZSLwFAoHABUGg9PdO01FDGtmGoD3taU/LpO6f/umfxAkkfoqDqOZnfuZnCsKCHkI7SAcpl4F+0id9Ur7klMs7KeOSUKJd2EOf7wfIC214+AtE7A1veIMgSRAGSCf23/a2twmyAjmjXSNE0r7ne75HPDSG70giZJAgIl5E/yBq+IE+/f/wD/9wvlfyZY5MUgbJJIVU8T0FaYGkEdGkDkJKPULElEuMX//61+dLWInW/fiP/7juvPNOqk8pjJHvRiK/v/d7v5dJLYT4h37oh8RJOEgykT0uScUYhI40paSUkiCrkHLum337298u2nEZM76j1/GJArBE6IOfiiFi/O3f/u2CbKLDHDOulBKbguRyvyVjgehSCKEmhfBxuS5EEzwbHPELIRLNvZhEE8GWuSSlDtIJhpyoAE/mB1LJw50g5PiDv/SDYBs7RKc5qUB0FF+Ze8g1vjGvTRuwRGhLGXVEUCGY4AOpxx4nJdAJCQQCgUDgTBAozkR5KerW6ZFD4Cs/eYGdfXVd7YV6XbTEU03rwgt8b/tIo0IpS1LtXC15q7YoEwmTI5MJWahJubai1rrecG6oazJh2wP3k8VVECkISN+kom8yV9WFV/pyC0HHspSUNSUQgyQll+F3USu/Ktus8ZV60lxaHO4/bwjVvkkMQp8D20EqVyOU5Tr7MjDZHOR0SPgq7OONy3SYCIq+UsqjTsKClPVMeuuMXanCHiDuSrys7hJlXzwEgfVQusa8q7q0ZPsdyQQcn5HcljekTjZQkHuUtMrC5NzFuSN0Wuo42rp81RrJY+g5oslP0AxmZ2xDkn11WFHIiKOQtizVHsugL83NSj0TUnvbceR2pNNVqyiOjKnwSNJhKZ3aWv5PKUnsF40cxkLMvX2vrIsMSD24gaRh1NQZNwUXV6kuCslthtJ2vrTCyf9ZbKCRCrd1hpRFJNGBm266Rddcf4NWXb1JI2vXSxMrJCLePjkg+zWo7YzbOOv3Y/5zVXVMYWyeFgKhFAicBQJ8liEuTVMiUaUJKWSCBT55CAlEoNHjgTUpJaGTUmqaCkLEU1ghb5AEbNMWgoctomvkKT/SyBnaoLewsJBtbNq0KT+hlfv/sIM0fUNYIDGFv3sod3NNTk6SZGJHBr9IiWCSIo0OdvCDMgg2KfoQXvKMjRRh7NSRR/CRsZE/meAb/TT+LdZljGwTUSbFJin4ppQENrQHrxFHEukfzGiHTfLoU46QR9AFF/IQctKUhnNEHuFS4JRSfjgRZBR7lDNO2oIL+LKNP8sORxfxB6KHbymlHIGkb8aHHmNo/MUmdvCTSCp+08diwT9sQuyZFzBHyLMP0b7Rp0+k2V5cx5zhL77THzaI5Da6kQYCgUAgcCoEilMpLOV6FtIsmRH8zIfjvJBmy8JK34SqLkoTJ5NOCJbpVLLIr0KVc5UAAVHOlZKJjKxb523lV/J7sr6Tw/9JtVkEIvRS5XIkXyAqCGhFfZLJpFTWUrvuO62y1JLw34nIkxb2NznDdiaO9gPfZf+zuC7/m0j4XwNvVG4w1PXGMf/YYSxV8tiztFWbNCHJqUwwkxcTtVOVNkQ/HodzKg7bqlw3SEl9S62Uy42QdFiPfCO0s4pSJlUdpdLRyaJUgnC6v1o6gmDW9Tb/i/NsH9U6vOWGVc7aKwY+OqbJ1Vdp+eSq/BCLbVs3676PfEi7779bc9u3arDrYWnfXunQtOYe2qr9992vze99r/j9yy13363eoYPC/1ah/Ep2upFccKK35ArjocMynL9CqS5cITUnC5o0Fx5+q9Iw46EoS/L+gwyLT/jOAmPxIgDFoiy1avVqXb3pRonLorlsGoy9z5rVGr4k+qvT0C/aPEo8f48qi4JA4BJE4FJxGeJQ+rMLUYBA8LmGJPAZb8ZAPYQGXcpY9BfF0c8xi30IDIt9omTUQwJS8me+qrTYVlOOHfo5cOBAvsyVaBikJaXhlxL5devWqdGnf+xA+PARMtP4gw3IBjrUYZt6iA3jooyxUda0wQ71+N6MhXp8p/1iQYe+U0qC5CyuO14ee/iP79SDDX3hA+VEO9kGL7BFhzpS+iGlT/BBUkqiHb5jm/oTCfqQMOqb/rHVXA7LpauMHWKHDr6RMnaeFE//+NSUgx0YYhe/0cUeKfYR8o0029jBZ6Spo4w8/mEPsko/tGlwb/qgX/SpQ8hTRnuE7aY92+CCjdOZH/RDAoFAIBAAgYK3S1sYAsIohrTEh15vJNU+eNQmEwOZcFpqQTEbXbmmyiXUKr+GB2C5BkkmEggtCtFa1ndNneRN8XLO2lUmkaUpYFLfxVUW1JzJbVr1gtNeFnSoq9y4MjvhJzzQy1Lndw1cNzBhQKo8jmF5OlxvlpNdaDaHtTo8Srkf2S/l19AbqXJJbWE82EFQqPxWW5RJCFuVtapso3Z5MyLyydtYElFDj7VlLxyrc7/K+inXD98ql9SuqYebtimXKKel5Bq/Lf5HEVlc5jwck2Kk34dmt9RasVLrr96o8WVj6i3Ma/u2h3T/PffowXvv0/YtD2j3Aw/qwNYH9MDdd+mBj9ylB++5W7t3PKS56SnV2fdalcdb2H/wOFaSKvtZuffhP30fK/K8tJKEgEHbeXj7YincvBmr1eUpHYp1k8XVJ/1nAZDSoxW5tJYwal2MqC66kiPYtVr22iPKnZQqy8Ll+V9YQDxcDefPSfwHAoHAeUUAwtDv9/2dw7cxV1tBAAAQAElEQVSHVJg8QmaazzV5yo51olnkU177C5BtbKELgSEiRrQypYRKvn+PfhBIC4XokkI0ICNcGYEtSGOjgz516EGEIEjk6Q/f6BOCShkPo+FeT8gG9ZA4yqmH2KCfUsrR2PIwsaYef6lv/KGMPhsf2G4kpZRJ84IjsJCcpvxEKf7iS1MPrpBhUsqIFtIveLGNXerJ4xd4UI8/CD5BqNGjDvLIU1pJqaNdI2DX5LHBNikYUc6lq9iE8KaUckQZX8GLy2PRYYzMC3n6w2/aEP2mDHukCHWk+IbQH9vgjpBvBPzJYxN7jJn29E+fpGCDDnnSlJJSSmTzHOSM37BFe/BCFxwQbLs6/gOBQCAQOC0EitPSukSU0vCY/ghvK39/QhuQgWuOqlAiuVq0Q/JiHAVER1/JFVmPdFEdbcwXHdmqTDgHJlB9y8A2B248tO9M/vdh1P30XdeX0kDZLxuFeOrwy5uZkLFZ+21oJalyq2TLMgGW83zRZ9HRFxNZauA+0O5bq8q2sLlY0EuuTakW0lionKktXhlJELLKhMzpwGOm/Gi9ldhwudxfqZ5pTs/e0Wf/cGVWcP7R/8mjgeCXJqtye/x5tNbRkoH9OHwMVM/5Ko/K9a2OVq67So+/7Qm6/oZrtGLFMru9oEMH92vvzof1sMnm1vvv14wjndX8jJaPjerqDestV6mzfFwy2eTgqbN4MTqEpslvyWNqpPT2sTLUkUj1GF8QTX6ahcVG33ikzohSe0xqjyq1ukplVypaeWGb0nE687iHpYzAUg+34j0QCATOPQIpDT+EELfjWU8pKaWUF/jz8/M5Asn3UmnCxiL/4MGD+UEwbC8mH9hrFv18F1APEUQgH9Q3/UFO0GW70+n4u3JFJoX0w3GksUu7hphRxvZiO/iTUsKMT2aVaohVY7/pAwX6adpCZKmD6FCHNLbxHT/QbQRiRF8IuicTomyMHR8Q8rRv2oApOmxDTumPenBljCkNx0M9klIS9fifUso/NcPlp4wVn2lPP+hiF3LK2NhuUvKMmRRblDdjTykduRwZX2mPHoI/YNC0bdpQB0aktME3BH8YE/4gjLXRQ5eyQ4cOkc1CWzBFh3a50G/4mFIS+wKS0hADVz3qHxv0i9DuUQpREAgEAoHACRAoTlB+yRRD2JDjOcxa2mvyTI1y3kpeYpseOJP/ayWfPU4uMf8Shx5sIbnaJUfqalnXIjn1hg6/3N7f1BKXy2YC1TclgnihM5BNWLydkJ7zPdXOIwMv/vFHJ3hhgXqEfKOGn5SxTX4ofXc1yKJ64KqB85TJ/njT/0w2wphkX2VC6eL8j71MLimrBhJiO7Vbe0v0z1DFm8uHfVRK/VmbslTzymXUGU9lyaYXvVUS9t13MuEsjNmiyuNmK3q20wtuyk95tHn6IhPU60vOj65YrrXr12rjNRu0ft0arZgY12i3rVaRVFS9vL1m5UptvHq9rjHhJCKq3pwXcfNa6C+IA6zfjJUeITrOyy7kUYEFeaDIOIHVEfEcu98j5bkF2ieS43R0kqJUFHlB1G57jJaB6X4/SwGiR3urJfZ9NS9vu+TwVnU4jSQQCATOJwIppfx5ZaHOdw2EohEW/pACUuq7/j5DyFMGuYHoUIaPtIO8UA454TsgpZRPLmEH8tII7XX4NTExkQkmbRcTDfrBBmpE4bBPHj3qyFNPHXkIFin9kxLhpE1DftClLQ9yo//G7/Hx8dw/ZId227ZtywSb+oYkMR6EfknROx2BlDF22tA/bfCJMrDAH8oQCNKxY0APHdqggw0Eu1yyzJyh09jCBuMFA+oh+PhMW9pgC13GRhk6RKKZAyLL+NngQD119MHlraTYAi/q8IMU38CTPhfn2aYf9PCJPO1pgx/4zf7DNr41WIMB/mCLOgS/6B8hT9liaezhB+2wxfwv1on8aSAQKoHAFYyAl/KX9ugzUcyL6VOPI1kFOTpothBXnPAf7UanSQ8rs2nSONxqSXVp0tK2tCwaiglWwr8cnbQtfoZETrX49cht9LNpq5AWWT+p9uLCRfk/tzCjIC3dB5FW2uXKRW+FKcjQhrI/al41pTJ5ttsavmrhKOVDqQnDuoytrOEMB6ShIffsekhgNTAlHZjEkMLCLNhCrJWbyn4czgiCl9mQ/bfJI8U6PM5hOiwuU+HoqZv0TYdtN0OQpIX88J9ClbvtLFulNdfdqOtuvU03PvF23fLkp+jWpz5DT3jaM3XDE56kax5/m9bc/DiNXr1RxeiYBh576Qjp2NjEsBO/53E5Pd1/uzBUtU95PI9KjQnkG0gZe5PmVnY6pxpCqdN8uQ8inBzwOfD3+1X+Hdm5QV+Gx+OqZUiH4kxlOWL5yH56uMS4CrzT4e1IAoFA4JwjwEK9MZpSEov5RiAHEAVS9BAdflEGuTm8mRPaQS4o5/uKRT+kgnLIxujoaP5tRFL0GnvoYIB2EyaffHdAfiiDiJDSviFCtEspqfKXK+SJNuikNPyyoJxtoqENgW3K6JcHCJFCtvCTsaBPv6RcakoZJAtyBQaUN0IbdCFUTdmJUnymPWNDh3YppXwfJjhAriiHHKFHHmnKKcNXMKSc9vSLXcgg5ehgC1wavOiPenwlIkkKucNWSimfZICoo4NN2lFPH43QjrqUkri8NaUk+m4EjNBBHx/oE38oJ4+wTT2CD7RlvvGjmTfmhvEwx+RTSkop5Ugr+rRFsIWQR6hj/vERe/hA3+hgi/lHLyQQuFQRCL8vLAIFXyp8oSB8GfGlhTRuXOz6xo/Gp5RSLuILr122tHb1Ss3NTInSVqedf+7CR3Wxli6SxH11XbfoWNqWliVR2UgqJQTlwtnD0lTnOuqTW+bU+tZN1ss6PBW1besll2lOmhxNqq0JjahjKdWyYlG4bb7PbtwdjKlQ1zotvxdqOVektgrrOHilspBahVwnW5DrZZuFkpBS+JOsW6ZC7SK5tUQfZWpJR6QtWim3Kfwu21BOk2tEzu2VRbnOrdXyH7ZVdmy0rZZJ2Yh7HnGbrgWrqSykorS4RdFR2Z1Q0VkmLukUv/1YuDyV7qFU6bbJ7RC5JEsqlP00HgX9SEpJUpGkVErYdktnlFSI+yNdqrFOqVGLeLmPzvLlos9idI3TlVJ3tbRig9JVm6T110tX3yBde7PlRmnd1dLEpPVGs5QjEyrte1KhlEqllLLoEa/CW4gT/ycLW0jpPILLsi/yfnhCcR86qUhJepToUS/3jK/uryjb7q4jFhxjjnKOu/+uHep4HOCVpUxqWY6acfvj+nFUI3KBQCBwZggUBZ8rf72YyNESIsfinqeyQnJYqFN+KkEPOZVeU59SEsfATqfTFD0qbeyhR2VKfNNIZVnmy2opw1fSRpd8Q8YYG0SLssWyuM+G1KC7WIc8ZCulRDYL/ZJp+oJksX2spJSyj3y/6QxeKaXcLqWjfTZ+HUuOmnHrmBc+nqhfcDm2XUpJ2E4p5b7lV6PTYINNylI66pfVBNmmjnwj9N0IZeg0Y2D7WEkpKaWUi1Pyd36rpcXzQ8Xi9g32lDMe+iJ/PKGO+T/Wx+PpRlkgEAicPwSak1WcxON7pTm+XGx+dqb9F3yp8IWC8MWUUjryBSYpL2qpQy5GPWcJOYvKwZvBkTKtnMXjDO/OHQ/rWc94ZvY5paTVa9comQmkNBxH4RRpOUXIp0Rd6TaLhbITyUn0CtpQ37a9TpYidVSk0pKypIROU0/azuWFy9FL1k0JnaEMy5PwF2F7qFMqLdKlvJGUaNvUL06HPjxSb7HusfWPbosPCDZSWtwW3eF4UiJlu5Gh3ZTQXyxNfZMuqivIN+WkQxuFbTSSknUKCzgU9AnmI0oQyMJp6e3SacvpYjFJS+gjtD0i2Do9KdIj/UnJ7QrLEVv4fIw09U1Km6xPu8cuhe0dT1I6mW18PFl91KUUGKQUGKR0agwawpFS0gtf+EI9/PDDevDBB3X77bcrpVO3Tyl0UgoMUgoMUgoMUgoMUgoMUhpicLLjy1Lnb8f6V/Cj0Y1s2bJFi2Xz5s1q6kgX15G/EPVcxoJAMEkhnU00VodfbJPlLCLsn0FyJo8zuykNJy2lyyCNMTxqAceJkJNJSjHvKQUGKQUGKQUGKZ1bDDjuEAXimEOe6FJKieyjvqtSSlEWGMQ+EPtA7AOxD5zWPsCB5GTHF3hZI3CyxXIh+FnTN+nivskfr//iuuuuUyPXX3+9Fgs/Ct3UkS6uI38h6rmkhEs/SAEegWBALjnI33LLLXrXu94lLrnlfgMeSAA5RXicOZcJh1T5fpzLEQdOQJxMzueYw/blu1/F3Mbcns4+wHFn69at4qmn5N/4xjeKexS5XPRf/uVfLtvv3dPBJnTiMxT7QOwDsQ+c/T7AMeVkxxd4WSNwssVyIfhZ0zfp4r7JH6//Aga9lIUzxkQrIZr4SdSSFEkp6e677z5yP0pTllIim88g5Ey8BQKBwOWOQIwvELgoCHCMao5PN9xwg3bu3CkeiHPjjTdeFH+i00AgEAgEAoHLA4HL6fhScDnqsREiLl1t5GLXN7sMTL/Jk3LWBB85k8w2YyCiSZ77PPfs2SMmiu2QQCAQCAQCgQuJwJXRV3PM4XiEcP/m5ORkHjwPeMiZeAsEAoFAIBAIBM4QgVMdXy42PzvT/gsuT+XS1MVCRLGRi10PkWSOimIYjMVPtlMaRjE5yDNoyrjslhQhn9JQh+2QQCAQCAQCgUDgXCLAMwOwx/EJ4VYPCCflHDupWxISTgQCgUAgEAhcUghwHMFhji3IsccXjjFwosXScDfSpVZfQNgaOTaKyECbOtKLUQ/I+NFIs51SyhFMzgA0oOIj5JPLbpkYnmKLzyF1vsf1csSh2S9OlF6OY44xXb77c8ztpTW3HOh5kjrHIb6DVqxYIR6WQBmPso/5vLTm80LNV/QT+0XsA7EPnGofONXxBc7TCLY4Bi2Wpo50KdSbvxXyW5aUHh0RbOpIU7o49QDYgMXDgNiGTEIuIZvkKUspiW2YvfyCeKaU8r2cKUWa0uWHgaf5pP8pXX5jTinGlFJgkFJgkNLFxYAvH85Cc3wkz+9wcnUNeSSli+tfStF/SoFBSoFBSifEINaIgc2S3Ac4hpzs+MJxp5GUEuqPkKaONKWLX188wrvYCAQCgUAgEAgEAoFAIBAIBAKBQOCCIxAdXq4IBOG8XGc2xhUIBAKBQCAQCAQCgUAgEAgEAoHA2SBwDtsE4TyHYIapQCAQCAQCgUAgEAgEAoFAIBAIBAKBowgE4TyKxdnmol0gEAgEAoFAIBAIBAKBQCAQCAQCgcBxEAjCeRxQouhSRiB8DwQCgUAgEAgEAoFAIBAIBAKBpYJAEM6lMhPhRyBwOSIQYwoEAoFAIBAIBAKBQCAQuKIRCMJ5RU9/DD4QCASuJARirIFAIBAIBAKBQCAQCFxoBIJwXmjEo79AIBAIBAKBQEAKDAKBQCAQCAQCgSsCgSCcV8Q0xyADgUAgVFgOYwAAEABJREFUEAgEAoFA4MQIRE0gEAgEAoHA+UIgCOf5QjbsBgKBQCAQCAQCgUAgEAicOQLRIhAIBC4rBIJwXlbTGYMJBAKBQCAQCAQCgUAgEAgEzh0CYSkQeKwIBOF8rAhG+0AgEAgEAoFAIBAIBAKBQCAQCATOPwKXZA9BOC/JaQunA4FAIBAIBAKBQCAQCAQCgUAgEFj6CFy+hHPpYx8eBgKBQCAQCAQCgUAgEAgEAoFAIHBZIxCE87Ke3qUzuPAkEAgEAoFAIBAIBAKBQCAQCASuPASCcF55cx4jDgQCgUAgEAgEAoFAIBAIBAKBQOCCIBCE84LAHJ0EAoFAIHAiBKI8EAgEAoFAIBAIBAKByxeBIJyX79zGyAKBQCAQCATOFIHQDwQCgUAgEAgEAoFzikAQznMKZxgLBAKBQCAQCAQCgXOFQNgJBAKBQCAQuPQRCMJ56c9hjCAQCAQCgUAgEAgEAoHzjUDYDwQCgUDgrBAIwnlWsEWjQCAQCAQCgUAgEAgEAoFA4GIhEP0GApcOAkE4L525Ck8DgUAgEAgEAoFAIBAIBAKBQGCpIRD+nBSBIJwnhScqA4FAIBAIBAKBQCAQCAQCgUAgEAgEzhaBC004z9bPaBcIBAKBQCAQCFxSCAwGA1VVlX3u9/uan58XZbng8NvibXQOF0cSCCx5BBbvr+zHyGKnm32f8oWFhcVVquv6EdtLcaMZ3/T09JHP7cGDB498pk/X516vJwR7CO0abGZnZzMWTTl16JI+VqEP7Dd2GruUN2WRBgIXCoEgnBcK6SXZTzgVCAQCgUAgcL4QYJHNYhv7rVZL3W5XZVnmxSsLTBbdbJPOzc3lRSm6CPWkIYHAUkWgITD4x35MykkV9nvqmn2YOvZ/6hEIT0qJ7JKWxufmc4uzy5cvV1Gc3tKZzzVt2u22EOwhlC3+XkgpKaUkcKMupaQGO7bPVvBzdHT0SHN8YAP8SUMCgQuJwOl9ai6kR9FXIHClIhDjDgQCgcsKARaqLPqIMiAsKFloNgvwAwcO5PGmlPKCdGRkJG+zIEQ3b8RbILBEEYDMQDBnZmaE4Cb7fKfTyfsz+z5lSJNn/2f/pmypy8MPP6z9+/erIYmQaHyHDDKOU/mfUsrRUHRpC1Z8D0xNTeWTTthqcEkpHTnhRH/Uncr+qeqb7xCILz6TItg/VduoDwTONQJBOM81omEvEAgELgsEYhCBwGNFgMUk5JKFOcJCnG3sspAlbYRFKcI27cbGxsiGBAJLGgEIDCST/bXZt9mPITvHIzboI0t6UIedu+qqqzQ5OZm3uKwWsojvjK8Za648wduhQ4fyZfToEl0EJ74HwIqTS3zOU0q5NXn08obfjoedi8/on+8bGkA2EeakIbLkqQsJBC4UAkE4LxTS0U8gEAgEAoHA2SJwSbZjwUlkA3LJgpWFajMQFrJIs82CEJ09e/bkqEosCBtkIl2qCEC+IDUQJfZzIvaQMvZlyhf7jS7b6KY0JFlsL3VhPAh+czktKWSQKOWpfF+2bJkgmOhhY+/evSIFH8oQiCYpAmbNd0RK5xYjCC++N/NAfyGBwIVEIAjnhUQ7+goEAoFAIBC4YhBgwclCD2I5Pj6e79/cunVrjnoAAuRy3759+bI7oh4rVqzQ6tWrj0RV0FmaEl4FAsr3HTbkif2c/ReCRR5ixX3JOvxqiE5K6bTvgdRFfjE2IpGMiRTC+NBDD+XP8cTExBl7x/cBtrCLLU5ELTYC+YRwQt4bvBbXn2mey5yZB+xCNiHK9L1t2zZBbs/UXugHAo8FgSCcjwW9aBsIBAKBQCAQCJwCARZ5LCJ/67d+S3feeadYvLL4XLdunW644QY997nP1Zd92ZfpZ37mZ/ShD30oW4sFYYYh3k4HgYuocywxeuCBB/Q1X/M14nJUTq40pBPS01zOmVLKT2a9iG6fVtcQtMbnBx98UF/6pV+qz/3cz9V73/ve02rPFQ4NqYRoQsQhmj/xEz+hj/7oj9Y73/nOI3YgmmyA0+KU/NkKJ7H4rmEMPF13586d+qEf+iG94AUv0Kte9aqzNRvtAoGzQiAI51nBFo0CgUAgEAgEAoFTI8Bij0U5i00Wf7TYuHGjXvrSl+orv/Ir88KTRfkf/dEf6Tu/8zv167/+62LR3ixA0Q8JBJYqAuzfi30jyglpgmzt2LFD7NtNPZ+DRj+lc3vJaNPHuU6bS9u5//K///u/9Za3vOXIw31O1FdTzkml5sQRY6d81apVApsPfOADes973pMvsaW86QeSy3cFZY9VuMQZvLHH5cCc4KKfe++9V9dff/1jNR/tA4EzQiAI5xnBFcqBQCAQCAQCgcDpIcBim8U3Cz4WnCml/NMHL3rRi/Q7v/M7mVy+9rWv1bvf/W69613v0id8wifoF37hF/Srv/qr+bI9emnuFWORSpSUsiaFlCKUIVu2bCHJwkKz0WPhmQsPv3GvKPVscskdtskfT4hSNeW0a/KNX4v75/Jg6hkrKYtb0sWCDfpsyiAl5IkCE4Uhj83GBmVcGkg5gl7TD9vokiLokh4rja2mHHuMn6eQNmWki/2in927d1OcBf2cOfzWYMsmuqQI4zu2P8pPJoyByFejg40mv9gWfnMZdtM37Rq/mrKmXYM9T0ZFmnJSttk3sY00NphTttGhL9LGLpE6+qaMfkkR9h3skUcgWI0NyNPk5OSRaCb98HlI6WiEE+wW444NBLvNfOJD0yd58Gn6QLcRopBNnvaMh236JT2eoNeUM0b8Ybv5zBCZZNykH/nIR8QltU972tMyaUSvwYkUTClrfMNXooyUp3SUYP+f//N/tHnzZr3iFa/I93hSj33a0lcz1ialjDrskTbSjKtJ8QG/sYdOcxk/eQQ8+S5CHx8Xzxtt2G76aPqmHYI+KYIe6SUi4eYSQSAI5xKZiHAjEAgEAoFA4PJCgMU3I2IRh0ACWNghLOggTs1C7klPelJegBIF/Yd/+Aft2rUrR4eaxTjREhaL6JNil/uyEBaSbBO1wO5dd92V75NjwU85USdSFuqkLERZ+JNHZ/H9aOg0C1zqr7nmGpIsRHlYxOM/bcgzLnxkob5y5cqsR4QWO4yfRTCF+E1K3yyuuY+M7fXr15Nkgk0Uhg3GwKIYu5SxaKecceJv0w9ljB9cWQRjlzIEAoc++ZSGi30uYYTgYo/xc9knbe+55x7U8uI/Z/xGP2vWrBF2mAv0XZz/8Y/xsoGfjLfJM76Ukpq+KT+RYIPLHBkDkS98AU/2AbCFQKU09B0b+M09vuhzIoCUcVPX7BOMD1IE9vfff3/+7VfmDR10IVWMhT5SSvk+TOaTesbSzBP1lDWEbNLEkb4ZO+UI7YiaYR+/qWMOmHPK0DmZMF5wbnQZM2XYZX9n7vGXsTFW7JIH4wZf9hF06Ofaa68lEfsW7dlH8b85cYB9fMxKfmNuseds/qyBL/6wzWcG8sZJCcaNPfoBW+rZJmXczCNtG8zAkbrGNuX4i6+UP+EJTxD2U0ps5kvsGTe+0RdjRZ/PUFOGIvb4zmjGk1LK93/jA/UIdumPPGNhjIyDbfCkjjlGwB377IPosk0f6DIGxkUeSSmJ8ZNHb3GflIUEAqdCYEg4T6UV9YFAIBAIBAKBQCBwRgiwsKcBizgIAIs9yljcsaiEOLFAZ3GJ3id90idlAkDEk0U1C761a9fqvvvu00/91E/ly29vueUWffInf3KW//3f/6VZfgAIi0YWka95zWv0WZ/1WTlSSv3//b//Vx//8R+vv/qrvxI2afCP//iP+ZLem266SU996lP12Z/92fp//+//5YU6Oix60YO8kEKAsfOZn/mZeuELX6iv/uqv1k/+5E/mRTpjYgwsjhEuOcTep33ap4nFOtHal7/85XrOc56j2267TT/6oz+KSV199dVHHp5EQUpJb37zm/P9f9xjtmHDBn3+53++vvVbv1VvfetbUREL5pzxG+TBSf6HoLAIBmfG/A3f8A364i/+Yv1//9//py/8wi/U3/3d3+lf/uVf9M3f/M3iPloWy7SHSH7913+9XvKSl+hf//VfxYuFNjiS/s3f/E2+v/abvumb8u9MMj50mDvqX/e61+nbvu3b9CVf8iX6mI/5GH3UR31Uvg8Xfxb7SpvjCWSee3qb+3bplzGklPSmN71Jz3zmM/Xbv/3bgmTgMzYgXX/yJ3+iH/7hH9bjH/94PfvZz879v+ENb6Ba603gIa9scH8w5IS5Yt7QJYrO/P3hH/5hJtPo0Sd9j4yM5BMVkBD2U+oaW+wD4PeJn/iJeuITn5jvPf7FX/zFfPk3egg2SMEWm+RPJnwmqP/7v/97fdVXfZWe97zn6SlPeUoez6/92q8J39m30AFvSB155oX99dZbb9Xzn/98fd7nfV6+JxEd6vnckEKQ2O8YMycV/vM//1Psw9yLyT51ww035P0NIo4+/tAWrGn7uMc9Ltt+29velqO0L3vZy/K+ApHns8HnFoLH5/ntb3+7vv/7v1+f+qmfmvcZ7tH85V/+5SP3e7I/sF9wooD7KCGdf/u3f3skUkrf7FfYZr7wkfni/m7uif2nf/onXBTfGfgLQc0FfmvmqsEckg2m2OBzyJh/5Ed+JF9JAQnnO4VxMs+QYD7vjIG++exwuf+Tn/zk/L3wRV/0RfkyYnfziIeZQeopCwkETheBIJyni9QF1IuuAoFAIBAIBC4PBFjYNSNhIctCMaWUi1jsUYZQwCKXMvIsBlkcfvCDH9SXf/mX61d+5VfyIh8iRTT0f/7nf/S1X/u1+VJciAKRJhb8LNBZXENYXvnKV4pFNgtZCB52f+/3fi8vsllEf8ZnfEZesENivu/7vi9HWJtoCH5AXtCnfwgrEUEWwSmlvLj+3u/93iMLahbekFV8/vCHPywu72XBCxFiMQvZxI+f//mfzw8ugRywyMYnMOIhJp/yKZ+i17/+9Zlo4XtKKW9/93d/t4jaokv0lYU7/bCNnykN8eQeu2/5lm/RL/3SLwkfWHhDLMCOfsEEksDCnPYsvCHq73vf+4QP2GPxnlISWOIz/TIvkB3Ghw7Ek3ttGR8PkGFxDi6QXogSxAy9Uwn+bd++XdzTiy44kdI3cwipgVxAMvCZefqxH/sxfeM3fqPe+MY35kuwIef4z1xCJNFhHyDdvHlzJnIQGPyHvEB0OIHxFV/xFYIw0xe2U0r5xAX9s+8xPxA+tv/iL/4i98mJCvY9iDyEinn5ru/6LrGPYoM26CMNnuRPJHwW/vRP/1T4wtzceeed4qQLUTlOUkB2sEt7SCyfE/r79E//dLFf8QAfTqYwhp/+6Z8WZIn8ddddl0+GsE+yzRzxQK7v+Z7v0X/8x3+Iz8oznvGMfMLj3//934VtPkP0g9An91eyb9x888161rOelU8EcYKCaDbzzGcD2+hDBsH+Z3/2Z/N+x7g42UJ/EGk+O+gxj3wOacfcppREpBS8qeeSXfYdLqunPUT6xnjC31EAABAASURBVBtv1H/9138JLCCq6LG/NPsK+yv+Ut6kYPoDP/AD+vM///N8ooT9jEv4+bwyh+wbjBk/aM/nEsLM9wknXsCPEyjs7+izv1FOHwifP66mIB8SCJwuAsXpKoZeIHCFIhDDDgQCgUDgrBCALCxehLOwZFEI2cEgxIBtIgxsEx0kveOOOwSpIc9Ckagd93u9+tWvzkSP6M7v//7vC4LFQpoFLrq0SSnlh5oQJSViRMQTEscCmwUm5AvCwSL4537u5/L9or/5m78pyB6XcLLwxG8WoSyuWbimlHKkDV9YDLOwhhBAEvGDvmlDyphY0ELSGCfRGSJhROr+4A/+AJVMnonapTQkiugzdha/RGLwC2LBgvlljioRAYQY0BhiwDjIIxAbFu3kwQddFtYQtjc5SkhkDhIDUUWHRTRtyCOME5+ZB7ZZiDNnKSU1i/qmv4aMQ9bBkaghYyPPk0d58BM4gzdEH3snEwg8fTT2IQbo4xOkiLGCCf5QDrH7y7/8y0yYINIQa4g0hJJoHfUQbXRpC9GCMEMOIcj4yXxBiumblKgW+k0f5OmffrmkmH2LiCpkj4daMf9E8ohcEx1mf2GeaNecQABjSAllJxP0iTiDK/Y4ucG+9bu/+7v5qc1gyDiJphEhhABDvl784heL/YEo74//+I/nqDKEn/mHiDZ9ppTyzwyxzT4GQWa/42oB5hkiBSmHVKHDfsF8kIfQgwNEnm3mCMKIz/hLGYSW/Rz83//+94t9Frz5vHISAEKMfcYDwaQNuIIP88vJD8rol5TPB9F4Iubst+D8x3/8x+IkA/MJPpBSdLGT0vDzw3YjfGb/7M/+TOyjfDeAIZeS4wOEHiz5nuAKAvplPLTFNvsLc0o79g2i4FyRAPll32FfQLcZP/mQQOB0EQjCebpIhV4gEAgsAQTChUDg0kGAxVxDZPA6pSQiTSzeIXcsyll0sgDkMkEWeixGuQwUQgAxJHrCZYxc1okNFswsiiGIPOWWBSXEijoiL9inT0grC1Wibyyc6YsFJu3R5dJFUoSIBotmyOXtt9+e7/vDd0gKkUqIBv2hix0us4TUseiFKBKlwyfqqcMP2kPGuCyWcgRfuAyUyBHkmwUsApmAmP7bv/1bvlwXXRa52Ce6BFmESIAT+EAQGQsklzz6LJZZNFNG1Cul4WKcCBXRIRbbYAP2jIE2CGQVf8kjEAtS/GoW1uhQBo6kd999t5g/CAzjoYxIK5En5gTyBvmk/GQCWaE/xoke90mSIo2f+IBQBuFinwBr+mrGwSWjRCshbc28YhOyBEGExBFZa+aeKCdzAUkCL2yjj99NnhSBeEFYiEIS2aQMspZSEnbxAdLLnIIZNiBHKQ3xR/9Ewj7AZdTsr1w+jB72uBcTokMd8wbxpY6xEHmEFBGdhkRig32W/REsIbDoUk7K54t9hGgh+zA+MleQRS49R+cd73gHyZETDPhAVJdLnjmBQCX7IG2wxb5HGcJJH9pzcoeIN3NDOf0QkeSzzD6Y0hAP9mtIPtFS9BD2P4gg+wz76Mte9rIc+WS+qSeiy+cD3PkcNGOjDqGvpoyn33LShfmF8Db7LhFL9k2IJm3AgHHgLz798z//s2jDPFNP3+zvPOCIy5L5nPNgM+qYr2a/YTskEDgdBIJwng5KoRMIBAKBQCDwaASi5KQIsACGODRKLAwhTSykiYhx/x+XsX3O53xOJlpEqLgHjHuuUkr5HjYW8kQKWQRjhygLKQtGFrKUsxCljP4gDvTJ/ZkstiErLMwhgCwUISroQkbRZ9EJSeB+NYgtRJd6hOgM5AHyig0udWSbOuwROYSMQAIoQ7BFHQtnSAFlLE6bBXFD0IhcoceiFh0WtRAHxkKkDz8YB4t+xsm48R9dBJv437SnHb4xBu7rY9xNNIi2H/dxH5cX8cwBvmEDAUfGRco2C3QwxBbb9NnkmQfas/DGN/xFhzwpQhkECaLG9smEfiAw6DT4sH+wzdyR4jv9kieKyX2LRK+J0uEX80//kAX6TinlB8mgD6GFfG/atInNfFkoGdrwpFXwQyhD8Id0cRnkGn3mgTqIF/6AIXPNZce0wwfmkzxYLrZBu+MJc4fPjJVIPMSHMaFLBJA+2T+xSxm4Q8rZH+kPH7BBHXnquEeSbU5M4AP7Ehiz32GbPG2ZRy6LRTipQwSS8dAWfDmJwuXKDUGjH/Yx9qtGD11OdDB33FcNqaeecjDCNicluMyb/ZlyPhPosY/gCz4ifB4goswXc4wuOqTI05/+9PwgMYhwSkPy2vhBig30OInAWDjJAh58Toh6UsdlsNx/y1gQ+qec7x3mlc8Z5ZTRN/NIHryZA2yz3ZxUIh8SCJwuAkE4Txep0AsEAoFAIBAIBM4AARbfLNSaJizwWECzcOMyVi6JZKHN5XMsWnlADlFBFpws9iBMEE4ukWORmtLwMs+UUr6skigQkRIW0pALFtEstOmPhSORQ6IyLB7xhXIILvfhsRCGdBDV5JJC7NAG/1jAosvlmyxYITMs6FloUk40hm3IMX020RDq8BsbEDWEMiI42KaOtvjTEF/K0UGIonAZIZEYHsADDkRIWRCnlPI9hizoIQxgybhTGi6+WTBDjBgvtvAPEg0uYMs8MBYW5mDRjBGCCTnAR9otJp/0w1ggGtQh9NFctkq7lFK+t5bLolNKok/qiRyhfzIBD3zDF3xClz5JGR9lzGejx/18ROXAlcuqOTFBCj60QWiPPfL4x4kCHl5DhI8IHJeeEuH8wR/8wUxMGS864EKbRpptbPFkVu4dhsAwd5CwlIb3H7LvgA/7KW1pB2lmbtg+leAHRIiHUjHXjIfLr9kv6It9GBvsY2AKeSKKy3ymlPKDpFJK+V5kyCbzA17gkFLK0XpwpD1YY6uxSWSfy42JVtMWPerBkzHx8Cu2EfYr+k8pHbnnlnKIKX3y+WQbHVJINJjwmYF4Ukb/9MHY+Lzx2Ukp5RMB6LMP8tls9lPagCcpc0Y9l4pTTxn2SMGi6RfSSj2R2cYm40QPYezsFxDxlBJF+R5Wot989zCOlFL2iTFD+rlUmH0AXHMDv7HPOIn/QOC0EShOWzMUA4FAIBAIBAKBQOCMEWgWZyzeWTR+wRd8QX5gCYtJFo2kRCW4bLaJhEA4Ukq5Lx5IwlNWIaaQVe6bI0pKGQtMnlwLGYA8ESUihSix8M8G/MaCkr64zI4oCZfJsujkskguvfzYj/1YEXWFzLAoRh+/8Y0FrE1kgkLKopRyFrkQIhbQLJ4po28WpthBl4U//ZBnTFwuyeIfXfyhHD8ZI9FJLouFLPKwFS7p/fZv//b8cyWND9RhDx8ZIzbog8U9ZZAUbNI/PoEL/uEn5DOlIaboogeBZcGOP2xDEPCTPHOVUsq/nUoflNGO+whpA0Hmfj0uh+ahKlxeyUNpiHq99rWvRf2kgq+QFbBOKeUHF+EvjcCR/QUijT+MgTHxcCcuoSaCxaWcXLYJueCSSe7LRYd5AVMiz0S02K/ABz1ONHA/HgQPm+AHpimlI/cNM0bKwZyTHvjDvZ/cl8j46J/9j/sEiQZyOSaRSvTot/EX/CnDFim+kaKTUhL7yYte9KL8RF7ux4T8Ng/a4XPAvoA+At5EW1MaPkiK/Z6oID7gF0985UFaPDAH/+mLfiFNjAOixf6MLYQ6UnBIKeWHELGNQNDZD+688042s0BA8QHMIF+50G+QOvrjhIM3Rb+k7DtEaZlf9jH2WdpSx7xSD06NT3xumQfIIDZSGu6nKQ3TZhzo0Q47jdA/efZR5p784jHTN2UInxn8Yf+iHThA4umT/YTvFjBFwJPoL5Fl8nx3YANBnzQkEDhdBIJwni5SoRcIBAKBQCAQCJwBAs1Cj4UkzViAs9hkocf2qaTRhYQQ1YGQcWkgxIHL3FjkEynkUjhsQeRYGLPIZcEJySJPXbPApB59LqllAc+CEnIHGeNhPZAW9LmUk0U3KcSIMharTZrS8JJfyAPjYjGeUspRyGbRzPhZmNI3Y6FtSin/9AaL44bk8RMOkAsirpBqHnDC4pZ7ExkjY2FRLL+wBx60ZbHMIp4yFvD4hz9Wy+QYn8jjHzZYqDMeyhqhjDy2SPGZFKEMuyz26QP7KaX8syDYhJBwmSspkUMEf7nMlEsgsXEygQSybxBFQo8xkSLMJSkEoum7KePyY04YEO1qHjLDvXvcxwgBxm/mHlIKieMBMEQiv+M7vkPcD0h7ImzYX9zn4jz9Mnb2AXzEHicL2P+I4vLEW1LGiz30scfcE9FjfmlHWVPX2McWpKfBnggn92VCZok0QqLBBnL92te+FhOZjEPMmVPwgsxxfy/+cAKkwRyCjd80Yt9gnvBl+fLl+ZJqyvkMNH1zsgZ8OWlAHQQf4XJaxksZ+w522LdSSplULh4L7dk30IVEk+ID2BPpZf/hMwA5xQ4pNtFF0OczBibsf3w/0JZy+iSlDNzQwwb90S91zWeLcSKUIXxmmAP6Zhufm7lo9MCIiDXzzNyBLffTIlzZAPEn5fuHPHbYv5q+2Q4JBE4HgeJ0lEInEAgEAoFAIBAIBM4MARadtGBxScrCkAUgCzu2TyUsBNHhEk1ShEgoCz7yLGZZhJNHWDyySGYxTR1l9A2ZZGGbUlLTd2ODS1dZ2HM5IwttIhwsfGkL4aMtRIBtFrmkLFxZ9DZ9NySOxTGLaUgB5KjpgzZNPqWUH87CgrdZ/BK1xSYksyFqjAV7tNu0aZO4JxUdtsExpZQX/thGiGDhB+NlmwU6vpPHH7bpDxyaqBJ1lDWLe7abxTk6tMNPyA916OIDhB173L8KmaAOPfDBP4SyUwnzhJ0Gby7PZGy0axb0+Ms2fTN34M42i3/aEyHkkkcIIPsJgg6XiXL5MpiAKfawQVvKIGrsn9igDME+KWMkZUzgwbgaDLgHEVJEGfgwR+giTTtwxwdwYGzNSY+UhtG6xi5tGuzBkX2WfZ4H1fD0WcZAdA09CBEkCH/wBV3KIY/UkUea+cc/tlNK+anNKQ37pgy/SGkLweK+yXvvvTeTWk5+4BP7InOBHXCC6DFXlEH8aI+AB2WQO7YZB6SZPvCLkzrMA3Xso2DW+M58NJhBfNlGH13mgrE09ZSzT3LJLfXokiL0T8p3C0ScEzL4w6W01DEf2Ekp5Wg9uvhB2gjfK0TE0aeMeWUOGQPjJk85AiYI+bOWaHjFIRCE84qb8hhwIBAIBAKBwIVAoFnUsUBnwcfClX5ZzJGeSojWsHjk0tnm0kaiR5AxFrRcyshPcLC4ZEHY2If0QVRYULMAxgaLRhbw3DtKNAcbED18YJHKoptFNQtOFrOkT33qU/PvUXI5HXosaEkhLyyGueeL+wq515Jy2lGOsCClb8rxlf7IM3Z8RYdyLhGEQLCIh1iiQx19UEYUjyezEpFjwY0d+sEGY0IfYQz0yc9lcKkpZU3/9AmhAA/aYIc+0AdPFvcsymnDPJEyVggll0qxHZQEAAAQAElEQVRC0ChD0CWiCT5c1kkZ42DBjl+QcH4+higtdScTyANzhl/oQRDwDx+YU8aPbXylHhx4kin7A3oQG8qZAwgn+rSFRDJG9gPusyVCRTlRUPSxx6WwpCkdJWLUIeACKWQOiBxS9td//ddibOTpB/vkueyZJ8MyP8wJY2G/RwesmAMIFn2hz3jYN/EfIgZWRGmpAwv8ZC55uit4QlYh4tRDODmRwT5Pe/yBgFLHfsL+SCQX32nLHDEWdOmTcnSbNvjJNk+vhRjzeeKSXOqZY9rRPzoIY8M/xsM2wtUGEEmuFGj2IUgsfVPPVQNcqs5csM348Ymxso/xmaOcfZ9x8xMzPGUW31I6eoKIzyzzwb241NEGwZ+mL7bZp/CniQxTxuc/pST2KZ46TRltmjnkcw6x5NJkiC31SNMP88MTtCGkYIj/4ItOyOWBwIUYRRDOC4Fy9BEIBAKBQCBwxSHAYhCBtKQ0XDyygGXBdjpgcKngp33ap4kFNwtXFuhNOyJZkAkICKSNxShEg/7Q4TJFFvzNNgSAyA33yn3DN3yDaM/iFF0WnkQxIU3YQTelJB5Qgw4PN+IBQugi3MPGJZ0sPvkJh4ZwsohmbJALLvVNKYnxQkRYvNMWwU9IHOSRSB2EicU6PlCPHRbE/AYhEVfKIAH4Rf54wuW4+AoxZ3HOwj6llLHjklJ+SxIssMMinz5YNEPGGDP3X+JrSkmQDxbZEBiwpR3YgQ99MyeQA54+ym8VMmYiy9Tx0BsIBgSI7ZMJkVIIFNhCZtCF5ELisAuOkAf846QF94lyzy1klj4hNrThacKQBXCGxFDGvgPG/NQMuKaUBHlkbJx04Cm6KSUtJk/MJ20ZbzNfRMAhVfTNk3Hxkzr84jJofhKFn+aB1IMp+xwknm3GAtHDJnPdpOiQTymJsXzd132d8LEpg0jym5SMkUgsUU/q2N+JKHI/KfPD+CinL/ZRfjYFssa+Qzl+0i9+Me+MjzqE/aMhVBBZyD4P5+L+Wy6nbbDFTiPst3yW2W+wRTmXUfNUZPYf7o2lDGHOmCuIH/tQSkNiz36OX/QPlugi9M/vbzKHPDSJfRH/+GxCgiH17GOcGEK/aZvS8N5fyhD2Z8gr5Jk2jZ+QRbaZE/Sw3cwN+jwpm+8ZxoC/zWeN+5Qh/2ADlvi+eJ/BVkggcDoIBOE8HZSyTrwFAoFAIBAIBAKnjwCL+5RSfuIjrSAsLCQRtk9H+OkULnfl3soXv/jF4l63H/mRHxFPc2XBzc99QCRSSmIRywIVu4sJD36wkGUx+pKXvCT/vAJP4IQ08rAeiCWkh6gO9mjPgpbL/HiQCDa5/w+iSv+kkDgIF/YgBujTLqWUL02ENLBNHQt08hAZ9FIaEsFGhz4hjDyM5pu/+Zvzw4sgDxAj2rM4ZmwsnhH8oQyb2KOMBT6/Ich9heAD4WWMkBkuy4SAow/ZQJo8JJXF/qte9Sq98IUv1Mte9jKxwGacze9OQvaIAEGkaEdEiKerEpnlScH4DOHhCcBEqMAZX9A9mXz5l3+5IBGcTAAD7qXFd0gP0W3Gjq8s8iFM3CsJkSTCx9NVuZSW+zTxF8LJT3NAfugTvPCHqBZEEXLIE4kZE/d58iRg7EMy0EcgFPSX0nCfZX4YM/PMmDi5wUN22Ccg42BA9IyHTm3atAkTWchDKrlUG98gY80+QJ+Mh34gkvgL8eEJzcwX+yM44DN9Qugwij77CFgz59hFFwzohz44cfGxH/ux+cm0RFxpB3lCnzlkn6FvfMAe+yM67OdgC0ZEALk3FOIO4YdkokOeS86xS2QZW9jmM/iKV7wiP52Y9vxeJnMP9px4YIw8JIz5ww6EFbKOD8wRZfhG+mVf9mViDn/jN35DPAQKfF/+8peLkxj0h11OUjT7f9OesdAeYf9/6UtfKvZRsAIP9mu+R/geYP9JKWWM8KX5LmJf5BJ6fs+VS5rplzng0mb6JrLKZ4V9BMEH+gsJBE4XgeJ0FUMvEFhSCIQzgUAgEAgscQSaSAALQkgRi1OiRSxwWcyfyn0WdfwcAg/4YVFLVA1iweWQLDaJUhGxZHGMLS7bYzEIWWERz0I7pSQua8QWOjxY5ld/9VfFJZgsJllgcqnmC17wAmGLBar8wiaLbBbBb3jDG/LDZri0lksWIQ9EtniCLP6xDcFws3wJLlGpZjFPOfXUESVkQUxECf/Bg3IeSMIYWfTztFH8I6JGykKY8YAhmEEs8Y2FMpiyzUIaO0SIIEUs+iEfXOZIP5AsCAB2GBOkAaIFPpQRvYHwsE20EDLHw4v4nVF8a0gHfUAUUkqCePGkVhbz3PdHZAj/OBEAgaR/9E8mz3ve8/STP/mTgrA14wFPfr6ESxiJxEJGwA07EC6iVMwhxAHSx3ygQ9QVUgGJQBf8mU902A8hK0QNsQ2pZY4YG+PhRAhtwCqllO+xhZjRjnJOdDA/L3rRi8Q+xtxwggIixYkBTjqgxxyRsg9Rzn4OKVscmWc/bPTQhQSDHVFynv5LRJBLlfmc8DRlToKgxxjxiX3u1a9+dT4pQPSNy4uJGuID2LMPoc8+T99ghm3Ghg3qmv0xpcRmFqKnYMdDoCC6FBIZ5fNEnrllThH8oIxoKynzyNN1IYmQUj4nRBSZDy4Z5udr0GPs7Kv4AVFnDtkfm/0LMknElxNBEEYi/FxNQP6nf/qnhT3sMGfs94yJbQghaSOQcbAgGgqB5lJq5oKTE8w/+zyXmKOf0hADiD1P5+XkFuVEkMGfEzekfD4oJyLPPsBnkO2QQOB0EQjCebpIhV4gEAicEIGoCAQCgUcj0CxsueSPBSILQRaRRGUasvXoVkdLmkUdETgijFwqyoIcUsUiENKANpE2Fp9E4bgfDQLEJZmQPRa56LDAJWUhzsIT4gIpgcxwGSIRS0gLi1kiOCy0WXBDhFiMQk4hYXfddZe4PJUIIIQIfewiLLZZNHN5JCSWMiSl4aKWBT1kiQgOJIY6FuCkPIEXcsSlvpA+xootFv/0S4QXwo2/6DNeCCI+4gd5Fu+QKMgOZISFPcSIcTEH/L4iZVzGixBpgvwQZYScQRK4B5QILg8pgqi86U1vEpGrps9mTmkHaWeRTjQZv1/zmtcIgk6ED19oczIBWxb4jJvxQjYgdkTYGBNkAYLFvKILscJXftqEKCfbzD0/DwJxhcjjF1HNZv+CaHJSgXmCZPAwHKJur3zlK/NPgUC0sN/4mVI6EpGHCEHOsQmx5lJf7uUEI0gnvnKignr8a4gY4+dEAYSffZHLNdkPwQQSix5tECKoRNjBGOILseMeXOYc8tfMN/tts69A0LlclZMv2OcSVMgYxI+TEOACCWOOuRwV8gThov9mnOz7TZ6TM/zOKD8Fwn3NEEf8aOohWPjJHLE/8GRe9nXGwX3R9MnJCT5TfD4hwZBnTkpAnLHD/sd3AOMgQox9njTN/ss+hQ0+d3xGIJx8HjmxBIaQVp4uzGcSnPE9pZRP7mCbsZJCBkmZe/Q5kcK+Ca7sp/jC/slnCeKJLfoHL66AYN9iTpljSD+fIaK0DYnHNvsl+uRDAoEzQSAI55mgFbqBwBJHgANRIxzMl7i74d75QSCsLhEEWEjiSnM5HXmITEP+2D4dYaHZ6EG6WCSy3RBSyhbrsHCkHml0yCMskkkXS+MnZeQX378GQaAc+4vHQRmCPinCYpm0ifyQP1bwh8V/U84CvMk3aUopZxvbjC8X+K0hR9xjxsLaRfkfct3g0oyx+Q6EnJKnnPHwHUmehqTNgp1tpLFDnjFjmzwYkCK0Iz2RLLZxIh18aeo4qdDkSVnYgxV5BN1j95sGn8V6+HWsLdqnNMSUPIIe0SvyzfghRGwvFuYS3cVlx/pBPf4t1mny4EceH8Gk6QvfaUcdQh4hv1ia+aZs8b7S+Lp4H0CH8sX+4RfElTpIIyl9N36wDbEm5bJr/CS/2C4nJijDv+az0ezrfNbok/pGwIw8+ygpQr7Ra8axuA/qGtvoI/hOulgoa9qD5+I69pnF2+Sb8ZBvhO8g8tgiBa8GjwYLypFm7OQbOd7+1dRFGgicCIEgnCdCJsoDgUsQgZRSPjudUsq/dad4BQKBwEVGILq/WAhANIns0T9kkUU9i/SUUn6YEeUhgUAgEAgEAucfgSCc5x/j6OEiIsCZ7MVyEV2JrgOBQCAQCAQuIAIQTKJZkM3mkttdu3ZlD5roTt6It0AgEAgEAoHzikAQzvMKbxhfKgikNIz8LRV/zpUfXCbWSEOsz5XtsBMIBAKBwKWMAN+J+M89ehBMHpbCZYfcg9bUUR9y8RCIngOBQODKQCAI55Uxz1fsKFO6PIlmM6HcU9JISpf3WJsxRxoIBAKBwOkgkFLKatyXxkNdeKALD2ThnrUgnBmaeAsEFiMQ+UDgvCEQhPO8QRuGA4FAIBAIBAKBQOBiIcCTN+m7uY+T3yvlBB1PK+UJndSFBAKBQCCwNBG4vLwKwnl5zWeM5iQIcEaby0+bB0k0i5CTNLnkqhaPkXFecgMIhwOBQCAQOEcINE/ehGRikp/m4HuR48Dxnt6JTkggEAgEAoHAuUfgkiecQJJqv1tSXciJBilp4CKpkuqeZV6qLLVF3s7StwZyeLt2PgttXHWc/2zb5aROHvFPGeKOXG5bGgpli2VY7z7wDaFP66KDz0jdlNfWowJxWW09NUIZ4t74J4sM2yvjQLncTtkOtixsuwLdYyXr5nr0rOT/E+sMx9d0tFjPzZTLm0IX4BctSPP4GAd+ue5E/03zxamO+Ic15nPWzactpN6uPJ+V67JtxuE88z1YUKrmVAxmVfam1FqwzB+yuXmJ/YJ2eV9Bn3bVI4bQ+OCOltA/ftrfakHqefweT7IU8/uVFg56l2d8xoN97AgetLHkMrdtUjB6hLjOc8RcNWMnPTJ4NpAjBZEJBAKBQGBpIdCcVIRk4lnzACGIaFNGeUggEAgEAoHA+UXg0iec9UAtRtGr1UotLXgt7SW2FkxMar9r9oC0d5t00NLb54X5XtUDFuLzkkmHNO2F+S7p0B5pZkr1zIymDx7U1PSsBrbVsI7a89CzzVmTkulBX72FWgM6cnmuq2rNLMyo1zP5qb34H0xrwfan56c1ZyMD6w2cuvNhzgSn6s1IcyYGC9OadV9uqRnbnoU8zE1Js/Ztelq9uTnNWXe2P6W5/gH1Bm7Xd6/+zyazRZvyNnYQqmV/B3PoznmssxpMH9DcoYPqLcyph7+DGoRkJEwt+jZlJzJVrzTw4OZ7C+630myvcr91buMa/f/s/Qe8ZNl13Qevc+6t8GK/znG6p2cwGYNIJIIBHzNti8GWLMuWbCrZP4qSTEmm5CBZNC0HZTmRDpQtyYZsSbQp/kRJpBgEkiCIMBiEyblzDq9frHTv/f7r1Kvu1z3TMwP0ANMzOPXurpP32WedW1V73X2rXgNBayBtox44NuAAN1kdDHR5fUUrrNdjNRypXhskvl+xFxVV0gAAEABJREFUeChRmoca9qiven052WM8MJsV+GB+9rOxUKSU5l3Dzh6dUIONlUZ9sBl5Xext77Q0REbs4Rpy6ax04QL7SRv7IQimBtg5vKL63BE99+gn9ORv/zO9+Bv/TI/985/Tkd/+VR3//G+ruXQcuNg39A5ZF6tKmIyY0bazRNAUJQybHNg0yb45KQh5fQ1YnD+mM5/7DT32Kz+nL/7Ln9cTn/4lPfvob+rsU19S79RJqc85MBqqP2KNJpbgv3LsRVVXwKqhjf1slsmPlqRqRYPeZc6EPj1H7FutIWsdMV3NJrA99GHFNRXUk8tHRiAjkBG47RAwwbRR/rVapyaaTv2rtRbns2QEMgIZgYzA1x4BU7Wv/SxfsxlweNE9jnAGOXUNPvEGMaA0xJlexYlewpleOqf++mX1cLbrwbpqHPAGUhghkSICVq+tKsCOZubmNTMzpQg6DgzV1A1HfchXDx41Ug3JKoqgosCPh+EyC32Duu2uWq1SIsIq2tvtjrqdGWwJ6kOafBuPgnjUCiiPZQvHfaAGOwZID49+ABFs3KdFW7ut2J1Rq2u9HcWyUCgbNUSlGjv7MKHh+gBiO8KuRhV22f/3+CbUaZ6iVaiBCNZry9gb5V/qsx2DYaWIje5PR2wU62IMOkQpFpI/rGMRpSQBmwMthUKICugtbSNghyC12m1NT82oaLc0YC0oU6QOXo19jVYhrSuQ6dWqpwGMJRaFCmPlya8TbEi22woplEEROz2HeDCVynaUwkhCl1YvaeX0MT3z+Bf0O5/6TT3y25/U808+ocuXLklmR5ER7PXw1HGdev4ZXTpzTMO1JbUhzTOx0ToE9fzxl/TS00+od+aEmt6qyqIRo1grKqRXTFMlbW/u0Uh1X6Mzx3XxxWe0duGk2lyM6HAZoSbSubp4TuePvqQLJ45qfZELKlDIiOErSxd1+qXn9exTj+mzn/mUHv/sp3Tsqcd15cIZySQ91mp3S84pLgzQn1lUA4jPq+vW64brKnIhI5ARyAhkBDICGYGMQEYgI3A9Anju11e8FUsvc4TTIiAuqnXx5Akdee4ZPf3Y43ryi1/SF77wBX3ukc/q05/+tD7zmc/o13/91/U7n/m0Hvn8I3rk0c/r2Reex+cmYoSO9fW+AgiZ8LSKUp2ypQKiFEKQ+Z7J6GhUQbAaomHCnRdOegPBGhGFq1MeNaogd8Nen6hhoxpCZx5UMQ5fXmp1FFtttSBvZRkVy1JN7DKslJi8GlToqzWo0cmEI0hpRejVtwM1pC3GtOnahZh1IVcUFUMDYWL99CecqSNHjujxxx/XhTOn0BnUhgjGENL0A4jwgMUM0DWE7FYeg40BDZH5Y5BiTMNAU4yJrLOQ1JaKjhxJHaKD4YwI1Es1tlYj2DC6Crq1WkG209gpYmwoNUIUW0lfGjR5apQuHFiTBU6oQkK3NILINtiaSv2BhldW9OQTL+ilo+d1ablPNI7JIOjqTitA9tWizMjBWk/nzl7S+QuLChi0fc8B7Tl8rw7cda+27dwhLNbFixd1CZIKdArsM5XyXCwdDS7dhgK+jlyePXlMp04cV80LYcfeO3SQte29407t2bOXSP2Szp85qcXzjgL31eI88bkWyo5a3VlNzUzL32s6c+ZMOk+OPfe8RotXWGxQO5ZXsfc+GBumoG3j8AZtZHMyQSCnGYGMQEYgI5ARyAhkBDICmxGImwtvl/xkUfaHTcz8P7gm//S5GgzlX6ezk726vqZViGC/P4SXVUkGw5GGRDs9tiyCmkFfIjIX8LbLENSKMRG60Wikfn8Et2lBQuldKRGlsmyr3Z6Bi03j3LfVQAo6RdTMdFfdVslYpGAM/cSjgkTVEDTbbHoUmaOOhdbx7AdEBZuiUCyjythWK7TQ2VUbwljCMkMnSkSjArQtJDpYKTp6yJwRsUH9tXWdgnQ/+/RTOnbkKEHBNYUY0VFAhGu1WWOHcrdAv+2CZCgE+WGdBesuKLgGLgipayCZgRhaoZFKlSaTSICR1FDRFmOnp6ZUdFsidIs08tgWT21yXkOMHTWsZwidGbcyweajcaEWq4NE1S6kfDVkL8BKrG3x4nmdPn1W584vM+uU9txxrx7+wIf1ng9/i+568CHN79guFaU0ZL+JAvdW19mnlvYeuEsH7ntI5Z33qn3n3dqN7Nq1SyGwpsFAAgvgZArmZ540+Ss9hVeq/PrX1b0VrV25LJ/n23fu1fa779PM3fdr1zvu18H7H9JucIhgtnLpnEYrRH1BqzM1rT0HD+uh975P7/nIh3XP/fdo555darjQcPz4cZ04ekxa7wFFIYK9STavrKHA6WmYpNsEB+VHRuCVEMh1GYGMQEYgI5ARyAi86QjEN92CWzTAzu9mFZMFTfzg6U5b3XZbW+ZndfDgQfln0d/1rnfpXQ+/W+9593v1bd/67frABz+i97z/fXroXQ/rwIEDMqETBK4Nqav66xLSDHpUDXCyR0xXKxaCwBSQNmk0oEzYsoC0CGpU4Y03ogP5IaS2HWq1GOUoZ683UF1VlDggslU1hJdVaiBGE35TN0xVQlaJ0rknPIB5G3z7hkENxKCmQ5+Jscl2DXuqBuvYQUpksakHG32Ztwjat3uX7rzzoBa2bpHJrZgIfqgYg6w7oNUSSX00kOlRv0eUdg0CO4JW1oiSiLWNWNuwKSGcQT0IPFogJSMN11fU8/dgTQybkVCArLG+dVJsggxbf411FWQwtFqqPbErX0FSE2AElg11xBaPpDAc6PJ5yOaZ8zp85/264477tXvvXZrbskfl/BbF2Rk16AYptAYFdDRcSGgRkV3Yukua3SaRV2CPulPqEhE12fJFiCF7rcAckDRHtQMaohp2ksyNhxtvrPt6ltnHyreHD9c0PT2rrTv2SnMQbQi9QlfqTGkvRHK6Bfyrl9Xz95SrHudARVtXcW5BYh+27tqhw3ffrbvvPqzZ6RktXbmixYuQU/Y2AkVkTQHx4f3iFEj7VrvBlVkyAhmBjMDrQCB3yQhkBDICGYFvTATeFi6jneDN22fnOKgWPEHD/kD9Hk72qEpRxoXtO7Rn5y7tQnbs3q2F7bs0s7BdU9t2aGHXTs0vbFEIQSOinDAlld2O1G4pFBFSVauAvBQKKstSrU5QU9WJiLXLACHCkYfB9SCVvh23rmtNd1qSyZf6KsNIJUbFGKmjL5HL9tyMyumOpsl3GomApUKQZIlSD/I2wvEXJCugL0DaQlrbiD6IQ4fMXZB2WlGtQpCjRgEyKySi+/CD9+ubvvVbddf9D6jVaoPJOusbqgMZHaUfFeqrSPQRm4iABcJaZbuQpWH+gP1uL5iXaWT7LOIRPI51tYM0y1o7kLXoL24yxnfdCvjgzuqadEPiimaoZD9ja6RBrjsaFu2K1FCrUxZylNVjSgiyLESFV5avaEAU7tCBu7V96z5403SKug5GjfqQyyE2VLaB/sZiQCQbTepOzUkQTbia1J6SYkGUepr9bKfIt/8/m8C7QofSw1amzNUn1yTzrta8WZla6ytXuFgxUKfTYQO2sJ6u6iG7YjYIMwwhcC4MOa/W1Q6VBIOsOQdHnLcKUQNeG+Kc1fSU5nfu1LaFBS4arOvSufNcQOBCAQv1Ocmwq4v0662i8vbB4appOZMRyAhkBDICrw+B3CsjkBHICHzdEIhft5m+RhPhU1+nGb6TyhGnWkirZIkQr4qoYghBKgrJhM+9QkFUcEh0cCgYGDWFYrulEuJUuh/j1i9dUHPlsvDCUVerBYEpkeCJ8Lg77ahiuK6Bf5SFCF9gzuluR91uN3EjNQNp6by0eEExETkTUFx++oro1PDKJTWQBvVX1Cba2Q1K0VBUQ+/gEFNtTXWi2hAvk72ixt7+mur1RWl1UfUy49eWBYtUgFC0opR+9Ia8iLoKggqrkNZWUx9BKKOCbH9ghrmpAt2ezRisq15d1gixbTAO9ZcuqFph/aM1BQ0VGe+li0dEOjBN36o5JHoWTTw7pQQZUe+KhI3V4lnV6IisrwsWM0Fw0ABKgqqi4DUOuquGaLubo5AyU4QED00gvY9Fl6YWfdgecgGcTJS91YLceg0V0dqGCw/tWKo1MyOFUgOIJkxTKkrNzM2q7LQ14qJEVcGwglcmFDasV6z7mmjTg56bSm9SlnO04mIE10GkknMrQjjbMwrtaXltQ7ASEe+SvW5B+r2YIhbiRFfD+V+226RB4vUhiGe321bFmOUriwompSwyMNZ7HjeW6NdcTX78w1Rk8pERyAhkBDICGYGMwC0gkIdmBN7eCEx8yLf0KvGJr7Mf99l+NYShVmnygDfeQCZkBxrn2Y51EkYVRUtF0ZZiUCJoQhve9WB9VZcvnNGXH31Ezz/9lC6eOqnhKqTNhItxJkE1BHGwdEUvPfOEvvg7n9AzX/qcrpw9rQaCFK0HcnjmyS/pqUd+S8988TNaPXVEw6VFnXjhOT3+hc/p8Uc/qye+9IheZPzKyaMSxK4cDRSxsUaGEIVCQ2nYk1aXtHb+tE4dO6IXn3tSTz/2BT2Gjuefe1rHjr5AROqseisrEC+TQgws2FqkXlnSC08/rc9+6pN6/qknVEG8ikSooSAj9EKW/Uuva+dO6uQLz+ipx7+gL3zuU/r873xSX/zUb2odsjj0d//872X8C6buj42YpwD5u3zmmJ78wu/o0U/9hs4++5S0dElXWMszTz4Gdp/RU19+REdfeFLL545LEOwA6WyBIZQHYkPEDVNf66hMhuhUE9kU+RFpzX52TLBAy1AH9ljoJdirgq0MsVINGSO8zZrX1TCuXYJJWaIJOMFBnBt1v69BHTSCaPYHIyVSS5/CFxzQkzp7sZ5kXLitntsQRnHu+gefVGFwaKmBhI9ioXpYq9XpqmQ9AXxGQ86lwYC1jkQgOK0qxhYwgAv1CkHzs3PqtCCdow0sUi8JzZo8TDadn6TOZ8kIZAQyAhmBjEBGICPwtkAgL+INRwBP8w3X+XVVGEJQCEHySsJ46pR1ZM8COZkmajnVbUs43cKRhmEKL1ywC4WipfW1tXHZznWURv11tbt22IcKkL7e8qLatLWsH310kaM8EQITIG3tak1h7bJao3VtmZ1WpENy7okozcSh5oqh2qNlnT/+op748ud19MjzGhCVDPQfEq3sryzqmc9/Risnj8l1XVUa9pfUhUg0vSWJ8Q1k9NgzT0Ien9CZE0fhnxewrafFSxf1/PPP68knn9SFc+ckyG5CAYIF4wAbaX19TYNBX8ag6IADuIxGfbWIBqrpaRUyePL5p3QK4nrlwjn0DuVIadVbTv9u5LnHPg8ZfVpijfAYRUhnb2VZjphNFxVR0Uvagtr1S+d07vhRCPoTunTxLFsy1IjI6MXTR/UCRPb0c49LjhZXAwXEBDAkY1/9qQ0BqllPd2pK3ruiKLRjx4609vXTJyQiqmyXBpDrYZ+LAr6Vln2yfd6Mrgk2WBoDDEqTtVotVZwLcWqWSJatotMAABAASURBVGtM/7YmxFJlq0N7VMV84wsHQYVC+hMPtpZ1kblNjgrL+hXXJLBSHWwPYj3iDCoVO9OctVhclKo4YWtErK9hBQMIJpydl8BI/XT+t6QQdfbsWV25ckVTYN2anqYOhcwRSK6K5Jokyo+MQEbgNRFYXFzktcbFTHqOeN8hSYcvXDoz5GLQ+vq6s+m9ZzVd3JT8Y3epkif3db/02t3Qkb4CsNHm8R7n9y6qrjsm/fxr3G63bO6w2SbrcJvn8py9Xo+PldpV18lEp3/d23baLnfwuM36XOd2p5Yb5/YcFrdZnPdaJv0mel2ezOkLg5M+ts/jXOfU4jFeh21xeSKTvjfWT9o9x2Y9k/qcZgQyAhmBjMCtIYA3+lUreNMHNjjINY5wMmSSpsLGhyOf7yYqJn/+dVo+NSWzwcCy7T0nctbAYQpGWUiiy0GifWaqpQJyVjTUISKiF9ApHjXio8S9bxPJ7FR9dYje2dUXfSJ9xZgAGR0tX1Dvynk1RAi3bJlLP1507z136d577tahA/u1c+uCWsO+1i+dVXX5ImpHasP4IrqDBtKF0zp/9EV0XNZsZ0r79uzVoUMH5R8C8g8h7d69mzHSyZMndezYMQ16OC5eJ+sLIbCURoEe6YMUm5TqqDExgxgunT2hdSKT81Nt3XP3XXr3w+/SQ+98INm3a9uCWkVNEPS8rpw/JQ1WiYAFTbfBq4a0InG4Bhe9oAtEgU1Ed+3cqYcffkjv/MA36e67D2nf7u3qhJHWILNrF85KEPrCVAgTMOtVD5vrDsHriYWzCqSdqa62zM/r4tmT6p06phHR0/mpjtrtkj6N2mVLARGbESJEkosOTQxw8B7ttVrki5K+tMWyqxbEM7Y7EE+ztwHWhTQPndMR0/Nt9sR5vEYUs8F+lS0NyVcNWzSqNaobDVmK24rurJTWhv1URrCcouwtDFR1fJtxPdJFLmTYeTSZ37t3r9LrhXa5k9MNiWBKo25LTDZszElG4HZA4MKFC8mMhYUFhTB+IZV+36HWxMqvRROngotoI0ikidIk7x8xm52d5WLhQOe4mOgLQQxTu92Wdfj9PH13m8oQQrpINOPXMuXJvNZtknX+/Hlqpe3btydCa+Jp8ra8vMw1uBEv9cknmtLnoQmZ7bB96eshvGdYgUnchDx6bl+g2rZtm2yn9VlaXMyzfW5z2eNss1OLdTo1ufOaXbZM6oyBdXt+r9ljjZXLrve4EMbrdd3S0hIftU36905um+gxFrbFONluY+g2i+udev2ez3mL7QkhOCu3pUx+yghkBDICGYFbRuBt4TM2ON4TJLwgk0KLneLGt1UiTV1pnN/4YJ0wmapOH+B8Ymny4TgY9tRbWtQAYhQYV0DMikQgx2P9XIsPJXQESGHZQLzCQKX6mDESIULVtokI53QpldW6msGKptpBdub37d+vuV271FrYol0H79DOXTvUxeD+5UuJVGKoSoivTDaJsC4TxTt//JgKiMSeXXt1x8G7tOuOOzS7b6/23HkoEdiZuVktrazo4uXL6nO1XHxoNjgwwlEIAVtV42hgGwRa5ItUV2npwimtQXRj1dPW+TnthLy2tu9UsbBNc9t2aN++fZomKroKIb14GsK5fEUOpnU7pWxnPVxRGzI50y41DwncsW2n9u09qFnsFBGyuYOHZEI8VZRaW1yEuPrXT3uKRYCwwI706o8R++MeIQR5TYnrlG3Ngd3uvbt0+fJZHTvypC6eITpMtFgm244UEKFUwxgcuTZO25Y9uzW7fZsa7PDtygobc0fI6Mystu3co+2796ozNQs6JVMxVpsfNfbWVNwoVL1pR9TUwk5t239Q2/ccUNHpcho3svMWWVfN3g+aUsX0VnUWdkudOaloqQhIlAIhzjUczjXOmXNHj+noiy8RDV/nHN2mBS4aoIhOkoISlNr0YPimUs5mBDICr4SA3+8n9SY+L774on7mZ35Gv/RLv8TLK3KRaKgSAurXrIlV5fctBmzZsoW3z2mZKIUQ5H/dtHXrVk2I0pD3eBPSCZmsubjo8iLvsUVR8BreIeenpqZkwuixqE0kynNYX6fT0dzcXCKcHuN2Swgh1dkmlz2X9TtvEmdy6bzJrN/bTeRM1KzLOk1uTXjd5rLbPKfX77xt9njr99qdN7H0OOdtr9tMio2D6zyX7bAer8t1Fpe9lhCC/uE//If6v//v/9vViXwbD9sWQpDtdj/rth22wWKbJ5imgTxZJ0nCxmmWjEBGICOQEbh1BN62fiOxLKmRZqam0wd3p9VOH+52ri+dPq0LZ87oPFeNLZcvXtTyuTO6snSZMbU63ZY67ajZbpsI50gmnRHiKaJGY56C9kBXRFTEUNFviIzGOxKiqg0vPUBW3W6C5g/PuW3bVczOS/Th0rU0PSNRnoEsRH+HsNeXmKvB+D5EVb1VrVy6pNHamrYtbNW+/Yc0tWOP1GVcKOV0HmK4Z99+7SYqNU+fdrstP8y3FIL84e18chogyZo8IJ9LF86rILq1HQcnOUftjtQbwHVZS6ur7o6dkLutSccq5GRpEYyGtFshNhqXAmK9ZXpWe/fs1/S+QyrmtwuOT9R0TYotCM90cgAi+FX9nhiWxGvUjQ90parg5wiODQTQ3aNqxks0YOPs1u3au3+P9u7brtFgWaeOv6iXnntaR558UqdePKbVK6tisNSahjxv184779bOg3epmJmmOsKVG2A29SzoMqfddxzSAfrMLmyXI52KBZMG+TF+du4rkK9H1xA1u2u/9t39oHYfOqTI2iLnYxlllFSzRwt779C+ex/UwXse1vyeO6Siq3UupPi27Kce+6JOHz2uZx5/Ukcgm+2ypUN33qE9XMjgBcD4YVLUCCiQOvDE4WQsdZqHqnxkBDICN0HAdw34YmYIQSdOnNBP/MRP6C/9pb+UesfIizXlpA4EcAqC6KLJkomRyxNC5Iibo4s15NJ1JlEmUO5TQDKnucBnfSZvg8FACwsL6QKSdbmv9W6e4zSfg64zmfN45y3Oh+BXuEuS57JeEzT39fxej+d2D+s2cTRhdPtOLlb5s8T9vAbb4nlDCHI/63O92z3GOvzZ6HHOm2g63U401qnLnsPjbNuk3uTVa3WfU6dO6Q/9oT+kf+/f+/eu3oZsmydE23OZsJrAW2y7xWMtxsip7fQcE9LpuiwZgYxARiAjcOsIxFtX8eZrqG8wwYtKAUKYzWg00JAP3zWif2f4gH3qiSf16Oc/r0cffVSPfelxfenRL+gLnyf/2Jd15MhLqnHGBcUJrVIRzz2Sj0Q38eOZBdd7g7DZmaekiccd6Cc/+JxuVGiAuLg+6KuCfZXtljoQAk1NY1VLioXUgtw1pJ0ZtSF3gWhevwch4+q1P5BDCKqI2PXXV9UuO9q6sFNhy3bUdtQQuRpVUTILoG37zl268653aA+ks4SQCcMiOp2GwBwSY7AYkkkOGyqpP9DK0qJgXpqf26K4dZs0NaemmJLas9L0gtSd1/zWHZpl3hoddnoayC/KJOyLbRP5SmvY3agltWZkUjMimtbaskOyje0ZdabmFUNbFVxVQ2syskGv9sBaMUjuPaSjf+imUZAgRpqaUZiZ0447dml6pqW11cs6TwT2/KmzWl5c1mhIvwKsy2lpel4iaiuIeRO7GimqiC2WQB+ipWpNaXrLVs0Q1VVRSoF26uuNvRYPenpmpN4kNLypR6GqNa1iC+fF7FYpBCITA9U15xyrHHA+qTsjze+Utu4R4VDIdkdi/Q0XDaq1VfkW6JXFK6o45xYWFrTvwAEFIsFqFRpy3ipIFRcBfJoxMB2R56LRxhlO4S1wZBMzAm8WAr7ltAOZNDny7Z979uxJEcvLly+rgChaTIJsn0nUGS6GmjyavLnOUlVVirjNzs7KRMrkybrc5jqTOkfzTMy2bNmS7tqxLpPRCZnyGM/lMZa9fFZYr8e47HaPMSnsdruJrHoO17ndddY3mT+EkP6VlNfhdhNGt/uzy+UQghN5LR5jPbbF+kMIae0e4zqTSvGwfRNCSTEdE/s+z+e215kqebIeY0s2RYKty2IcXGd7TVKNrQmn89blvfC6vTZLCCHZ6DqPs9gOp1kyAhmBjEBG4I1BwL7jG6PpttJSSzjJ4uH/YVnhODcQrRBC+pDzB0+3Oy1/+MzNzcllRwU7ZWvssENShQxWlqW6sc8tQmJIIz/8TPAIl54P1FBIMSiEkIiRcMMrRY2IPjaxVAkha3XaKloQHJyLUR21hoKadpM7hZYUOowvVVW1Bv0hpHdEXaEW5MgfsP6fkAVj2x3IQ9NmnrZGkMLoMmNsY7szpfn5rZqanqPIBFBKMUYBVdgWAhlde/jDf9hbY84qVTaBU8HkN2APZLFpQdQgiIptIrILmp6fR2NB8HOIYB9X2dPAImowqoiaVcJ0wVZV1x1VEL1Ks6pbUxLkNUKuqyYS1B2p7g0lcBU4JR03PgVXRNYpzI+yhSO2tAL0JhQStRgh78+JIy+ogmDt3L5VB/bv07133a2DdxzWzNxWVaGlATj3IOdiHR67NBoK63HIuiqKtmLRwpTI2lg/9lRVAJNGkb0LwXO5Xjd51NRbSN6Eo1LUyihowDrEOmxC5LxvxQD1D5x7La729zVYrzUYRg1HhSpaOp1p7du9G6wO6Q7SQ/sOaG5mVosXL+nYkSOqiKiLPehMT7EHNdjoqsRGChYppcqPjMBXjsA3zAhHBb3YX/u1X9N3f/d36w/8gT+gF154Qf/0n/5TffjDH07fqfz7f//vp8+ixcVFfeADH9A3f/M368tf/nK67fY7v/M7UzR0Qsh8S+5/+9/+t/q3/+1/Wz/0Qz+kA1wg+qN/9I/qkUceSSS24D3fnxk1788vvfSSQgj6L//L/1JPP/20/vf//X9P87/73e/We9/7Xv2Nv/E35L7+7DNJ9PwmcSaQH//4x/XH//gf1/d+7/fqox/9qH7f7/t96VZgk0OvxyTX6V//639dP/zDP6y/+lf/qrzG/+q/+q/Suj7ykY+kiONv/MZv8H7qd3AlUuj5PM7k+xOf+IT+yB/5I0n3t3/7tyd8/tbf+lvph8vcx5Fhk2Db9+yzz6Y1//k//+f1uc99Tn/iT/yJNM5YPPDAA2ldjpb6e6Pf//3fn8i5cbEeE0yvyxj+b//b/5bGGefv+I7v0I/+6I/ql3/5l91Nxs7kdGJjqsxPGYGMQEYgI/CGIPBq3vQbMsHXXEm4foaQXONrdd2ZGc3jTO/Ytl2HDx7Uu971rvSB6A97f+h86EMf1vvf+z69/33v0wMP3gc3mlaEHKoN8cJ5t77Ah/c1jc5FHHFa0tyRGRHyTYiqkRFdRiA7VAnP6SjEgvqggaJ6TVAPUjMwuYstVSZ11FUQ0UjeIhWQoqBKQaNhRSSuURHbaiBPDf3WG8ZBOEN7SjXEqIFg1Mxb07+xMF/TBIk6BiuEkESbHvVwlL6zGmNUCzIYWm2hTDX6bdtA1WO5AAAQAElEQVR63dKaf/6UeYWMIG29qtKwahRNbgoWOKpVDUYqGNvpziiUXSl0NSo7Wq9autI0rGOKulL9UVTtNXsNCEpUS2qQ645AnYVKt9XkUz/SwJyxKNRAGi9cvqQjx4/p2Oljmp6b0qHDh3Xgzru05fDdmtqxTwW2DFHQD4VWwaIXW+rFQmsoG2EHTWDbpPn7rMNBV9cNydf0Z3ouPngnnWOtTq4T976u4utesAVeX8V5o4CNMagkKg9CCqAbFdWdnlLkgkcFbj3KDjCP6hHdG7W7Hc1DOA8eOqQDe/dxqjTpR6deePFF9Zf8Xd0SLdoQz6ZrDxcncq025zICGYFNCDjK5uIHP/hB/d7f+3v1b/wb/0b6zr0J1u/6Xb9Lf+7P/blE/tyn4DVqIufvP5ocmgz5jhKTPF8cNWH6T/6T/0T/3X/338mROd+2+iM/8iP6lV/5lUQK//v//r+3GrXbbUXe1+e4mOrUpO+P/bE/pr/39/5eIqXf8i3fwvtEqT/zZ/6M/of/4X+QJIUQ5OigePzlv/yX9R/+h/9h0uvPy3vuuUdPPfWUPPdf+St/hR7jwzb419H9Y3X+pfRf/MVfTL+WboL64IMP6h//43+s//Q//U+vEjpHXn0Xhcnw3/k7fyfN7zGe11gYq//mv/lv9Af/4B9Mehy99MVgr8FjTDp//ud/Pn1P81Of+pQ+/elPy6TRuP7u3/27E3n3GI83Wf79v//3J0NNNn37sNdkgmpSaftMlH/9139dP/ZjP6a/+3f/buprnCeEc3KxIDXkp4xARiAjkBG4JQTwUm9p/Js/GKcXKjO2A1LSKMgRGDUsDeLgf/mwvLam1fU1CJwUp6bUmSWqOd2FGOFQt9oaFW0FIoPjiCHaehVedgmxQVTgcBcQk1JCX4MEZotqeOZwyIfk6kG78zXNHFpbX9dqb109CF7dNIpFIZVB/vEaE8gB9qpGI/Z2IXKzUy3Fkvkgd73RSEMimpU61LVkh0QB28KIIZG2kPSFsi2FQgPG1OgpRBly0fi7mNYtKYSQROkRGCsikg29Qvp+5Yy/SwrRrptCVZCKKJWQSBElrFnTOuHLHgS0UVC73ZFClH+EqWLOknFtnBxhmmBuMQTWF5TIG/39Ae5Ic0l+pt1V0Wkxnj56pUdk/xCaAmJ4i1oq61rt6JpazXCotctXZCdi196D2nvvQ+rs3qe0JaurqlaX2O+eMFsNOhpWacxjUagEq8ieAq2Wlpdtrgboc7+KvkW7AGvWRr7f7/NcIyPEqWU8TcVaGuulRap5/irFEzP6NY8b+l0tVg1EXhrVldRgAzhV1ZC97XFBoacY0YywJSkfGBjSOUFl2jPGzMxr4fBduu++B7R1YbtWllZ1+fwlaTAAKV1dJZrSYR0p87KWcW1+zghkBK4h4Fs8Tf5M8P7wH/7DcuTO5Ouv/bW/pj/7Z/+s7r777tTZffydQ5NMj3GU8bOf/WwibSZCX/ziF/UJooIf+tCH9Au/8AvpR3L8XdDf/M3fTD8S5B8j8nuilfm9y+/NJmpHjhyRPzt+6qd+So4g/k//0/+k//F//B9TdPS//q//azky6DGWZ555Rv/H//F/yPY57yjo//V//V+yTPHZ6R/l+cIXvuCuavG+/573vCe9D/srKt/6rd8qRxA95m//7b+dIqi/8zu/o9/+7d+WbxN2FNUDH3/8cf2Tf/JP0tdafvVXf1U/+7M/KxPNf/AP/oF+4Ad+QB5jsuq+kzEm4rbJEV6v7ad/+qflCK6jtT/5kz+p/+g/+o9kQm5s/+P/+D9O+kzy/Z1X6zEx/g2ird/2bd+mf/7P/3laz3/2n/1nKTLscSai/h6o+w75PHBqAuz06y55woxARiAj8DZEIL6V1xRwsAsc7lDjRZdSD6c7FDjf5geQtMQmSkijb5XF827sILcgS7HQWogadaa1EiFAW3er15pRmNmuJs7Ra4u0JHXa29TqbIekLqSopIiahVhq2F9T7e/AkQ56qzj6Q3UhYYPVdcVOByoiFSDbp62IUZExITSqQw0nGyAVRKgS1ClF3GxXIlbDvsIaE/eWZRYRiy59tzDtLoXYhsCtKRSraqmvyNpbkMH04YjuGAoNBw1EizmaUiFM0beb9BDKUw15aiAiVLLlpeqig+6oAhI2hIyvO6I16JuXqaRHg9Qjk5hGJosNxDIqCD6jnoksTQEs21NtlUXQ0oWLmkKXSUoE/1hLXRySghhnGzBmIYttIpM1c6nXV40tg6oPR0JRw2wcIrqqupCqQg3VJpqdKDUQ9o4VrhJ1W19V78IFnX3hRe2Y3aq73/kBJtomnqT5BWnLtJr5ljrz7USW2rTMtCKWk+GYYy+6ISiU0vz2OQWA707TKzIt7eZimA420szMFBHcdQzAGBtUDdiDISsKSKkeWpNDxHnHgnRV3Nd1N6auu1FSn0YNqaVmZovzFpTaKhmQasS5wz4kqKj1sQ3SOBuksmRBLdbBOdMupjXfmtEWzu9AG4fawNqNUpdCmwi0pmYk35I9x7keS4lzqb2wQ9vnd2qw1NOV0xfUrI8g/0EF51pTD1URGR1hZ0WZguTzQ/mREfjGRcCEzquPkRcXGZfTa5G8j4rXq4mS827z+62/m9npdFyVZEJs/F5uwujx//l//p/rYx/7WGo32fL7zL333isTThPGyRh32L9/v37oh34o3TbrHyVynfV7jPP+TqRv4XVk02WLSatv3R1x5c23+LrOYmLo211Ngk0wTXRdv7CwoM985jP6//6//+8qQXa7x7vd0Vjfyjo9Pe1iItWOMPqWX992ayIYAm8+tH784x9Ptwyb9L7zne+kRun7oh5r8ui5TAZNukMYjzFxtBw+fFjWZ/s9sM37n3G1Hc4bX0eE3Wb7jIPzP/7jPy6PN7F1eSLG7r/4L/4LLS4u6u/8nb+Tqk36rTMV8tM3PAIZgIxARuCNQWD8KfnG6Pq6a/FHUYH3bfLlyU0WKOKcbyyLaF8dokY4A7XJgVw/llEM6RbXEXVD2kYoqBA11ooDbtoV2vjUjQaQhIb+gkApFjK5nOGDrosX356dUUFbTWTPI/HQ0dhACCtNtSP5VItm58VMFVLTXpNS5gM1hEA/6iAbBQ69ZItqidqyNa3+oNbK8ipEF3JbQTq1qmbUZ3wNqapw/If0bTQ9Na3ZqY56awOtL69IA+obtEAQIqQ0kMr6Q60IyWgTbfT/J60hMjRL2JHaIRLGtUskVtjU7rQ1NzMtOwReu69syw8iYE5CCNiBNOIRWJsUoNNjcWWtSDkyv8mLMWKIQgh62aMZ1yR7nAeG0luG3ZF9gJlpuijUBvNhf6QwNS9BrgTJTnvXLhW7LfhQX73eCvM2GyJSeVex1XkrF4861ZO57oiNFKREtlSNxBUGJWyoa2gBdeaQQgh+uibYRaX0SumkbvMYRfkR/LRZ2CPjN4JscxLKOouCtXEui0etBkTrtJaC8viwrrEE9FpnA+aRzfTU7meRH4F+XIgRzLuyPdYEQZ0l2jlNWkD+mwHrbuTtknWJGcUjBJcYTz4fGYGMwM0RiLxeTYTcw/mC9y6njS+yuXKTbK4LIcj9LL7F1mTpjjvukL+vaJLkKKjrxGMSoTSxNMEyye1zgXFCFq2j5IKU56b71cN1Jr9OJ5W7du1Kt/z6O6H+7qd1uc3E0f/z2bfXWs+EkHm89ds2Ezz3tZgQ+3PCtw47b/Loeosjp4uLi7Iu6zFZnMzjtTlqaZs2E+EQgkK4JtYzEc9vMX4W5ydtTj2XbXDE0/NN5nJft+/du1cmuf7+p0m/69zHd+Y4nyUjkBG4bRDIhryFEXjbeY3Bm4Gz7sRSB6gOlaYdzgtH3GJCE+gANZHFjrgl4MgrQCfMOAixDUfrqolsJcLhf1NS96X+ikqicwm8WKgZ1aqGFY45NXbQCQMyVK2ilT4kYxMhYZF2QXiCWk2grCQmTsLeADEYO/S1hA1oleu2bpuH6LVl0lAkmxhPj7adf5OwggIEVaM1jSBYw7VVtWKlKUiXOhBn/1sWdJfotIiyTCLRNTPdURMDfKqBPEFOQzJeseqpZo0arAn2SqRrBd2rikS52mVUWUSMFxL8hGZjHNSEZIzkak0eLsTUVpOtGOp2IBh3YO3yWlyi3W3OJtkoh9J6oyoPgnRpakpld0rrRErlATh1ErabYLMPkTrfnjzXnTaNSrKhSiw7SUBXwRBrnkiUUl/XRzuE4AbwkiPoRCrEmBYOo3EMjHV9k84ncA6MtqQy6yV120REOYn7WMSYJEx63VFTspBwhBB4dnksgYlDwqsa20Xrax0hWMe1Xnaq7Ew5HXHhQpV10855W3md9A+sMyZco0IISbSxBmCQgiTOfZ7zkRHICLwKAiGEq60hBIUQlF5nG7UmQRvZlIQQ5NeeRTxMvny7LVn5dta/+Tf/ZvpBH99G6kiff0DI3/n0raHWZd1+fU8IVbHxWnZqHZN6E0L3N+Hze4HbTBx/z+/5PfIv6f7P//P/nH4QyNFGR0jdbvJsIus5PM7RUOszwbWuSb11u//73ve+9GNBx44dczGJf8DI8/k3FELg3Yz3nc1k1d8b9Ry+DTYN4CmEMW4hjFOq0hFCSKmfPL9tsY0uW2yHb701gf4X/+Jf6Hu+53vU7XblKKbxdV//O5WJTZPoqMdN8FJ+ZAQyAhmBjMArIPCVVcWvrPvt29v+/8usC3b8pQZHucJ5Hkdyri25wHG3lOkGyRG9asHyEFKzENhJE8lD4Br1pWFPGqxLI8gZWgUhGZ09r76/8wnZasyoEA8pmVs8AnS2CVAUIkaRKFzZFNREOTVhacuPRg3EqxarYE5BAsd2VDSOFFqRrgMtXbmo5sqiBNm13epji6Nv66s6/sLzeuQzn9SzT30Zsrgq2Qjb2tRitCL6E2F1lBBSgUq1iFxOz86x+qCVVcY4mgYZLTtl4qqJZPdXtXTpvJaXrqgAuumpLroDdnG0oL184NestUJYouQmpCBDd6UHbQ11NY5PEwuJMk+67oF9k7L7TgQ1igVjUFazh7JANruz86pD1NkjRzS4vChB+r3T9cD7NEBVw9A6RShNICeCGTLE8LYE8Tjvfg19JV8ocJ23QjVqegONlpc0XFqRhiMqgiKara/F/OLRBM8cQS4ybJzW9NosFWVLQ5qEMahh9PhoxskNz42Kdovt7mvt8mX1l5aV1odhZZqp3qzihrHjoh2wcW78bCfROTuxdqp8nhZExdUqWOMVXbx8Ce0NnH5K4vzwBE3A2Ia1RVKL866zoiwZgYzATREwCZo0moxNyptfl5O6ST+n0e9zZPyLsSZIZNOP5fzIj/xI+qGfJ554Qo5m/qk/9af07//7/34iUo7SuW+73U6/0ur5xCMEXreb0km93wNCCPItuyGEdFur8/6hH996+oM/+IPpF2FNcH/v7/29+r7v+76rP66T3jvKMs3jvO203qIoZL2uc/TTRNLvLqoOPgAAEABJREFUOUtLS1gwPkyMnTPp8xjb63Emoa73LcguTyK4rgshyJhY9AoP6zGObre4i8sTnY6c+leC/R1T/8iSf1HX34/191/93VjfLvwX/sJfkOf2vLbX9ltPloxARiAjkBG4dQTirat4czWMHfWbL6OC7FWhgAwUyUUXH1xSgGxEXH9B/CqVkDBLcPTP0U2zjrKR2o3aU4VGRPyWlyE168sS9ExmG47+ra/p5PFTWusPVLSmIIVRGg75YGSoHfNhrcD8jX/4pylgJQVDA3GtkObGs1dbBfVB8FSNolJqRhSxllqpDJpfmMGOtq4sXdbFs2ck38oaGRclRyxXFy/q7KmjunLebWvq0CRWTFiSDiM1kE4yCiGIhUuqFb1OopXbd+9R02rrwqXLOn/ypJqlSwwdSG6ve+otX9SVSxc0GvS4Kryg7Tu3K91azDqFuia0VCMmkpX1e92SmxR5Dl4fuVEsNQKL1CfQQt9o1qda2kQ2GSI/Gusm0yBi/5w2jm4yFqas2a07NDU3r3NnzkKIL8q4q2gpdrqS+5iAQhA9xY0CtLoqnh7l7hOdigepEmaNTp04lv5VyKkTJ7R8iXlMaDlfCiKgJu0VfSeCKqPuFd1UfAkhCeMcOG0CC2XKlx90sJbRQOfPndELzz+roy+9xFovseXDBFMRPcqzOn19UuAQtlrgtOHQaiMdXbkif/9rEXI9u2Ve23awz5ETCXIZ0mzWnyYUVWqCbJ2uNik/MgIZgRsRCIEXykZlw3tG3Hi9bVSlJIRxn81tIYzrHOkziXRH/5iP/12K/92Hf7zHv1b7b/1b/5Z+9+/+3fKvrjraeIQLcO5rMdFzOhHP77yJmFOLyaHrnU7m95wmm/6RI/+Qzj/6R/9I/n6mf3TH37vcfKurx/mrFiEEPhZaVqlejwuz5Area/zdTbJyH6cWk1Cnts9zO2+xLqdeh3UsLCy4+DIJYYzN5obJmiZrcJsJo9/rHB1eXFyUSbH/XcvHPvYx3XfffXKE9cMf/nD6Tqpv4/UtyR5nvOfn5xMRdzlLRiAjkBHICNw6AmMP8tb1vKka6pd9/uCEu44PJhOcER/yVYiqIDyC/CSPGYu9eHNHS6A8PhhbUCpoLQtNz8+l73CevXBeJ08e1+opiMexozr+5BN67DOfVt/EK/JBW7bRzxicCuGFF5IaCE8DGas2pGbugB0FdsnSMA/9BBkbUh7EqBFzysQK4ta4bWZaW/ft0cKuHRpUtc6ePqPzJ06qD/FcP3VGS9h09KUXtL66rP17d+uuw3eqnGozspa40i3ImgnOSMzF3PK6aFXj2qiZPQc0vXW31ikeO3lKvrXo5HNP6eKRF4gevqgjRE4vXDgHwQjasrBVPEllqSGkS+isQwFRbmkItjU2UyWW6SNJKpCrY6Eh66vAqrEduvYgvksBexPxpBTAzjWkI0CgRQ06PK88Fnzmtm7Vrt17ZUfj/NlzOvrMMzrz3LO6fOK4ViHPDRcBRD8GWtNYYaNxSs3VA/0ydXI6kauN0hkwOX70KBcWjmsJp2Xk23jZV8EWA/a5a0Nqcd5CMcFwY+o2S5qGxtqFV5CA0cGdaFtdXpa/W3TsyFGdOnmUSPMi55UdulohnWt0epWjwOmbNNvBm4i/A3bm9Gl5bSeef0HPPPusTp05rbLV0d59B9TdtZt95rxOg6MC+5yyG08hsADv90Y5JxmBjMDLEYi8501qTagclXTZETmnlslr1H1D4NXP63ozEfNr1v8SxNE4/ysU/3sPf//RYy2O4rl/CEEhBFcl8b//cMZtTv1e6XSzeKy/I+q6iW2Tsn84KISgf/Vf/VflX7d1hPC5557Tl770JZkU+jZaRwJtt8dPxGTR+TafP74tdmpqSo4wTtbsW2ZNQH17cIuLX+7rthDGtvtfsNgu39Y7sd19JnJjnddlDD3fpI/TEMb6XG/y6dtqJ993ndw667Hu6/ndz3nvk9PJOpzPkhHICGQEMgK3hkC8teFv7mj75PX4MyUZEolKXbcg2kw0R5ChUSTClj78o0wOHM1yX5NNWREf8kmJiY0zRP9ECGv7/n3asnOnyk5Hi1eW9OJLR/XCCy/p7JnzWl/ra9e+/WrPbtWg7ECocNAhYx5uCZ6zKNWHZA1w2EeO9vEhiFlS49ndq5QgUcPYVo/+7ivSmr4N9bJdUzOa27lb0wvb1esPdezYCT3xxFPIE3r2uReITi6q25mWf/zAV2Y1GKpZXZdJkSAcQ3QNFFQRARTzKBQCKiUbZhYgtIe06467FDtTOn/xIvqP6Sgk6/jx47qysqqp2XnthoTMbCXqFVqMwykq2hK6KmK0lVqQzoCwJpPGDQnMKT9iQXSzUMW6hjFuEPMIYXJj46er4r2RCeBGTYWhNXkT5oj9ddqfQtPYsnPv/nQL1Igo4CkuBNgZsoNj5yw5FrVHMnhyBDKbxfb51mOq0xEauWrDMPkRiDDbhhEEu4lSckZYg50eb01AX6TjRAryNxP3cZtTS8FYut/8wJzok5O5AxcIgFFMTX/WRVkWSq/nGNuLQjr3+32ZxBqn40ePyVEMO1cLkPi9Bw9oZhLFjj43rxlZsDmTElk03eqRx2cE3t4ITAjNZJUmWCZTEzI4qXcaxy9ubX6tmgT5PcfjTNL8S7VO3d+vW6e+RdV3J7iv/w+l6yyOVIYQFEJwMel1JoRrZY8xGXO9xe+f/u7mb/3Wb7mY7npwxoTRvyjr74b6vaLD56HF0UDfgup/deIIovsuLCw44XPyBfm21d27d6cfOzKpc4MjjCbO/+Af/ANZn+sKPqecur8J7V133SXPZyxcP0mdfyUxRl6v55iQSdvnvv4hJEeCjY3/f6frnHdqzP1vWP7e3/t76f96ei0W6/Ha3CdLRiAjkBHICNw6AvZ7b13Lm6ZhbP7Yjb5mhHmD0mdqTCSogmCNkEqFRKpEWsh6YPKcIxQnqA5BFQMr2dFGYktbDtyh/Xffo7133qXO3Bat9kfqjWrt2rtP7/3Ah7Rwx51qzc1pHd0D/+qnI5RBSo5Gq9Cg6KgPORuEDqQLsrYxtyKdQpSYT6FNn0JrRElNXEX/hrlr62wkzcxqivnveufDOnjXvZqe2QINKVTBgDpTc7rz8D168OGHIb8HFLpTUrtD2pVa5CGIQ9YzhBRWsS1hj8Cg9rrroHpYqL1zvw7e84D2McfMlm2KZUs8cbQgmgd1zwPv1N4H3qVy604xKZHWRjX2NdhXo7MOpSpLFOMCtpFgd1CtyJ/oN4S8WNI+sO4QgkIIDNh81KnQbFQ3lCq0VaQ1ehp0VArUUAE57mzdpjsffEj3P/iA7kMOHr5Ts/NbZIfOpEpX9UcJndZ7VcSDOp7HRxjPPS7wzBCP2b5zh7Zs26qZ+Rlwn5H8HVbvMV3MZ93NUlAuWG9IMmKoxbe+Oh3LpN19PcbTB7NWxor1peSGp6nZWfkiwtatWxK5npnuKhZoMNm8OvaGQZuK6TykHEKQnVbLzMyM7ODZ2YtgOssFhQOHDun+h96pnQfvlM8fEU0XZH9sl61FycbRkBotY0k2H28XBPI63nAE/F7kCOVEcQhBJk++wyC9R00aNqVut0yqJnmP8Q/gmNiZ9O3bt0++KPj//D//j37hF35Brpve+LckzocQZEKlGx6b67Zs2SITtMn7hAnZ//q//q/6+Z//+VTvX6f1+4T1eW6vxwTSZMx1jl663f39ozwmap7OF7RMXI8cOSITvoMHD8rk1m0mkk59q67td95ioverv/qrOnnyZLrd1SR3sna3T+TGuknZBNPr8Hpsx+Q9zrZ+7/d+r4zf3/gbf0O2yW3G31j+lb/yV+Rf5PUFOH+H1eJ1TvRO5s1pRiAjkBHICHz1CFzvSX71et60kfaLQwhp/k6nhaMvtdqFEivpdrX3joP6wLd9mz7ynd+tPRAqhUhTVKfVVUkezsXYoJr8EALXhxz1FSGQUQOTKPLTO3ZoF6TuHe/9Jn34O79XH/6O79HBdzyg1sy8BLnbff+Detf3fI/e+f/7/0kBXRoJNaohlVuZ/73f9T36wPd8n7btP6BB3WgEUWggDf5OYp06Svd+7Lv00Pd9v/Y9/B4WMCWeVKlUU3YkbFMopNmt2nnnPXrgPR/S+z/6bfrQt3+XHv6Wj+ngO9+jmV37JaKcsETmbjMcHQXpzFY9/NGP6Tt+8Pfo0EPvpb4rsc7Q6qiGWMYtO6SZbdLcVu2+8269/0Mf0YfQ/b4PfkTv+8i36k50l9v2oJNxsauqnMKmKaKVQf2aKWcX9L5v/jZ9lPXtPnyX5MhwqEGtUWSt8oO5DjzwkD70/d+v+z/8IXVwcqqqURlKRa+LPo3Gf2SBMCDOWV0xzvBcI6FoKWGhIEXawLi1sFXbuDBw6P779O4PfVAf/LZv0R3vwJYgKbLcsCEUm4mkOkrsBR6gauavQgPmktOasiOdB98BJt/8Eb0f2bZ3j0S0sUYCpDOgY7DeoxuW+fu/1UDNYE1Nb0W1v+87Wtdg+bLSd2mrvmRRJbnvcECZ8wR7JkeDvkn+agrpO3z33frIt31M7+b8W9i+SzJmr9hZL3tsdi43N/r/2X3Xd3+3PvyRj+jBd79Huw8cVAG5VWFMAc3YboBniKgVUG9WoQBe11XkQkYgI3AdAgWvJ78GTabc4O8J/r7f9/tS5O93/a7fpb/6V/9qigS6zSTH/VqtlrZt26YJ4QkhaGFhQT/1Uz8lR/L+tX/tX9NP//RPy79M+2/+m/+m/P3EH/iBH5B1+/uV1uN+nU4n/RpuCCGRR9c5GmqbPJ8Jl+8E8a2rttF1vm32I7wnWP/73/9+/aW/9JfkX6l13qT2j/yRPyKTR9vmMSZ3ttXj/ONC7vcH/sAfSP/yxN8xvfPOO+XvfVr3RNzXZNQR2oceekh/+A//YZn0fd/3fZ9+8id/Mv0yrn/Ax/1NZp2GENJFXJcnxNW383rtE0L/Yz/2Y4ncftd3fZd+4id+IkUsJ2t1nb+T+rnPfU4f+9jH9Gf/7J/Vz/7sz+r3//7fL0c4f/iHf1jeD8/liG8X38Hk1eUsGYGMQEYgI3DrCOBZ3rqSN1vDq/reZVsySbE4T0TOJKdQ2DA7qgoRwlGSFtCMoAoSWIsyUcGG6GMdO5Ijg04ZLxM59NXORwhQUUhOYym4HDok21TxIWlSqY1xI/o3zOWJ6+A+gXkRdKkoJdtXMq91MX9g/joUkDvaGCvP65R55LSgngimJsKYhv4e07CGhvoGXY37btjQoLOivqKvJfWhPE7b2N9KItvE2DRPGt9VXXRTWx2jxJHS0CVvfMAhFlIRWXtQwdqLSCfj7DU7n/RhM/kQAiqC/Kj9ZGncXxA43eQR1KCvQV/DaKFD6JLndSr0OR+wI6ALcb+G6gaNNelmqSintpRG9kJK7fR1vfMsREmstwjyFIph3I9ip816OGOq/hq8clVpauqSOYOe2i06YUrTW0s/6rS+eMvY+cYAABAASURBVFGCmIZyXC8eTQhqKEp0RJo0CQ3BwlqYT9SLfrIdTik3nowut3QEz+k5XknchvYG2TgCKdbyXKvmOR8ZgYzAzRGYELOS93WTJZOzP//n/7z+3J/7c+nfczji5h/jcZvJm0lj5M3Dt7a6bqLZv+j6x/7YH5P/FYojhh//+Mf1p//0n05l6/roRz+aunoeE9YQQvqe5RYu7nlOE013sH6nJpr+Cob/DYoJlkmq6w8dOqS/+Bf/YiK3/pcrJn7/5//5fyZb/Wu4P/qjP5rIZAhB7XY7EdkQgkyCvRaP93p8S6xJnf+din+cxzj0er1090lRFPp+Lj769ln/yu6LL76Yfv12//79Kf2Zn/kZ+dbhK1euyBFUE2P/+JDtNQ6OtNpm3/lhIm5ibdv/nX/n35FJpf9X6Sc/+Un9tb/212Qs3baPaLCjmCbB/qEgR3L9S7wmvO73l//yX5Z1OzJqomm54bZnq8mSEcgIZAQyAl8lAvGrHHf7DLMHjPNtg1J24ga7EFgeUbyGK8YiyqYI+aSuoX9qToPI2aG3UJ741rVMPiFfEE5ByGSyZEJoPZDPuuyqJl9B/irax8SuUI3+GpVQF7RJI+YcFe30/c6avolZNO4QZTvcqcZMOTJYUEefBjJYIKWCm9WEUml+dMn2QPxqPrQr28TcrmsgHzVSMa5mfSPyYyk1ok+1ISN0ub3BTsuAvgPGjJCaOsVCwUS2gECWEMlEVFkrc3uNNXptVsAyS2N7sUc4VCLqJ9aACkXWVKI7IAoUkj6nYESHQF1QkNzutKGNUmh42jgCqWudkr12NK6x0Aq2nlNFITkfg6xOKSWvlz88xTUBc7rVdDMeFfkK25yOp0FvoJJ1ifpmopeqgAz661o8d0bHjryo82fPSP2etL6qF55+XL/2K7+sZkhkc7iutZUlXb50UUuLl1W7rh6p9q8NM+/mw3a43Fi5WF9g/uj9t5B3GWmSuOctSDPRv5GiUwVzsD/yOknHdihdBIiAZlF62NKJpIr8lBHICNyAgAmgqxwxMxE0efIvypr8fBzS6H/H8SM/8iMyeTM5/Jf/8l+m789/67d+q9zfYyfi9j/5J/+k/Gu1/gEhk8Z/5V/5V9K/JvnxH/9xPf/883LZc5i8OrroW0Z9u6uJ5eLiYiJ81rdz506Z+Dri54ij5zKJM/G0fSaLjkxal2979Xc6/cNB/sEfjzcZdGo9Jsae75u/+Zv1j//xP5YJ5Be/+MUUHTVxdD/rnmDgsuW9732vTPp+8Rd/UY8++mj6ty8/9EM/pA6RWbd7vdZt20x+P/GJT8gE1mTWBNZ9LBNbvF7bbYL8//6//69+7ud+LhFi22893gv/wu/f//t/Xyak/t6r98FRThNb22h9/spB5APMv27rcpbbEYFsU0YgI/BWQwBP861m8jV7Gxx+l+z2Op2QvGspOZxmE7IKQlXBRBp5yZbxiA0VFGpaSTaOcX2kztKS7PRD2hRbSlFLyFWDVOirQgmps0RGR2oaxtXkBVlsEaHsQETbarDBlcFPm6QhXxVBFVEvEwmK0F2pREV0AWlMQEIhsZ4mQJIghTUkzyS2pr5Cd70xc7MxO8M1Jk/xaprGBkEg3CpsGgs1atCjRDSYFf0ySWTdDWsez8O8HiuJHkmU2kvGQog8xuOxNWJDoN/4oC3paBElHa+B5vH41GGsN2V5Co3crM2Pia5JOm6LUrQ+7w8XE5xnLxSoT9qv1zsec/1zE7x+95fGiEhMnzqlckGbSZh1srYQGJBax0/t6SnZIbLT88wzz8i/hPj4Y4/p0qVLarcKPfrI5/X4F76QnEH38ZXz5Cw1jUJE91hNek7zKWJHxAa3MZfXBMZy37S2oPE+0R4Q+qfBX/XTRAdzoa+5KsyDTszURNS4oubcqdgfUiylJh8ZgYzATRAIIchExpGzEMJVMuXuJjS+PTXy2jYZNGkzKTKJ8/uEI4LpvcKdN4mjeiZFLS6kmihNbik1ofMtuf6uonV7SAhB1ue8Sa3HOG8xofP3MZ03sfTctsE6XOfvMk7GTHQ76mf9ntd9TC5tqwndZI3W4zbrsW3W6fGb1+K1mdw69VpMMo2DZTLeOjy/53T+8OHD8u2/zlu3U4vX4dQ4O/V4R0udt26Tbetx2esMgfc6FxDPS5L2qOB93mK7bHMI1/q5T5aMQEbgJgjk6ozA60Agvo4+t3mXmy+h2XCLR6xgRL7ZIGUUx6yiEbXVhowdaGvzx8w4dZ37iAc1/gCCdAgHIUUlqappqXH6mzFFpCQcco3JYiMJktAIsglZDcwE9VLpen+/EQnyo4EQNrjvNYUaTYyoa7UojklnQ72FBB2KjMIWB6jowrjohsQHUmbjySMm4n7j6hoNtSKjCn+XcFxJXUXdiJQKdGtD6mCyOiYfNU2eqWCmQhX9K3LBmlRDVivaG0RyT4sLkT6iN5J0RSXs3JTEGjcLa5NFcjQtpD6v8JQmohWdAjGlMUHCKrHP41TsRZAaRJNHQ8+JTOpeKY1UehyElhEyHp7HoKc5UEsPfxd1ZusO3ffAw7rj0F2KkO4RS9+7d78+/JGPqt2dYmhBOq1du/do1579KrqzUmwptHxeaPy4zsaNKs8TmR9sZXEeqUPUqClUIc2461f3HDzMTwUQlaqZoxJ6k0TqjIH7SO41vhBQk68lTYRsPjICGYGbImByVkBmNncwqXGEzSTJJMgk0j/4Y4I2IW8u+3uKm8dN8iZ9Jqkeb4LlehM+k0T/AqzL/uEe67J+l63PqcWEytFP563DY01GTd6sw/W2ZTLWRND1JnAms57TZNG3qnqcb3f1Gq3Xa3P01f1DCPK8Hm9dFuvudrtO5NRjfIHOFSaA7uu853fqOZ2aZNpW563b6aSP89bl1GKdnsvrd3ki1h+C380k67OdJsyeo91up++Jej3eM4+fjMtpRiAjkBF4qyBwu9p5zaO8XS38Su1q7AgLZ3k8sMIjH+FA17jJQ6pqxBEbEg5KeNEROoS7DU1p6NmQilSkIaXa/GAwKsc1ZEyKXKhNDpgj1hoTpcZppAbCQFugE1Np0l7QHnDaIyKNsGBIrqLXEJI0UqwqCCep11NX1Ptw2pCBnIaaNTpP8brjlequdQjMUqAzNhW21axvTDFsR1ADcBWdWQTPNx6RCvcpsLfUMI2lCttFjdAckE1jUWeVV/sAQrpV1RWvIcZq0sXzXhV0ug1VG81uGWMscLb4SjrblCJz7hR4sniv3HuzJF0bJNL1dAUXP2+WjRYr3ah21rK2PpQggFNz87r7gYf03vd/UPc/8KB27NqjVmdGD7//A3rwne/S3e+4R3sPHlIxNZP6D/y/PJO9YQKRxMwsj3IEx6gGo12W+zGHjDgks+bMdOTa0Ui9AQ/P0TB3zTxNEslpTV2D/mAhM8ZKnJ8NLbWElWMhm4+MQEbgZQiYzLyskgqTGv8C7ITYmEiZ9JnImfj4Pcz/D9ME0HlH+TaTJ5M+k9TJeFTKpMl6Tp8+nSJ2jl5aVwh+BSv9iq2JqvWYBG7dutXD0vckTdzcZrJoHSZbtsUEzXUuu4/HmmhanLcCE1/ftuq89Xptts9lEz+vy3nbYnHeYn1OPYe/Z+q8xXZ4nOf3vJ7f9SaZXq/zxsTzut36bYvr3Ga97mu9ns97YPxMMG23+1jcx9Fft3vNbvdYt4UQEvl0PktGICOQEcgI3DoCG570rSu6vTQ0yZzkEvNZCzVLDrRrTaeaRoJzSUQYlahShQM9wtWucOlrpElSupPJXjWSJmInG8/bZCBNwtOYyERFiAvToZfKWoITojMgSlJIYuhGe6S/eKAbGxqESbCjUvoV0zTfUAHiGbEhIPLc2BScBo9jEjSMj5qxY9HGagMNE/FGB8ZGJMCUAqlJZ4Eu6wvQxuCIp6UeyuttiLKi4uoRkt4Ra6lYxxD7R2rA0KS+pldFe52EEvViHqqZQUkaCrQwk1KTbRNWJ0mAjmu08XDJ2G4Ub5JAzLBIE2GCYF2knjQw6VVBw9U86zcGYaMuzUNfihuH98eobRQnSdIbktXWPz07zYqjBsNadmoctewubFd3botEVKMxhkVLKjsaVSgJhao6MJRLHJ7PQvW1I1zLbqypwfmxGFKGKqX0Mu4kt3RYl7fJpnnvvIcVq7N4qW6zpA3zznGhoiFtSMd1tzR9HpwReFsj4GidSY5l80JNcHyLvev84zcmUo4QmkCZYJkoOVJpAuQ6R+9c5/4W1zm1mHA5tXg+Rxutz8TNZGoyzjpMBF12vQnb5MeEbIPbTBbdz+3WZ7FdnU5HJoCTdhNLjzlz5oz8nUrftmqbTHadWofHmgR7vAmhyyaFXp/zttGp213ncS7bDuu3/Z7X4nFuN27GxHonhNvjvSav3eMnthtz542P7THBdOo+1ud667NtHu92px7nuSb2uX+WjEBGICOQEbg1BOKtDb8NRyd/PT1hXMR1LnDbA6mSJGKhycPefpRw6JV6+VmQzVqFCYl4JK87aOxcBxJLQzkdogXypSTyo3ENmY0E7WjWuH2jLg0SDxNU+gc8+pgqrZtOnpOEyehUIRuH2Qba/GHpdQRoi1siT5vF9R5eJCokRoj5UQoDDrr+4bLHOh23OIdgk+cZCy1eMnXJJrMU1DnvdqZJYDQpE1xNLg1goMbzp9z4ybaPc7TRTZPCTdJA/UTIKkGllz+SLVTbTBLsuF75NbLp1peL57BtFvcd9zA6SF1QjGK7kl6glO3orQ3kR6vd1tS0b5WlH9M2oZQ601xGKBS6M2rPzKpotd1VsSjU6bSUTjtJnlfXPTbXXMuP597oCP7Jho3iV5sYK1SlNTVM4HPR++g0MVuxmCSTGSJ7bWF9nL9Kuztpy2lGICOwGQGTI5Mci+tNcJyazJjAOW8x+TE5MrlqtVquShHJEII8tuA9w5XuY0Lkfi5b3/T0tEyaNtebrJm4uY/FhM62WFw2OTNhnPxqree3uM0ysc06Xbb4/dXzOW8xKfO/Fvm1X/s1ffu3f7ts9549e3hv66SLb57T4r6223NarNNlj3ebxWO9Jtd7Dttp+yd9QghJr3Fzm8d4zRObPc51vug3mdNtHm/dE/zcxxJCUAhjncbP4z2v24x3CMHZLBmBjEBGICPwBiEQ/ebtN2aL33T9oWKZ6H+z2yd2TGwKYfxB4A+nVlFq1+6dWltZ0bg2qt8nOkcUKUAbI85wB2knkdqS/F8qiijRRYo4zf7VV3Xl1qCSnkWS4A6WsiWVjCzpU7QVGFOEqDIo6fKPyyahXJhkFOhMY0jJU40lUhGkGCRRnaRVkEc3c5Shq45msG+WPjNSOS21O9JUl7RNmX7p12Kpw94QOugrmb+lQkExSUE6loJa11sYKUtpm5k4YmOI1BToQmegb0TE7EK3qEvCeiORucLjsNvrtQ6PT+3FlJy2i6ipKHUDooIZShmHAE5jfKWgpJ01KkmLiohQLacFGafBdejyCk1OAAAQAElEQVTShrjserdPxGXXT/owNOlPqRsYC6SyRBtN+WrflGcSlAQ6JIklfaMK2tzdtlmcL8BKKlDdkmJbxifQ385LSXWLMTPTbQUpSaRNgQbwDSX4gnyrOyclHYU8Voqpb6A2SZQCGUxKvUoJDEU+pJ5um0gRJc/ZjkqYdwop6NYenKIaryWozUTtUKjL7M63MKosAtvILAkQJuSciEVbRaQXIqxUfmQEvkERiDGmlc/OcrGJnKOWJiyO+Jn0TYgbTekwYUoZnhylI0mH31MmulIFT9bjerJXD/dx/aRioq/NBa/N9SZr7uP+Tk26bIvFZcukzXnPY3E+hCD3d946J/1CCOn7mK63dIh6OvWvwzp1vxCCs+n2XuuY9LGe1MCTbXPfSRtVVw/Xe00TO1+pz0SX1+w5PNjjnBpTyyRvXc6/kniMxW3Ws7mvdbs+S0YgI5AReLMR8MVB2+Dv3fuzZvL58mbzs690/ug3dn/QWPzmG0JQCMFrS/Jmt/t7Ff4+hz+8vTinNsxXN3318tyZs/rQBz6YbA4haMeOXeSLJJGypSSdiMshBNqRiIQWect4TAiu2yyT+kk6bov0u1FCcNukH2l0OShSbwmBcrxBAv2QiB2WQJokUm+hLVyVzXYW1+u17g2JpDeTa7rQf1XvJG/9E5nUXbPfOq+NH/dz3Y1ytU9krdgSwljHK+7BRlsI1/qGcH0+Up5ICNe3hfDGlSdzTNIQrHuCw+bU9eM1hTDOhzBJN/d7pfyk38vTybyTNISvrk8ILx8XwqvXTea8MQ1hY1wknch15w31kz45VQhvOB5Z522OqQlUCON9/87v/E75x3r8ncaHH344790GLiGM8QkhpyFkDELIGISQMQghYxDCq2Pwap8vbzY/+0rnj8eOHdNEjh49mv4H2CQ9cuTI1Tb3mdRP0q9Hu2+PsZhgOjXpnERjtfFw2Vlf+TT7Nwi+YumroyG8+maGkNtDyBiEkDEIIWMQQsYghIxBCDfD4Pp6f+44MubPHOcdGQshOJvJJjiEEDIOGYN8DuRzIJ8DX8U54A+SV/t8MS+byISXTdKvBz+bzO10Mu8kfaX5o/8P2EQOHTqkzeJbZSZtTje3Of/1aPftMf6OhVMDbymKQiaX/pC/55579Oijj6bvoPk7GKdOnUrfZzFB9Y8i+DbhLLUyBhmDfA7kcyCfA2/sOeCvevjfm/jflzj/z/7ZP0v/99K/uurvNma831i8X4ZnnfVnTPI5kM+Bt+c54M+UV/t8MS+biDnZZvl68LPJ3E43z+38K80fzaBvZ/EVY0crTTRtp6OWTi0hBD333HPyT8e7bAlhfEV1kneaJSOQEcgIZAQyAl8LBPwZNfl8Onz4sM6dOyf/X0n/euvXYr6sMyNwuyKQ7coIZATeWATeTp8v0bej+jbVzeJbVyfyZrdPts5Mf5J36is6ttFXkl22/Y5oOu/vefrn3r1RLmfJCGQEMgIZgYzAG43A5DPHn0cWf3/T/67D8/gHHpxmyQhkBDICbwICecq3OAKv9fnyZvOzr3T+6NtTfWvqZnFEcSJvdruJpM8Z/6CRU9vpNITgJN0q6kW74NtunVqcD2Hcx+UsGYGMQEYgI5AReCMR8G8GWJ8/nyz+qocJp+v92em2LBmBjEBGICPwjY7AV75+f454lD9bLDd+vvgzxpxos0y4m9PbrT36quxEbowieqGTNqdvRrtBth0TmZRDCHIE01cAJqDaRpNP33brjfGv2NrmLE36jmvGIeOQz4F8DuRz4I07B/xB719S9+eQP6P89Q7/WILr/FP2Ges3DuuMZcYynwP5HPhGOgde6/PFnGcixsWfQZtl0ub0dmiHv0XxlCSEl0cEJ21OQ/jatofwyvoN4AQs/xiQyyaTJpcmm867LoQgl83sxcPEM4SQfx0rY5DPgXwO5HMgnwNv+DnAx4x8Fdqfj877/3D67hrnLSHkz58QMgYhZAxCyBiEkDEIIWMQwuvDwJ8hr/b54s+diYQQ3P06mbQ5DeHNb4/XWZcLGYFrCORcRiAjkBHICGQEMgIZgYxARiAjkBG4JQQy4bwl+PLgjMDXC4E8T0YgI5ARyAhkBDICGYGMQEbgrYdAJpxvvT3LFmcEMgJvNgJ5/oxARiAjkBHICGQEMgIZgdeFQCacrwum3CkjkBHICGQEblcEsl0ZgYxARiAjkBHICNy+CGTCefvuTbYsI5ARyAhkBDICbzUEsr0ZgYxARiAjkBG4DoFMOK+DIxcyAhmBjEBGICOQEcgIvF0QyOvICGQEMgJvPgKZcL75e5AtyAhkBDICGYGMQEYgI5AReLsjkNeXEfgGRSATzm/Qjc/LzghkBDICGYGMQEYgI5ARyAh8oyKQ1/31QyATzq8f1nmmjEBGICOQEcgIZAQyAhmBjEBGICPwDYXA6yCc31B45MVmBDICGYGMQEYgI5ARyAhkBDICGYGMwBuEQCacbxCQXzc1eaKMQEYgI5ARyAhkBDICGYGMQEYgI/AWQSATzrfIRmUzb08EslUZgYxARiAjkBHICGQEMgIZgYzAzRHIhPPm2OSWjEBG4K2FQLY2I5ARyAhkBDICGYGMQEbgNkMgE87bbEOyORmBjEBG4O2BQF5FRiAjkBHICGQEMgIZASkTznwWZAQyAhmBjEBG4O2OQF5fRiAjkBHICGQE3iQEMuF8k4DP02YEMgIZgYxARiAj8I2JQF51RiAjkBH4RkIgE85vpN3Oa80IZAQyAhmBjEBGICOQEdiMQM5nBDICX2MEMuH8GgOc1WcEMgIZgYxARiAjkBHICGQEMgKvB4Hc5+2IQCacb8ddzWvKCGQEMgIZgYxARiAjkBHICGQEMgK3gsAbNDYTzjcIyKwmI5ARyAhkBDICGYGMQEYgI5ARyAhkBK5HIBPO6/H4akt5XEYgI5ARyAhkBDICGYGMQEYgI5ARyAjcgEAmnDcAkotvBwTyGjICGYGMQEYgI5ARyAhkBDICGYHbAYG3D+FspIAImaTiQdFV1wnVHPUNQvF1HDfX58Ev1znp79YbpVF9nV2v1tdjJ+2vlrrfNbE9esU5Jjqu9X15zn1c6/Rm4vbNcrN+k/rNfW+Wn/R9tdRjX6nd9Uk2N6aKN+Zps1rnrwP3hincvlnGzd6TV5Jx6+Znj3V5kjr/9RTPezP5iux4lc436n+VrqnpK+2fBuWnjEBGICOQEcgIZAQyAhmBNw2Btz7hrIPaZSexqlbZlkY48xVuaTXG1MmI7GBDXK7Fc4PUSEUr0tQjNU0zFvqiIXEJU8Ka/hOpqKWnGDUWOlZM6fGyvoYWC2MaCCUzkJNq+lmYIs1RU1shQ7T0kRF63RdVjGpUk7FgSjoYTr0YMZYBuT41A8Z5bePxjKO+YW1JyNdIhYyuSsNsDaWxHuu9mWCCbLPtupnUzG/cnFoqypYR6WaZjLc+yxgHlrZ58o2i5530H9I+pH5EulmMucvj9Tea9GErVVFoklgTg8GJHQD3KkkNsBxpu2zLRJjCnTfEY68XYzlqag3Z5z4KBp6MVJMURWldDLMuko2ZPbtAZHPNZIWb64zgRJTGTvRUzGtxq+saWmt20dhbvKaqqjQajeT8xiJeM/FYi7DdkuxnAhdtIWezfH5ZnLe43u3u+5oTvEoHpmEF4nxUSq/T6wks7rShw1mj5X4Tcd2tyIbq2zbxXlrSHiUrjcBmSZVf0VPunBHICGQEMgIZgYxARuDriUD8ek72tZirCTdotfe5qco+q53Tay4aLrs9ZRz4sUtP54iSgJAV6bW+rrhRam30TA3XTZdCqzX1FhJIgZ9fWdynQVejyF8gN+nnfGRnMGVSdZOUtWwa506hYaAzV6UmZyH5Co8bNV0b3pAdS1oy65ykNKih7PQqvqkw7u8wdKCHkPGY1HjTJ2MQaE0pGafFprKYy/PRRK3k9onougcYBGRT3eTc4ZrFptobsx5jkYL/rJzzJQRKwZZo/KAst4sHwI1HiFWOhdpNh7HYVExZj7CkAqu6PlWIigiz0lAzkxTTM8VNRwhBJigmn5ZNTTfJ1tQjV7F5JdvowkEvnsdHSMnN+6bm1/E00TBJx3o3Btomy6Rxo9rJxJZJ6rq3q4RwHSpv12V+o64rrzsjkBHICGQEMgJvewTiW32F9kUTYbBP5tVsSIOj6rZrPnlN1vEZJBDp2mhvYqE6lKogDzWOXX0TQEyOcOVFbxWQ1ZIoYgGd8LS1nxgvZhA0QOhRekQF0iQ8xav5JtUXPEekoL5QnXRHUs9DFS08NwgHw9Fcpz7jvlJJj/FYYVNAlB6B5ySQz4AUFkYXSGCMJTaSJUz63iSFWzGPkoznrbGhuSrCXoFlSslP7PcaNovrjVsAu0m95EsBTLzpsD2RstflfFCDxQ2WX5NxnVJdQXvBvK7zGIYqwR+kYNauN/YRtPEXSBFZOIekkA7d8KDWLfKalJ6dCzf0ctH1Fud1tWdN9NRrc0tI66zpAG6cf2QUQkgSWWtRFLKUZZnSEIK7vIrUuqazlvfRZYFpQCLitCA1tuO04TxjT7ho49eEbvFhC8fSsOYGbRU2VaS8TjlXZAnk09rFeXdNAr0i8nY4vPJXlvEuXFujV7xZrrXkXEYgI3CrCOTxGYGMQEYgI/C1QMCey9dC79dFpyNUFhM+p3iqcpocN3ujyUmtqB7izFY4qzVpTblRwFsOMK6GqJFrbHDD00TIbjqirI4hGgsjcIQj4k4Tv75Bu1Jh7CTWbkQi4vEkV49JeezISy5PRH7YEKeWlK+v65PIJvUFwjJSm3i2fYJgJpGwNyaJtfOCLIwlSPTWyx/o00TAT5skkB+LMa0Zj4SGNMh4MhMINOAckHEaGWPxOEFMU0pdIhJOk2jjUZPWch9L1Aii2yBV0hsxzOK5ArqcL1KdaK8Zhy1R2tgCKhu91qMOr9XjWru7op65AuvTxjzUekISIT7/9JoPa6GzB7xGX99K2UA6BcFs6pGq0UDNcMi2VHKdNvCrfWvvDbpMQm+ouklxglNNe41V9Tjl/PZFAp9jBQTTKdsti8A/CT2/2sMIRC46jGXEvBbWRZ08icXrw460VmOAHULcZPlq536rjPOpNbbVaI1z+TkjkBHICHxDIJAXmRHICLxtELDn+9ZeDI6vo5kbbqpqmJXFdXbGIw5ruSF2bAucWaeCqAgX16613W2LeNits5AdHzcyiNSRJ5xe4QibMLpj6pa8wwLNY7rkejF3ShkyzntGi5hdkvX4vt/UTnnjaLDTokBfy0Z9StyXMXa4TTYtzluUtHoFSCKeTscSMDIwdrMoPZgj2UnquSwusz5tFlaGwYyg39U8xRsOZsOK5nphnQEZj28YYSHx4fksziex/jqNl+1Ic9W0INfZQxmcoob09RngciOWKVghEkSDXumxafbUbOI5Hi01ac5UzZNfIhayHGgcqybvvd+sZ3PeIzYL3TeOzbWb8+PmgPax1Jheq10WeZYSXAAAEABJREFUKmLEqErjL51WChMMbIwkk1ITziFE1LfROu86C82vcWB1wp6UlTecHA1ln8E3E9GudG5h12tof/Vmr5H1bOxfYC+T7oR/zdCJkE3HpFyDDfYGJNW/dZ+8AstkBTWZ64Q99rnpPrzkac1HRiAjkBHICGQEvv4I5BkzAreCwK16jLcy9xs+NjllGw6acFoDDnTQAOe0jxs/ljD+NRkpRUtGinWFSBEnPtI/QoqSYN1VcGAwNZHQBi0iFRp9yA6vRahLFUkDM5doopLDNgiHWmneio4jpKa9SWIfW8mjDNSzAvImCk0T5B+JSXOiR57baXL0g9IY+qJESdyGMEzXhH4cVI8P1MsyLqm5anvUtXk2GjePcz/LRpMmtlwtOzNBa5IGKq9JE5ynKuG0kbrK4uLNhH2BUbHGGsH4Bkk6GEhbYP8Ce+nUe2o17mHn3KnLN0rD0Ovr3NPiWuZx8iri4RZ3sTkjCi/XqWQlwF6zm87jvWXvGdAgel2PBl1jKWJQKAI6sXM4SKNDCPJttK1WS9HkNNVKIdBPr/Wgj88puo3NoXw1T8Z73ZAmYW/dF3HfmiItt3iwDtUKiCZiQmszEJCSMfMrpmbSlKbetDQ26hanf5OHs8SvyAIv2XhM5CsanDtnBDICGYGMQEYgI/B2QOAtt4Y3xGV8c1c9dlbtuFlsSzQRSZ7+SAGnPA77pOsKg740sgxJhwpEhGI9UlH3VVQDRSTUA41lKBMYc7oKxRVObhUKXOJCTQC2DWc+qKHFs4q2sTSpSB+nkCH5V2uTDKRUrpITbedRdugtONNKjjwa0V8hNfUVOliF6oYMZaaT6iC5f+06JKTGVOVcstddaHL5qoGUJ3mTTauwfquxNOi3uFsSbJAHWMkmuZrFXjHmRrGOVxQwS/VO0V0jLlfocDrRq6uPQO6auI82xqS8bfPtpr6d1LiqUQ2Dr8HDEIEyNai4yeE+AElrjQVjoXDdcdWxd+ckzXgIiS1L+JF3Ot5P2aokwppAJebIovTwKPY49SCfMKTBaRLnkcnBuczJIvlneV0XC3lRTX+g9eUV9VfX5IimmywhBJl0hoBuvdbD56iFc1qWAHoxifG1yDaBjpIENegdQXpHpBVrYOmvNcmrtgf0h6TbdozF806kDlG15yKtkJq+m0U8wi0IQ9/0Y2L/ZkMaCpulppNlXEfB7ZxbJPnICGQEMgIZgYxARiAjcFsjYA/vtjbw1YwLeF8W31LqhSRxHYNMOgURCZBNDXvSALLnFAIqiGaS0UiqIKAV7SaiTi0NfRNBrNAk1Tw7R28N8fVGJp44vw2OsFsjPTw33cT0Tq4JegJRONUQWMhtSk2OYJANHmSDrtQZvcKRx4dHW1CTygV5zxBUU2aIbIvbGp4aedbxjCaQFX2SoND2pjxdUg/arJsmdDeI9Upum0hNo6VJehlIWRACbZRd38jR2xJSghiDjTZ3dT/rcnpVGq9hjFDFWJOGSVoztmJggzitKVs8z3g89jWNatZqaUgr6yMdsRjXpQX43+A0DbyskXEaUWl9DXprZHIEV0wKV9OaWa8WXpaZEE6nVxuZiymYD/s2Kl2Vss54f9l3NZ59RLWl3kQ6qeJoEJbh55uL/9UJ53A9REfSXQtANOitaXn5ik6dOqULFy5wOnN+bWjxbbXX2btR/4oJeDYmm+xlzf40oGGpnVLXpHM8MDR4yUrnFKXRhtSkt3ag2+cY0nhO24JUADOWgjmjKtrSuZNskhqG3dq8t8PomoVYRhhTs2KxSrIcAbnZkU4DP92sQ67PCGQEMgIZgYxARiAjcBshsMEqbiOLvkJTTDZT9IcIUGOCieMaa5TUjQShPP/SS3rsk7+lz/7SL+nLv/lb+tInf1ufI/3Mb35Kn6b+S5/8DT33yO/o6JceUf/McWn5EuPWrUBrS0ukwtmVBqhbR+9aJfVw9oa4hnVyEWvVkNURpKCB+GBCMscDo2qZQw7XVvTsY1/Ub/zSP9cTn/+8+surikUhk4LADpgkrQ8qrfSG6o8aNQy2w1mTTvIsTwP098kMaYAnKLToYBbVMA4y3ceGdUit7VvHkHX6D4YNVrjfWExMm1CzphH1jfr0sbubBL2GjZ7YJuCjIgbsYSV4+A3G1hCQinUPKU909/pDrfcG6g9G8PpRGstI9EssRyNYSt0EiXEjpEdlvxLtQSNJAyTZAa4Ns1FMB0uQIOQNczVpwZEx0hBQqFKIpZ5/+ml9+ZHP6oVnn9GQfQiK9GnAClvAok6kT1cfNQSuAUPfeVoCMruARfXLZDIgMoclFGwUWCgwKIlSts+6XT2R2hcwmFcmnNgjoubjiwysFCLaMH/F/CRK69NrPDhPfLtsLIhs2mgG9VdWEtF8mrWfP38ezAcq3I4qn1POh4CdlF/zoBtwqg+o3pMhAyyjutGolgxfQ4ckG33ZOnGJRlyq2bRbDPyKDzCVxbvQQleL87K8Toa8niuIsOjXbNLv/MgXcqhzhHfABSWvneLV48by1YavIuM5LG+kzrEZRhPh3PA5E6j0S3rIa2TAe0Iqu24iVHhrQwicf4HafLzVERjxOWXZvA5fNOr1enK9zzu3LS8vO0mywntAyuSnjEBGICOQEcgIvAUQsLf3FjDzlU0MUAv/cmaBV2zXy46aRTinNCVveQpHvIN32sWdnYYVzLQ6mmq1VcaWSkhMw4d678qiFs8e1+mXntOlE0dUXbrA2IE6raBebz0RSPw7xkitAlsoNLjFnr+B6BXQplZZqCyCzEsanPV+f5DGCkcy0F5CQgpIiMdYtPGwUw8fU7tbaKrbUgsWFGmrGddUQw36nn+kkkq3tVtksAF+oBHERfQRa2u3SxUYFyElmCex1pFxQV8FqRxCBkdEdmvsqBhTYcsIqtfCZjQKDgoBapQIPPNbRxmZiLU0sDuL/XuKasCTLvJiG3R3Oy1sb6uDDSV4Y468D721nruoRA3mpC0JDCy9GCpMMl32/JFyZNKgQA8OJqlwxEIIKiC6bicrizFbW2+I8K3r0vkLWl9eUjUYys6ZmCWKP9alGDClUs1aeZIfRRFVepHgUNd9utPOPI2x1Ff+aLVaaZDX4F+QLbBbBpPzQ8y7duWSqvUVif00uLEoVLD+WEpk09jXeqq8YNaiGBlU6grrvXBpUX2I/uHDh7Vjxw6aaENRCIHn8TFkv8e5V3y+Wum7khWiApgFBZEDo6iW52Q93ssQRL3SY7L9qXCrT34NqmCfAjsXrksb24JdDXOMOPkqRPSKlIFPXQAM5CO4tNttheASFRtHCAGM+hvnxUblpqRhbZuKr5gdcW5YJk5/CNfP8YqDXm8lr8/RyhVpwAUuX5gYQfW5SGHYO7xu2+1Cb+Bsr9eq3O/rjEBZlrKYUK6vcy4wf8G57fPa9RTTMTc3l1KftzMzM1pbW0vl/JQRyAhkBDICGYHbHQH7bre7ja9qn7kDXupGn6gGB3WjIOGpRpzUgqgQfE7b+cC+Y+8eHb7jTh0+fFeSg4fu0M7tWyBLhVYWL0BgTuny+VMS0cISz6+FE44/i5srUwiia41qolgW1T1VPciEHUYcRRoUCFbYTWyXEcIKGYHYRKTQEL4xkklnMsxGon9kIhJcGEvA6KYeQoZH6rA4x3wsEQu8WQ3dGhxVe6K2a2inA9IbIDci0lkxT5UsDSqKKPxWmTB4fEkZP0YFept6AAcaQCJqRArMWUCMAzqEvc1woAoM5Hk9n6QGBx0oSV0QNEEaDdbAYFVKDnNf/o5shHDZVs/NVKxbibQPIac1QwPC0nluWK0UwCBAgq0jNAOmH2gE0bfITjjtmEG9bZDM8UqUe13Vel+Fw4XIYH1NveE6XcEZgEqkBUEItDXeI2OFXo0G7NMQqdLckRHRlmysUzy81srjnN8kqNRVkdSxHSxqNOglPFkpRlYSFwrqlUUdefZJnTp2RKuXuYjhPuxTBQ7mtwSx0LBxgJmSUDZAJOMjKHqjW6X8OHH0iJ58+ikikgPde/992sn53O123SSTItudCjzZfpJXPXynbu35inG3hmQszXiZ2JwIEZFccdEiYru7cmZrbBEDbuFoPDY9OfNysWmR6haZNviUPk85d+OIfe6vqfZ5w/5ps/h82SiXvH5LXovXtW+0BZ9A6H61ww7/RNI+bHQ2zsZ7o/hVJ7ZPviUjAELkvGGN4hwJ2FjwerNilu4ky9sQAZPMybKmp6c1NTU1KSYS6kLF+5BvmzcZ9TkXQlAI4Wq7+2TJCGQEMgIZgYzA7YyAfbnb2b7XbRvumgjEaZIqeGitCge1gbQUVMzPzqmza49mDhzUtoOHtf3gIW276y7tIUp0xx13qGgX8Mx1LV1ZlEmJGVWnxdVnq0JxPaoUIZsdCN10UUMERmp1cbs7hWRmxTw1zoFBbRUl7QE/lzHYEJEiOZJN6mqVguqZSzSQxIb2xt8fhbjZP8ZPprVSt92S84E5A4QwQsii02KE/lotCA8ZVodeyLUgixjP2EZuMiB21osCG12AVEWkJN+yc8t6vKY2oWKWj6oaXSMFmDNLkBz+wu4CJ976PI6uEGepxSK6nbYKbNPaskxMCtYhCIFIO0wZcJwj/dp27sGn8q2PlFNdEfGte/KYTqyJqIEp4wrmKxk7NdWWsJUnBeY3KcYslYwnGKy5uSl95KMf0Td94IO694F7tHXHVrVbBSsb0cO0e6jG47AvkYu0gCDAEZMqukzvEJmMlM6SQ7iMDiFQbMi9+hHcDEYRO0vWIy+sv6rV82d06vhRnTj6ki6ePaXVK5c5tyClYFCzvg0u4dGvKrYglEY6yOffOpHzULS0a99+Hbr3vqtj7YiOiMY5nVSaKE3yN0u99ILls1zVnD9DzocRF1KaEbZyMSG0vaBa8gUVLmwURIW7nH8l52xQT4H9vZnu11vv1+2NfY0rZqkA1w5zdDh/2pyvvlMg9FcUemsqOFcC2G8e2/iKyKaKovTZsqni9QK/acgrZUMIvFaMjW7hwe6Cd3P5vEYXz0hcpBBr9GunHvRVQ6ZvdYZbMO4be+jXafUmmZ5qwPtiv99P0Xinvp02xiiTzFarle5icBTfdb5zwfUue2yWjEBGICOQEcgI3O4IvOX9GUdn7LD6XzT41lRLHViWPVaSAm/afSxyWI0PceEmC2LRNHSKOKQQ0ZldO1V07Eo3WllZgnhAWsz0ICt2fNt0nYagzMG2uvW6tHJe9QUioctErtaI8Pn2RZzdMhYqGGBnsVqnHicezxE/EqedfEgESBJz40Mr4rwXOJkl0Y0S3TEwL4RFy4uqLp6XFi9Jq9iD8y+c/QjjatHPxC+RYjupy7SvrKjVNJqOLbVZX4TUBMhNGFYSJFi9nprFK+qfv6DB0hW1cNTbYFHGESS6Jw2wtbesZukizu9ZNVdY1zp6Vy9L/WUJEhmYu8D5j6zBBCsSKdTKZQ0un5b69G1VUoMuj11iPMRAa1dSXWCdM51dqzsAABAASURBVJ2oqbKBcA9ZdwVhHWrK60ZCGCYbGvQ1K6y5hz6iWFpn/HBNIvIambswyQAiIJbAG2VKEoxpTbZm9TUF8pDvBpIkorXCeZcxXEXfEvqXL6tZ4cICjr3YF4GFOCdknYz2YefOqWWsUWoojGVcUxEi9J4WMYrJJYha7/JFnT99UucgnLMw4xlkqtNSC0Yf26VaRRSnieAsaBvrIZOOhjWOJTIXOkOhcceo2GrrHZDMD374Izp452HMrtnaCpNrNex9CCGlzotHeSPZou7Gwy8Jn+YFsxlj70Mb8l/GoQLE0+ecOC/k/bR4P6p1dbTOOTTgYoPtv1Hr6y/zMriuc6BUYEvB666E1LY4bwKkTD4XfFFj8YIavy7WOD/c5qszjJkcae3gMCk7NQkd8fqsIORjLF3LXm7a63HNy59NBEzkK15DFuc3k/qXj/hKampdPn1czz3xJT2LLJ/j/cTnKa/dyPoLzhPjwVnA60VJAurZZZ7z8XZAoPCHBQtpt9sy+fRr1nUhBJlYThHx9K2zJqGLi4tXCWgIPhMY+A1y5GVmBDICGYGMwFsbAfsyb+kV2Pk3mTTRHPEZbPEvyZqApoWVhUwE3K+xd62Ap9nIP7wzjLi1JhmttjS/IPGh3+Dk9UykcPpk5w8pcGzbEIE2pGcAmTp/9FkdfexRPfuFz+iLn/5tPfPFR3Ti2Wd0+ew5olh99EsR3Y3vmyRCAzNQgKQVJgUY4mBoso0n335q/WIODdY1vHhWZ194Ws984RF9+TOf0pc+9Vt66nOf1qlnHtfgAlEQR5pwxIMGEhHR488+rZce/7KOPv+c1nBISpz1Fq5pyVwtvPkSR1mQqvVzF3Xs2ed0/IUXtHoJwjVZIwRpeOW8Lhx5Tsee/rJeePwLevrLj+jpL35Oz3/p86zphNYvQXzXIZ1EX8U6ItgkssnYxz77SZ147nH6nJWI1KydfEkvPvklPfPY5/XiE1/QS08/rpPPPKnlcyel4boKyEwb4hpNHInWCl0mlb2zJ3T+pWd15Jkn9Bw2vPilR3T00c9R97yuHH0xkWBBPALsKGJD4/tRwfbJ3/5tPfcZ8Hn6SfUuXlANPhEsCxz2krmc9iGY555/Vs9//hE99juf0uOPfFZPffELeu6Jx3TlwgWN1lYkyLms1+TT54T3Jr6OlwekNqYxkG0iFINLF4lontHK4kVUruvQ/j3atWO75manJJMj+ibiwr4MEaZ51WOIXQ37aeGsUuACyRQXSLrTM+oPYN60hRBU4Li2iIREbE6kS6/vUXlPwStwThVcfHCk2ed65AKDIHUXn/iyLjz9mM4995QuvPis1k4ckS6dVoC8OyqeTvbXN9Ur9/JVlw2JnLuRfYvYU7K3fs2YBGt1USsnj+giNpxM5xP79vyTGh55cbxvmzSHEK6WrhJNcDYuxQ0EPIDV1c43ybR5T5iQAGNsMb716yCrN1F5XXXFxZC15UVdOndaVy6ek/x9X+tOy+DNgvedlL1uVC68XRBYWlriAueKfE55TUMujPh863Q6iXC6znnL9u3br95yO7mN3u1ZMgJfZwTydBmBjEBG4CtGIH7FI26jAckdwxtLhBO7cPlxm/FBFVUHloZDOcKZHeHIuo8K6uz045zHblexM6UGIfQkEd0ceAwOpsmrTE5Nyhgf7AQ3fS2fP61TLzyrMy88o/WLp9Qm0gPDxB9e1KkTx3XkpRd09tRJ1SYCGFd2IbI4zmL+QBpUw31rKG8twYhTOZDH6qa3oqUzJ3UM3WeOvKA+hGUKMtYa9lP+/PEjOo7Df+XkMVUQAWEP4SUNV5Z18eQpnT1ylGDjZQUIkG/ALFHbKlgvxBPPRauXF3Xx9Gmtk7ZdBzbq94iintO5Ey/qzJFntXjmmCoigBEy0SfSuALBPQPZu3TmBAHMi5Ijr5BcmJQCRFyQuwFRr4Yo5vriOS0ee17njr0A8T2nvkns6aM6f8p2P62TLz2n1Us41NhnEhGxP0AstA6ZgGyefOlpnXrpGV0+c1w91r4Gyb1y7oQunjqmE4w9c/QF1UQlBVaCSEbIobwvJnCO3uK4t9jbNqSrVATxkQLrPHfqlE6zN6ePH9dlnPohUbKayGt/5YoWIZvHj7wkfz/K/9eSQZxFHIzjWRNSAZQuJnF+Iq4ofM64/6CntQuXdObkSV06fy7t8W4cxH1792jLwrzUKjB3qAaCV0G2TTon+q1HnBtjub5UNeFqS9XAR/oD9QZD1dQ7+mECFAIvgvEwRfY1hGvljeqbJLVq9rHhQkpkLwouBBRg2hC9XCeSeO7USzrxwpO6yLm3xB4tnj6m8+zvxeMvEQHnIgTr2GzzTSZ51WpeXuxTPRZsCMwfEYCSfK5g3ypE7PxR9ol5VzgXV8+e1GXOyxPPPqmLx45qbXX1+jm8H9TYiQ8hyA58LArh1XPqDpM4T5fXPBxZsp5JxxBCwth11++fvvIH7wnbt27R9q0LmiL6vbZ0mdcIuPL6k3fd5zh9vnLFecRbBYH5+fkUtRwMuICI0T5Xfc6R5fpnW/4Var/G/R7l22xd79tpff45nyUjkBH4Rkcgrz8j8NZAIL41zLy5lSaSdYg4+IJmjMW9cWGd4MiOFCFuCkOc9BF+XIUvO1RT91WavBA1a3o4rBCR3vqqqiaqKTpSOYXL15LQLY9fuaSVc8d0GRJVQ3D27D2ku973zXrPd3y3HnjXOzU1N6UrkK9LJ1/UyvkTSt/HqsUjykSmgBhFHPSK4gBSkIwNgaZG9bCnHlHHC6eP68zF0xoUte64+7Du/5Zv0YMf/bDuvPcuhW7QxcWzusj8PaKgguCobHTw7ju0bWFOUzjnXdcREauZq2+nO+Jkm5UCUjRRrNZUtGp1sVVlV+rVOnfpsi5eWtTa+lDz89t05z3368F3v08PPPwu3XXPXboIyV6+dFY9kz0TTsgJbBNsYD9EjubApz0aaWlxGV1XsHNK973r3XrXt3xM7/7Ah7Rty4I6OM6+VVeQWZnEe6jtQ4vWLmuweAYifEG+PXXLwnYdOHyPDt33oA7d84BCLNVbXdGVyxfUgySKfTNhrZ0ShdsyXaoDDqobhRDAuwDTmOAlGKpnnnpCpyHarXZH73jgnXrft35M7/rot+mue+/TNpz9i2A+gAg3k7VhUxMa9myEypEC5YhWatBLNXkfkXr5/IkDij1VvSUtLREphhxd4SJA5ILG1n37FFiPZuaksi3Al0IhR9o67Za6kGMlPdYuHjFJjfUNOUu7VWJHrRGE2gSn2+mq055S4BxyO93k+hF74NTlEIKTq+J+NxOxqnHvqOCLIJwr1cq6ls+e0SXI+I6i0p5upd3dkeabZVXs1QqEb5ULAvKPMFnx1ZneoEzSyYvH58iVy1q+cE7rzFeyR9t4Se7sBs0FzuX+oo4//xQXSk7KF0/EeaaKfeO1YEtiUSgWheT95HWx7FudIc8Xjr2oPq8zQtssv/+qcpoLMee56NHnooogxBJ2WR96vQe8kch1Fc8jxCkJB/1S/xEI13J9WlZ6EnV0iVJoT2t2dkHtssPLg/P87AU1JtB+nXBBKNnOnN4ji3g0ZCouVFk21FGbj7ciAnfeeacOHDigH/uxH9OZM2cUQlDF+6rXYvK5c+dOrXI+uM99992nY8eOaWqK1z/9TDzdL0tGICOQEcgI3CYIZDNuigAuz03bbvuGJkQ1oaMG6tiCFLYhIfijspShlGKhprescrSqgmikSaaIjgV8/7I2ybygEhIWhqtaPX5U06y4KDq676Fv0qiYR2bUX1sXjFAXXnxC62df0hQk44GH36OFBz4ozd8hFTOa2r5Dh9/9gPYf3qnq0ktaPvoEvi+OrKOn5Yy0sEexP9QcZKFfRA06bdU4DFWIWiJiFVvT6hFtWzx7SuWOKe1+zz3a+s4HpS3bJByOhYce0N7336c4H7VINLI+f0GKQYKExC1tdbaUai1fVHXyuOQfU6FtvdXWMuvRKNKvIip6We12H5MXVE+3RBBL6u7QkYtrWokzWth/n/a/4/3qHHxAgkx3Dh3W/Dvu0eG7DirU60RuX9CwusIYpigh7VOsq9XVrH9IaXFNoZjVnnvfqwPv+pDKvYdVs+YO6YG77tVsUWrLqKdlnHexJ6vrA1XljIZEb5dOPK+V48+rg5n33P+g7n7fR7Ttvvdp7vB7tOWuh3X4gXdpdsuCVpeuEDk8hd3YUIxUsQQRJW0XPbVCTz3W3WetVdPRcFTADaIunTmvDnjPb9mqXXeD6eH7pK17pbldmt9/l+6++27t67KeU8/qzLFn5V+yDe1CiR5AZn1LLuDhAPa0PqzUw7s3qRhBbBouEmgAwgMiUqundfnsC3rpxcd1hcjwtgP7deCBhzV/8G5pZqvqqS2q2j6fuqoKbJPUcL4m8lw36l1Z1HC9R21Uv67VI5RZU5pIEQKEpCBIGhWwTkkiPRDGR2r93WGnjnxYqJbFd3UPyfTZJ6cVoyxDUs/V4pysarSOSsxpSaslAf/t6p+6rBkc3fneoqaXTmpq+bjmhxd0YL5QMVyG6D2PGQCCHjI8T6y9MaWJwz1fSWjiiGoColKNjI8lioI4SbQC4ZxmP/bMtFT2LqnoXdC29kBTnI+zvI575znveY1rfVkVUfdYRC1B+r3O3qCvGhIqyN8cRPX0M1/U0Ud+S6ce/aR0/Glp/Zy0dlZa4dzqs5f9C9KFl3T2sd/R45/4pzrz/GO6xPnRmQpSvYZJldZG67wLVBr64gv6m/V1rbFnyzVqBlJ/QIb6GntGWuOltq4+lNOYGwPziQHnENsiTW/V1jsf1K6td6jNSb147LRe/PJjGl65JK6kSFwQE30ryOdoYA2YgRXLTU9LvC7rdC4AYT7eFAQmF3kiF4BsgMsmis5vFr8mV1ZWUlWPC5bOfPGLnItHj2rLli3623/7byci6Xp/l9OpdTm1vn6/zwWtJR08eJCXxDCRUBPPy5cv66d+6qf067/+6+6qyidXyl17unjxoqxrOByfP9daxjlHV93u0vIy72lk/L1RX8Qim4+MQEYgI5ARyAjcMgJ4dbes4ytV8Mb1JxopnPEaXzASDbEUeHReVCDFL9M8kaY5HNXZ6TYcrZJwDmt/qOIMChI6OHFMl555WqdefF5DHOwuRK1VTikirc6sOlOzUlPjay4pDlbVQnmwczwqcCyZ2Oy1NaXOzLTmZjoyIa2uXCRasSjP3+BEOy0hEgWRx4bwhG/ztQMSmoYo15TUG0BUr6iLQzDT7ShOdTSk/2Ad0grDafBMS+pnZruaZrHN8qq0NpSKQppqaXrLlGbapaIdGQiscEJHTMpQORLa+LuVENJQ1urSN6bvE3ZFOFIPPvxeopnv0Z2H71VrDoIbOjIBGY1wmquhppnXZLDBya4hjdZdlVE1xBEfmuhl0FTRUqc7r9bsNsXZecjgtIZhSlXsqt2ZAbNC7dFABU6TWEuIJUMLVax/uLwjh8bxAAAQAElEQVSkApLQJQLZmZmXOnNEeKc1LKZUl9Nqb9mpPfvu0B13HtL27VulspRtGMaohs0eYpcvJIQiqtWekgLtRVslJHem09E73/lO3XPfO7RjPxcHZuYY3waZQoqlQrutrnrqch4URJ+tVzyawJMPHH0hMUagLlwDsuI8ahSLmvJAIvK6dPwlXTh1gq1oaT/z7Nq9T+2ZBak9qxF4WqrQYmwhjFZoojy8YP2OzHXbbbW6XfTVnGpBjc9pSt6CQCpGBsSpi+M6515FAi8AxM5tEYNaZYEzOtTK2oqG7Gsj2tGZUuwxXp1OV7FpScsDDVd67G2j2VIQ+iF7tAIhXdZgfQlZg+APtL7CefgqJry+pqBGrKgJWEOqSDleHdpbXdNwrcd1lHX111dkoh+9V81AZRhJgzVFopcygWedBWv24IZ8g66218T+iX0Umrfw2tq3Y14dLk49/9ijOv6lR9S7DOFknVq+pBNf/Jwe/Z3f1IWTL2lLt9AMcLR4/asaMPdQ6UIBE9TYPCSqTAU5bGcvG8weB61BFcLpaT2nWFmNfYNRI64RibcBhlXyBSdxrqo7p7ntu7V9x26ZRAx4HV88e1YrZ06KJUih5vwLZGtZV6NKDesMTNBQk4/bH4GG86ObXuPSJP21X/s1dXiP+tf/9X9d09PT+hf/4l9ct5DI/pokuo/zV65cSVFQ183MzKS+vnvjJ3/yJ/UzP/MzqVwUBa/zSouLi+m7oa70dz893u8FLk/EkVMTTYvbXR9CcKIQgsqyTPn8lBHICGQEMgIZgVtFABfpVlW82eMbnGTJH5MRx043PPyhurKyposXLuvo0eP68pcf16c//Rl95tOf1WOf+7yeef55HTt6Qr7Ku2fPHr3Dkb2tWxTVoLOW+ODFu5av+BZFS1u3blULCdMzkMw5KeKRlh21io4WZraoS9rDWV9ZvKJqdaBA5ANmpYK0XdUqiTS1kcJ5omYd32N7eUU1skUt3bmwUwfmt6mF49+mrF6FjqCt7TntndmmWeoHl1dTfw2DYmda8zt2QXDmtArZrHHKhUMacKgjTo6IkFy6dF5Lq0vqTk9pen5OUgkZZIW0z3Y72jozpXZ3SrJjjUdc4PyXrY6o1HTZTuSo6uNsD0aMbUSN7+aVIMU13nNRBE1Nd5Bp4Ir0Eeg1anDyY7clt1c43EOcdioVYwRfrBxUurK0St+WZma3qI3I84I5fF41pBEPXFv2H9DeO+8ikrxHKruCiYqMAljbWbJY58RBGpkI0KPT6Wh6dkbt6a6UrhTUnCHVON8tpfkZ7GiSBNYiyDDD6BNVh0gWnNijEIIKF8ErEEFIBMTku7eupXOXdPrEea1cXtPCzHbdfcc92rHroDqtGWlUqqxLterWVSnJF00BpgXriBLkT21sQfeIiK/nsaljc0YS6PC06ag35clCrLRJQgjsQVCUpdFUt02+TsJ1As1zDnSLgj2sOK/Qz57X2FBtrD20sAUyA2OXv99ceT8gberOKnLxpW5NKXARocu5HmJLr/2wvTXW6DrR1UcjeT4La601eUQyQWWrrc7sLNveVWxNK07PKTL/EKI2CC31IXFVpG8TpFgg2M9MQeRl9IIaMEGRYNpahbzOzi1o36G7tWv3Xl28vKhnn31Ozz/yqF54+lkN2e8Dew/ovnsf0B333idOBPFyYmythrliiGxXi1dQZI+7angdp5MDHCMYtoPUwQSfk8IOS4EtbWzo8Bpo1yP5bowW/cRjVNIZIjK9Z5e2H9qv6Z1btU4098yZUzp5/IgEcRXj5D2mf8N5IkXeGQqkZIao/Li9ERifC1LJXjtSaWt9O+wv/MIv6P7779cf+kN/SLt27dI/+kf/yE3XyeS9zFHQubk5LSwsaHp6OvU5deqUXnzxRfm2W4sjmZcuXVLB69v9Znnd+HMrdebJn3FLS0s6d+4cb8ONZiCtkdfOhADTRS47ta1Os2QEMgIZgYxARuCNQCC+EUpuDx31VTMCOQuJWjjMRWxJOGx1E1RBGPo4letEEVZX17VOdFEQG384L8zP49B25TKfyKpMXGocYiKPPfp5bLDDt7Ki0eVLGvDh3ecDvn/B+XWNBo3a7S7DW4qxVNFu24QkwXogYAWOaek8jqfIy3OsrauCvLRgGQHS2D97SdW5C1o/c07V4pLqi4vSyrq6aqtTtCEKkLlRkMopwQJUQFDLuXmtQhavEDGsBusqmyFOcU9qekSGlnG6m0Q2S5zbEW5qH1uaUOOcYB7YJOLTX6c7Y9Ajfx90ZZk19VQPR4rYnNbg7mAQSH2MIJwN44uiUCIOqlURfaqZX/QDCOaW7HRZhONdhCh78XaGer79kDVNz2yRpsaO1IBxFT2aIohpBVOWWKMgGsJ5r9nPgLstBYVQKIQgP0xwGzUa9bGZiKpiI0GEhR5BEEdEUr3v67SP0vqWVMZAt1qRdQQwkSL6ooRe5xvOGTVRhaSC/Wpbp4ZEmJe0evqULp6/zBaWmt+yS7t27lexsEtqsS91KXdTUwJLRJQE82R9Y5FUFhIRupWLZ7WydEWt2KS5bEub8zKCZ0DG4+ifjvrqc5NyNz65fSwx1mxtXyPOiRY4jPUNFWBRnVahyF547xw1oVIqA5hNqTUzm24hvsyFhpU6aj221WefViBd65QLCGilUmK8bvERmusVGPJkC7p7zNcw9yi0tVoFmWSuQzSv8Fpb5SRpWh0VZUcK2MJrLoBZo6hYtowa56I05MKGqLOtPV7/scN5tm+f5g8e1u49+xXRfe7Coi5eusK0peYXtquc3yoVXZlPBuxwPnLeiXMhYkchmhXgsCMwK1QPVrW+hLPv17X3EKwETk0d2M/AK7dRyxdciMgLAulIbIOFVRHV+Fybn1Fr1w7N792p6fnp9JpdIXreQ+Q7AwKrilIIQUHifC0VbQv5fNy+CPg9L0b2uBmf5IONHwd6+umn9fnPf17f+Z3fqQ9+8IN64IEH9KlPfUrnz5+/bjGOeLvCt86aLDpK6dfqr/zKr+iP/tE/qj/xJ/5EIpAf//jH9b73vU/vf//79bM/+7PpAqlJrcmpI6d/4S/8Bf0H/8F/oB/6oR/S933f9+knfuIn5Ahrs2HXhNgWhc9sqdXi9cPnkefOkhHICGQEMgIZgVtFIN6qgjd9PJ/j+GISqQVfb2wSzpgzZbuldrut2dl57d27X/c/+E6975s+wIfz+/XOd/lW0ru1a/ceVUQgjxw5orMvviRB2oRbVzSBBIkt2XFcX+/r/LmLevG55/SFL3xejz76iL70xJP6/Je+rEe//JieZ/xliGOPIeuQtD5EVRuPUVGrpl6hVmhqanFUcfplJ9ROKo7w+vqazp48qacff0yPf+ELeubJJ5Gn9diXHtdTjz+pkydOa3ltoN6wUc9OdG/IknEQIGLl7Jz8Y0RXrlxWf/WKpuJA3QaisXZZw9GaOhCvmYUFBRzygWo1pBHCIc+9ckU9IipnX3peL77wDBGfp/X4Y1/S448+qj7R4RrSUYJF245xDdR44clPCSyoYCkJdDbADgrraIjg2pGJkXaiZ43X63UH+iAF45p6qLXVVQmdrfa0ynZHwjVnGzSC/FWULKZGKloSZEIQDcWOQujQKkhUowZDxlLJzl2gXER3DxJky0Szt7So06dP6qWXXtCzLzynJ595Ul94/Iv64qOfUwwVRHKkBhxq24/moJCeG6ex0Fi/FI02/ZPOC2d0lgjUxSsrmt26W4fe8aCmd+0DHIgPhERNAcrk0dRMJJCZCDZSkqdYPXdWJ48e0TIXMQKjDGlTjUCDZgYHRH5czbgwFrYDq5iW4ribayigJ9UaD4h0hGw7+t30lqX1VTVrK2p6q1q6eEExBrV8LniYtRWlwtSUVtmMQTmlEedXj8jyeuzqyihqCBGb3rZTXV5T4rxIw17zyXZdE69zIkq2jhWM1+A8QIWoksh7h4spDfMvQz7XmrbWQ1fD9qxa8zvVmdvKuT0vRQAtCsyJqgA1lIWsy+faECwbLjKJCxrTRDf92lw/eVrHnn9BZ89fUbs7qzsP36M9++5Ub1jr2PHTunQax399qAbSGCGk4jxQ5Dwc1ZBBXkGkjoaqpE7iXF7ifEDfcd4/uKCR6nkPqgWWijL2S2dPaPXUMd5fLrLkPrVBI9pX2KN+xP7prqZ2btP2PTs01W0pctHk8pnTGvH6TO8TZUxrCpwZZVOo5KJTUH7czghMCOaE0DlKaXt/+Zd/OZFCkz+XP/axj+nMmTP6xCc+4eJ1MnlfKji/HelsQQYffvhhfcd3fId+9Ed/VCal733ve/XjP/7j+jN/5s/oPe95T4qCuv5zn/uc/vSf/tP6W3/rb6W7eBxR3cfFFpNd38r7yCOPpLmizz9yjmz6/Y5sPjICGYGMQEYgI/CGIYCX84bpug0VRRzBda2u99QfEPFrtTW1bbu2QDzn9xzQ7K7d2nXn3dq5e68E8bl04aIuXzwPBxtQxl2FhKQQBx/0rVZHZdFWq9tRp4NAYv2B7tv94vSMHKmgQbPbt6F3O5HSjvo4+sMCl7CQhiXOZQlBgng1JkImaeT9b1WGELK6HRQ6LbU6bXWmpzS7dYu2EvFozU6rwcGoQlRrakrTOKQzu3crmmCGUhURNCEdIoAtHGr/6IP/5cd0GKmo17V04RS+6opm5mY1O7cFh7WUcFgLdDbMe/r553T0mSf0EkTzLM7t0tKiev31RLJa9HFUlwEKISThycXULlx74diHImrMO2q5vYhRLUhMxGZY4LiNciLckshCuqUUOQ0tKtquRV2lOhHUinKTaEgbrJPzHrAbIqQImG5lewSxrSAI0XmUB4hwEaQZSIrtqNbWdOTJJ/Tcs0/rCGTzzNnTWlpe1AhHvoXN/n6q+1vEXgk8JCtjDs6HRlExMq9YX9Mo3QZJdEqrS1pbvKArly6oxqY5Llh0DhyQTIw83iraLakd5Tum4WiyYKKSRGbBTtRqxAWCc2dPamV5SSxeDdFOYUuwgG9Q7dVuyLWE3NXDPa4WUsY1GJHWU6tHpPrYSy/quaef1BLnt9C7duWinvryF3XkxeeT41skEDDBY7BvbvtOLew7oEG7q5XQ0VJdpnRYTqmzsFO79h9W4e/ceh1pzjfuqQaYBlGI6m7foW27D6izZZuGXGxYhmgtQQLXNCVNLWjLjj2a2bJVMhlUIbFvQUFFLBJytURVS6FsSUUJoRzp5PkLOnLyjC6v9HX3/Q/q3vsf1j4uRB28/yHtveOQGt4nXjp+Up/93OflCGufc0y+iMD5Jjaw5FwsY1RZFio6XdVg1hBBX7l8XidffEb+90bifBFzBtbQkF++eEmnXnpOp2lf9v+k7a1hbaPAc7+SevQZicdUV9t2bk+3Pk8xdpX9Gq36x2YaGmt5PWQUsSdgi/PfQPKWW2qbzwkbPfKdLM4gvu31n/yTfyJ/t/IDH/gANUqRzrm5Of3Df/gPOXW817wWG/G5aQAAEABJREFU6/FuR861oihkMujvcXrAnj179Af/4B+Uo6Pr6+vav3+//tSf+lP643/8j+ubvumb3EXu+0u/9EtJ35/8k39SP/dzP6ef/umf1i/+4i8mYuqI6d/9u3839fUcznieCUme1Lk+S0YgI5ARyAhkBG4FgXgrg2+XsfGqGyYcOCmmz+sgwYICTmYMOKKxlJLgeLpXpA7HUe0ptRa2p+/B+OpxUKMBREVEKRoczMa3s/G5XzOmwHnYsWOn9r/jHXrngw/ooYcf1Ls/+EG9+yMf1sPvf7/ue8+7deh979Ghhx/StoN3qA0pHEE0zVQGpH2mxFfGDgwskFZDpCZoHZN67aC4ZVo77tinux+6X3e/92EdevdDuudD79cDH3iv7nvve3TwPe/SHtIF5p26Y780PaeaaE+jlrpzC5rdsg2zexqsLEkmy8N1rV0+p6BK89gSu7NgU+LitiWcmaXFSzpz+gSRtQvCdyYCvFP33PsOHPB7WNtDuu8D36Sp2RnZ0WnAkiFCGQ58VBNqeFFFKg0hYSM3NqwJJ7lAgjuKB2dYUYBqEVNfiT5Ut4pCJXvgYRVEMTlkkM2ArS02sES/0j2ptfCYlNQF9hAJkgxfWbQUiDQVNJaICafVlyEIFqVzJ0/oHOsbrq9q2/y87mJPHrjnHezd/XrPu9+te7/pfcI0yG+tUDeCNzAXBkN2aqTxOmLJbJJ1xkh2MFB/+bIGq4ticm0/sFft7QtSpyWVhUbtQlW3VFVAIriw0Gctww3px0r9AolDotFD1RHyg30DHMZtW+a1fduCGojmiKh3q4UC1Xqth3tYKjqyAsY3rGGTDNaJjB/ViWMvqeqvaRr71FvTJcj3WfDxmkyIKjvEwJb2MQbN7dyhfffcq2LLdtWzWzSYXlBr227N7T6ohV0H1J7b5lOIWSPyeg5beRMJm+vHujjdJO+jSrXnt2hm2y51t+5AdinObddoiqjmzBYuyuzXLK9fmXAyyHvG6mWrnA6J0pYl5zvnWno9c86UU7OsYa/eAcmc23tADaQxRUC709py172674Mf1b0PvUc7aJvlAlXsdsWVHQ15PxDvJ61uR56A6RSLQo7Iz89Na/e2OY3Wl8H2pJRIoq1AOLeqwZr6Vy5xoeIs0U7OnaqvwLlOK6qiSuwfpRNQKtpddSN1zBfX+yoq764xahhRI1Jg8oKRPt+VH7ctApF9tHF+D3Vqeeqpp9LttD/4gz+ohYUFV8kRSxPFT37yk3rpJaLk1Dqy6dcmWfl7lpaiKOTbal23bdu2q59bbnPd5jG+MPrv/rv/rv7m3/yb+ot/8S/K5Hcy9pu/+Ztl0mryOdy4E6dK55kUQpAfk7mdf2XJtRmBjEBGICOQEXh9CMTX1+027RXshFluYh+fm/6ALtsdWUJRKvnwDcu2uGynbWpGcziW09PT6q2u6fzZMxpC2oKjVG7HufNteD2HIkxeu1OK9C1xRJsY1C7a6ran1W51RQbpQJUarUPEHJnEK00RLoIz6cM82lw+1BukNTMrdVpax9Ye6yk6bbWIRgqnFjonFYWi7e9MSaSuV7skelprCfIjHPIk0/PqzMypGo6kXl9ypMz/ugMpYVVd1ihsjOoosKYBfRYvnFcNISmLqB3b5rVz/x7N7tyenJsmSHTUzOy8WjjkdmTGDklUDIX8GNaV+vVAA5Mk8nUaJIUQ1OA8jypsKVtSi/7MUZuQigfthSLL6GgEYTTZbCCbGK8yVJoqGrVxq0M9hNQMlL5vaWcIfIQ0ENR2RA96A0kZSpUGt4Zi+HQAg7XFyzpz9KjaTdR2IgeHiQDsP3BIu3bs0CzrMYEQUW8JW0PktLBCqcE2q9Dkgc6AWraZRiqHffXXVlVjb7dVat+B/WrPTtPQqNFIZbtQZEDNGdDvr1I/uk7cR6ytZp1i1kvsQQhB+/bu1vS2rYyN9G9UxkIR24RWKjjqDSG5yeEeYtS15lonjx/XmVMnkr677jyoFhcezpw6qQvnzmjbtgXdB6mcBZ+K9TQb++hpQ6cjQfAOvvcDOvjuD+juh7+Jiykf0eH3fVB77ntQPhfXe15bvDbdTXNjy27afEMDcIOMV45uzpsSQrn7rrt1z8Pv1T3v/7Duf+8Hdfjh9+kOSGFrfpv8WhR4NU1gELKhr0FR9MYh676ApEL7D92lh979Xu295wHNcD6oLBUgmoHXdMXVjwqCV0P05vbt113ve7/2H36Htu7eLb/uavoKe1CT7Ftj/UPm4HTUPBjefegOIpMd9VeX4fREJdETOf8KXsPtslCb87VbRsgkNnIeCy0dxk+HgldlocIwURYbEHldaDhQwSJa3tMQeU01qngdVKPUSZw2yo/bH4ERF3NaLd4HMXVpaUnPP/+8/ONBP/ADP0DN+Gi32yky6R/+mRDOEAJ7HFIH//idv/M+NTWlLp87qZIn97cut1NUjFHOO7rpfocOHdI3Qy6t3+3+VVunJqvud+LEiTTGddbvdGKrzzWXs7xFEMhmZgQyAhmB2xiBeBvb9vpMwyHD+8d3qxCcfsocuHIMxwFtlR3yUev9IZEIPrxxLlWUUsCBI/ohnD3hFIp+LSILQwjF2vpKcu7Eh3eAMPm7mwvbd0EngpbW1iX/cmS3o1Gvp8BfIamEmBTMJ3ujsVSn6KgTSnVDS0NIrHi0ipZa9CkR9QYKNhRC0cRCczu2qwpBly5dZh2B3lEFjuqICKsdANfI30PDHrXaUijUxUlZX+tLTUuCou3YtU/dVlfnTpySlnF4L11K0Vrrae/aKxVT6q306VlqDkJx6fxZXNlaW+amtPWeu9EhrV66iKq2HCnyHAO86TXIaSxK6uiCU96wZjtR7akuNkcinJLr7OzQQymSxBo9r1uEzavoEA63wAwWyZZV2rV9hzzPEOd63d/nHIJtM1QzWFE9XNZUbFQgJSSO0KwS7utgDrkNDTORmuSb13quUMc0nbwq8C3UsC+Vdm7ZqvbMjATpGPlfykAExBqkQk0d4J5RJWQ+tqcwrVYi+hJkeGQIkni9gpCp3ea0iHJUwOtdWwNniLEgEEE1dq+ztp4iddOlhEZ1qG+jFVRTlNH5LrYdef5ZLS4u6o477lAHwsKEmFSoLEtmFz0aNT5HbpTUOn4KJBYSVhQUQnAWwrOmpYsXdezYMU3hpL6DqHx361YNr1yRf5ikhQPs/+nXmp1P/ducDyEETU13UzlwQUVFS+pMS/PbVew5IE1vlVrgKM4FXjPTM1Opr8B7I/MKSa2RIygb+wU49GlU+TVEnS9kCF1B4z8aN9YdxCkkRbDw+m3HHPNPzyls263OLiL8U9je7jAkyP1CEcUShFoQl4ogtZBIjw4XbGKrrX2H71Y5tyDxOhF2j5i7r8AFIdbE6z9wYcaishDV2nbHAe244yBdI0uf0Sgone9DWUUp323b9gUMZo2c33cfOqjhoKcXnn1GCg3nb5DXOOJcDZQt9WggcaFH9AsVeriQNVpZVctrpVxfdAS9T7R0qJrXxrDn2aJCiIlw+txL54Xy43ZHwHsVYxy/jjHW+/bX//pfJyd9y7d8S0pd58z3f//3y78264ikyx7n1GLy6H4+l1y2mBD6rhynbd6XJu2zs7NyvUmn+z366KP6X/6X/0U//MM/nG67NQl1RHV5eTmdmyas1jvn9yAGhMBJTlrw+UOSj4xARuCrQCAPyQhkBK5HIF5ffOuV8OE2GV2nPBxC+H8pv45jO4SRNMKBLHBecTLlfNkisjEj4WCK6IZwsLtzM+rgeNdEB9eIYskRxFZH7ekZ+QdSmrKtZQjP+tKy5MghEa7aRAmnMCKD85d1/tnndeKZ53XlPMSN8EfJfK2ig+NbQlD7qpd7IiQo2ch+LUEWuyVOPY7vypUVXTl7Sc0ikTGa5PGhlAK2Dxotnz2vMy++pHPHjkMccVAlzU53aKbPzJw0t0UzRDoL6168gp4lmVhMz2yRSshBaFGeYvWRKN2ShhDrHpKubEO0aZQdG9TKTkizuq4VpGENJU51tC21KAUlZwgi0IJ4R664hzY2ROyUFEJQYJaG5xG49B2VCVI0OUCPwDEWpQK4LhBZNtnrsU91f51OlcpSKkbrWl+5pP6Vy3ruy1/WZ3/zt/T8M89ojeiRiBzXthcyLqypLUQ44fzCg5IgOAMIrv9/YwNJjzj7gjiLfS2xSbFFP0lchBhAUtfAeR07Bc6RtoI+Aemwv+k8apQcxoY6YXtraho8O1onQjrqYbPt9i3MENIiBBWclAUEtFNEBYjF+uIFrV++oBK759BZYE/dX1OPaEeLxRZ27Jg7zRU8F6KxyHPKj8iThWTT0ZCv2IeaxYekoE62Ui3FUta9c/de7dxDlI69u3CZixBEgOcg4VupH6sPdL9RN2XGK7al2EG6iFPKEM7xuImNDL/JUbP3tsER7IpIj8sYqKLVgkxBvMQ8jA2Ij0nqvGhLpDO4T0ER8TmYbGpRLiW3BeqJYhoL8djozWgKHCEJz8FCa1oXKWMrxlakQ6cqVBUl5DOochlpWGiDpiqJxgijpkGnhWR8sAfGuySC2bIt7HHDHg9HfXkNZburAtI85Dy8srKshvcRFYWa5UVFiGeXCzk+H///7N0HoGVJUTfwqnvve2/yzsyG2RxZcliCn4oJFRXzKpgT5oQ5Z8SAiiJgAAOKCmYxY9bFLKBEyWmJu2xOM/Pi/ep37vTs3XUT7O7EfvPqdaqurv53nztVp/qc64bMeu3LxeLfuevE4bjwQn02DUJKh1HpPp5koFI7+s+RjYDP39FoFDfeWDemSlXRzRX/r1T+67/+6+Obvumb4qu+6qtC/tnPfnb4qpO3vOUtcemll0ZmxvDZXLxueJGzWI5lFQd5HE0OLcK3XJ+HZO/bV59JxcTp/Lmf+7l4whOeED/2Yz829OHUPutZz4qnPe1pce655xZX/+0IdAQ6Ah2BjsC9j0BZXff+IIdjBEZelGFY9l1FNiM2qsCniDLMVyrCtW/fSqwX03I5G6sraxHl8C0MUZDJ4GzdVI7kcjlBUQiNt2yLrTtPjE3bTojlEnL1ddeWs7Y3YpwxKhklKMJ3b77n8rji0nfE9VdcEaOKSmzRVtGLsl4r0rkYk9WMyb4KYeyfRpSjE1kGfDmSS0vb4sRtu2NxuhjLV90Q+953bcTe4otxRCxElHpx1fVxzaXviSvL2bzpqmq/aTkWimX1prXY2FsMy0VljI8qSrdcBuv17y1dLru8hhnF4g4OZzlJuRjjIbITsV4O8+LCNHbu3BELFZkZoqdlGI3Hk2qcVrBtI1ZqrtfVXfB9yyuxtj6NVUZxOXPr5cA7usu4ubEcu73lSOwrx2J/4QqLac17WtbwRoGX5VgUxLG/+kpjWlMvh2fDW3bL4d6+++RYmyzEtWWQXXvt1RGiP7kRk3JkNy8uVERwf1x75RVxTUVe3cHfsm1bROk4KqM7FscDNJyFjdI9S462WFqMpYq+bue3D8gAABAASURBVK2oZtn/tIjQ5sbC4lJEOYp733dVvPdt74z1cqb2boxi72pVl45OKzoqvLK2P5b3l+MfBXLtntK6/pbyOY6l7btjYeuumuq4IsLlwF11ZUTtiWDo1Tyioohx7bURpfM7XvnqeNvLXxmXvf7Nsfa+mt++GqjWJyrSunL9jbF5cSnGi4vDnKI0rUFC1FU+h/WPO/zJah3V3h4XZVEVIwuLyWQSjNMHPeSiOPuC+0ZsLtwWN8eJe06PB170iDjn/g+M2FQ3XGrPRIxi/mc6lLOqRnVZLEWMNxVVOppE5ELEKGP+p1CpIhmossPvRv3diNGoNJtGvPa1r43//M//jP9+6UvibW96Y7VNY7RQsioXoV+joeLgn+KqfLWNihKVk1ZrsBELBVXlS37cSp/qEMVZNB0QkVc39SczYuhTc6u5b8iXPOOs56hWe0YbVYfWSwrSd6P6I/nKDrLHlRkVj/0etcdGS5titDCJ6fpyLO+7ITbWV4J6W3bsih0n7olY3BJXXntDORbviv2XvztyIetjoHC1UffdFOt1U+nK2pvX37Q/VkYLsfu0iizv2BlRutafGJeOk1H1GUeEiWWl/ffeQuBuy/UZuVGfKzt27Bhk/e7v/m68oW6cnX766fEv//IvwfnzNSbPfe5z4+Uvf3mMx+PgcHqLrQ5b3GyoTGYGWav1+VvFGI1Gw/Utv3379nBE1s1C5EQDB/U1r3lN/ORP/uQg85nPfGY8//nPH74axbOj3nD77ne/W/dOHYGOQEegI9ARuNcRYLLc64McsgEyYlrOCoNwo/KRo1jcvDkWy9GYlFE/XijDvozCwTGpdFpG3HrVZRmBsX1bbN+5c3BU1jZWy7lajZyMY8qsHE9i8/YdsaXaGZVXXXd9vPNd74rL3/GO2H/1+2L1ne+Mq9/4prjs7W+vKOa+OGHb9ti5tSKOGVEeapQVW8bBUjkXW2Nl70rse/flsfzu98W0IprBC1vcHNtOOS1OOXlPjMv5ueyd745rKpLpezj3v+e9ceNb3h7vetOb4/r3vS8Wak67StfNi0vljK3HpjJuR0WcrKhxTzjx5FjYtC1uuHHvEI1dHU1iwuGsSG0FXSLKiC2tYmEcceqe3XHDTTfGNTfcGMvXXFO6Lsf+fctxeTmqby1n7HWvf0M52dtjVGPFZCEWFsvxqOjeuPBYGC/GYkVsFssgWtq6LdBiGdsxXogcL1qI8mE3Ylz8oqPT6hPlBMXC0iBvVGmU3K0nnhKTbTvjpnJA3335++KyN78lbnz3u+Km974nbipH8x1vfUsFk5djd0V7vNVxkFGRytUDR3Onta5R426UbqvjUc2vZjeN0mFcQy1GVN1VFdW7sdbqpvdcFte8973x7ooevLPW7MqrronRllqnxW0RtQdGi5sjC9/RaByL41EsAUnkshYwqzxl4deeicJ3y+49sX3XyXHtVVfH5e96Z1zx5jfHNW98Q1z5trfE5TWHd772dfGWV7063lf75MYrro7limbuLwcz9laE25qvbMS+m/bGZHFTjCeF63gSkSP3Q8qRyqLK13jGnEZGDBTRkjjwo2VSf0Y19QNVlYwC5kuF/dbCLWrt4sCdl8Uqby7Mo+awUtHruLXAmP3Mxh1H1H6Z5mLMaCEae0a0bNzRz0YZyNOK/Hp2TRTGS0taBGatonyj6c29bzGFA9Ujo2SNNtC4HOAZcRRRqC/eOTGFWgxUnEMaheaMIvANlOPgUM44RyVhFBk13+oh3agUad+IW/5kFRHdpVWsdRsFrKKuiUnt82l9huzfd31MxtMaM2NU1+bu084KL1zaqHHec9l7442vf038z79fEq/7z3+O17/k3+K1L31pvK4c8/de9r7YX9rkth0x3nNqxPA24Jlu45rvqLLTXA8U/eeIRmA0GgXKzOE4tO/PHJdT+fd///eDg+kmGrqhbuy98pWvHJzCU045JV74whfeYl7N0XQNaWhl15M6/dfrpp82ZA96PpNT6VlRx2nJdZxe++LiYgyfpwpHDXVFOwIdgY5AR+BoRaCspKNV9QN6l4MZjQ5UzSf7yjFZqYjactHe/SuxXiGsaTHkaHGIjolfrY3GEeMy+MejcpLW48a9N8V1N1wfN9x4U0zL8JvmKCZbtsaOcua27d4dqxUlfXc5f298yxsrcvOaeP1rXxWXvu2tsXfvjbHV20ZPPSUWd2yL4WdSsouW6i701hNPjBo+3lpRyv9905vi0nKqopycGBVPGZd7zj43dpex4ZnRt1Sk9A3luLzqf18z3BG/ssYbjUZx4sknx85T98Ti9q0xqXKU2rFQI6HxqOpPiNHS1riu5nrD/rVYOGFXTE44MaLqbipGvs60jOlJRVb2nHZSbN95QuwrbF5XDu0rXvY/8ZKXvTxeW87zdRXhnZbhvPWEnbE+HsXecvKWp9OokE3sX10OR2CjypzV6yuyB9u9FTks36wwG5VjUKw5iv0VARUFvamipI6gRkVDp9Mshf2Oh2fxdp15buwoh3t/gfOWt749/ue/XxH/87L/jle94tVxxeVXxtatO+Lscy6IXSJEpftqRQw2zH1xMa4sh/mqlf1x/fpqXF+R6r0VlV0vvDfVvE487bSYlNP13iveF6949avilUWvr7m9413viY3S7YxzzqvI5jT2boxj31qU07sRq6X9Ru2MUUbEaCNibbky6zGuNZrmuNozSmhsO/n02HPO+eF47U0VCX3ne94Zb3vHpXHZu98TV195ZVx77bUV6LwuvAnS85PnFu+2umkRtZ+iZEU5csvlZI85m5NavKqbFtFrrXgK6dIkYlrDofBzMKMwo1ElxVI9YqAofGL4GUWW3JWVlSi4IhY2xbRobS1jbXU9Vgsr5Wnxo6FL/ckDVEn9jmKj2jcq12ha+eFXpgj/UL69PzmtbTKNSsLeyan8tLhJrGT4vaUUvEauDhGu7dIibvUzrdki1dP6Q8LNtFGt81QMB39JnpGqUXX2TDUaVwUaVW80rpTMUdW3dBTTAZFR6aRuUv2rqq7rcXFZx4Va3ko9i1zXyWQyqktirWhU1+JJcfLZF8RJtd83bdpUAfEbYzpajuXpTbFv/411rewNNwe21ufErrPOip3nnhNRkVE3Zmoxax1HBck0xtONGpLM1aiKov57pCLA8eNQ0u8lL3lJvPrVr47zzjsvHvCABwQHUD1aqGj/0tJSXHTRRSH1PZlXX321plr3jdizZ0/s2rUrRC9VOi7rGU3PfHI03dAZlyOrDbnu1e2oyKrPIHXk4ZcX/Ww3fpQ7dQTebwR6h45AR6Aj8H4gUBbM+8F9pLOWBbhROm5Uyg6MMg2XyuHYsWtnbC/HK+o/5JWKuKwXz0oZbfvK6HYa9aYywEWAROG2bNtaNt7O2FSRuyzHZa148TP6dp18Spx13vlxZhmCJ5djeELJnVZ4aWnHlthz5qlxnwfcN8667/mx6ZRdEUujWM2I9YVJ5RdjYffO2HnW6bHrjNNjUtGOjU1LkeWETisItyL6ZCXKUT3tfg+I08og2XrizhhtXqq+C7F4wrY4+czT45wLzo2Tzjo1YkdFxFi6izVA/TrJur8m7rses+a7rZzipXJgN+/aHbtOOyNG5egs45tE4Nu7vL8M3bXIbZvjARc9OM658IIKeG2PqonpeFxO6Ilxn/s/IB72yEfFlhN2V2R3Vyxu2xYbk5pThUnpu1FeDLN3UjpOKoKck0msF+ir5YxPDzhG08J/PTK2VIT1hDKiF0u3tWpfLtzXyvNdKYcrlrbEjtPOjLPv+8A4+4L7xSl7zohtxb916wmxbev2OPec+8QF518Ye844O3LztojJUiyUnMVNWyJGGQsn7IjFnTtjUobVdMumWBlnrOUoRuXw7zzjtNhz1hmx65STYnthsmP3ibHr5JPipFNPjdPOOit23+fC2LSz2sqR3bJzd2yMxrF/eTnWynFeX1uJqSPVUZMCcO2DjZLrhPRqjGq83XHC6WfHBWU4GmPbiTtjqW4CbNm5I3btOTlOP/fsOP/+948zai1PvvA+se2csyNKz6hobCxuiljaHNPJUqxX5CNKbuRCTCudVrpR8jei9k6R/LTK06wCqiSqLBnVn9rGZZBG0cYcRTl5OdBi3WjIccmuqBonNyeLsTFeinHhN9m0tdwmrlPxH5BZIoffnCtPQ3v9qd+pQq1hVNQyhuhvVd7B76gM6dFoFNu2bQnHAzlaSJfJpsLhwDjEqpunHCozIm+mzJpXZP2r6ohYL7rl70YVD9BM2aGc9devlpbKj0rSuMZBLikpmhTTuGhUNJ/Ka5/RBlSDnhtTOA6ttY4R46ocj4ywEWuF042155dHk1iovXb6+RfEueffJ84858xYmS7HSuyvdViNhcVxnFB75NSzz45Tzj8/tp99TkzHC7Gek+Hastaj0jcG/Fdrff/v7Evd/nsEIeBzMjND+k//9E91HWyLL/iCLxg05DAOmbk/F154YTz84Q8fblb94z/+49CytrYWZ5xxRv33NY6/+qu/CqczNGyv/z/O9P2/VXjjG98Y7Q20Vay9MQ3OJqfTcfbLLrvsYETTd4D6Ps7bGl/fTh2BjsDRh0DXuCNwpCMwOtIVvLv6ba3/qM+87wPiwgfcP0457dTggGYJXZyMYrI4ifKTglFchRjt3hXnlHPw0Ic+NO573/vH7opobhTzakXe1nlT5VhtOnF3OTFnx7kXnF9O2f3igoc8MM5/yP3i9IfeP3Y+8IJYPOOU2FiaxN4yIfdNIm4crVeEcBzr28tBOu3kOOm+58XZD3tQnP6g+8bu88+JayPihvEo9m8qY3VrGeAn7y5H6Lw480H3i7MefL847+EPiHMefGGccb/zYut9zok45YTYmKzHTbEay7V609JvWuNEdWd+bqsI6FkX3jfOvfD+ceGDHlTO3Gnh2PByjcMhRSsVfVkv/WJUPQqDPeV83f+Rj4xHffRHx4d91GPiwRddFKecckb5QOXclYN2ThlB593/vrG9nOzRZFNsKkdl645tMSon4hGP/rB44CMeGeeW87Zj+45YWFyMzIxpjbdehvGmTdvigur/kAM8k3J0xosLMakI62RxKWJUyi9ti827T4k9515Q6/SgeMjDHh4Pu+jh8ZCHPiLOOvu82Lbr5ChlYlrrsFbO+Uotyo0Vcb1x7954wMMfERc+7KFxRq3blnLkV2rsGyoquVYRz/XcqPnvifMecL94yCMfHg8qvgsfeP/S9YLYedKJJXMUp5Wje58HPSTOvfB+ZaCdEJvKIdy0uCkmk3FkrUuUAztdXYn1crSjfjZiHCvlFMZ4U8TWHbGlHNo9F5wXZ93/fnHug+8fp9/vgjj5/LPjxPPPjZ33OT9yx/aIilxEOV7S9SE/if0Lk9goh2ut5K1bxMyIHBdFTDNjGhEFX/2tRa6/N//eqlx6ZXkieaDD+nqtbN0MWK+6KQe2Oq5HxnI5zfvKkS4/P0aTpdp2HegxAAAQAElEQVQ9pUP11a1Y7vQX33T4U6zN2ZTaR6oOUCW3+N2oGzwqHvjAB8YHf/AHxyNrHc4rXArQiIp6b3A4pzhuj2ZOW6ERUesZB35aLZ3QgeqbE+AVBjEgaQA9lKZVg+QjxlU9KirkY1RscIRwlqRb0ka130zjwhh/QRsIxqslp6pDflRCFmtrRyE9HWV9BizEqn0zWYjYtrOupZPj1NP3xKM+7JFFj4pHfNBF8YCHPjDOKmxOOG1P8WyLlZjUdT4qKinTGqYUGpXgkRkU9t54Gwfwj/5zRCJgvSh25ZVXxq//+q+HF/s89rGPVTU4n5zJoXDgz3g8jo+uz+GF+rx4wQteEBxV7xPwHZ0inE9/+tPj+7//+8NxWbLxeR7Tsdrv/u7vjp/+6Z+ON73pTfVRsxSf8AmfUNfbI0M08xd+4RfiJ37iJwZyXPe00047+JbcA0P3pCPQEegIdATuGQS6lNtAoMyi26g9SqoYhzerOikzbDadwRAcGspCE2bctC1i667YKINv//79UXbh0Iq7OGKtjOKVikDExkLgm+w6NXJhKRw5YjM6ErVcPBssynW9Fsqx2hKbt++MnXtOi0lFAaMclRgtRNn1cWP92VcOUdmIFd3YKAN0FKujclAmW2Nhx+7YXI7bzoqWjsvBWFlfq24LkZMtsbI+jZW9y7FWTsjmivJt33liOb17YvOu3RGbtkYsbgmOzsp0VOOs13wjygcb5rJef4d8ORm5dXuMt58Qo+3Vb9vO2L+2UVRdi2eh1GfUZOka03GUQjHafEKlpd80Y6V0XzPP0mG9ymv712O8bVcsnXByrNfcbyr81gpBc1vxPOLijhK8udqm5UOsx8r+1SFfkmNxMorl4s/xUsQJe0r9XaXBKPbvX4mCM9bKKSBnI7LuyGe1TSJqrRa2n1Rj7o7Ysq0M79JtvFCGV3GWIzYZj2I8ypK9WEHnwmTLCTEuWlgo/UvCtKJJJI3LIRyb/7gw23FKjCqSmbVG0/EkxgtLsZGTWPcCn/FiZGE7Wlis3hGOmm7UmgRHCKjFT0+GYRaHse2HaSxUaaHmXLWbdsTmk06NraecGZtOPjVGm7fF+mhS7eMwh7XCcaUcwSj9oxzylWrZX47zRjmz69O1Wsf1qlmPjAGJcjM2qjz7ra5VOyqeRrP6qFr8o/E4cjSaUWZk5sAwyqqPjJtu2ld/MxYmCzGZLBaOQ/NQVxtzVjj4d3Qwd4sM6Ivqd6jeKG2GzG16ekNL/ZnJGtW4a6vrMSrsxwuLkbWWtQCxsboWUUZ1Md7id1QllDXYgZkcqKlk7hfPQMVHDXSwuQrT0nFaswwAVqpcmyz0sX54jSGt5ojpkBuyQ055nobK+lN1B/vVGrQOo/Vp+cPTWC2Pc7XGXx8tREyWIjZGsRQLsWVs7lnXbcQM902xMd4aWZ8Jo6XtdWPixJiccFLEttrvixV5rv25VsJXy2ler71SIiOz+g5/RpUfF6kYVWX/PVIRWFnxWbca11577fD9m+dX5NrXoXjmcjweDy8Carpv1N6RF+F0GuCSSy4Z3izL0fzO7/zO+IZv+Ia6fjfipS996RABxbtYnyfebvst3/It8R//8R/x1Kc+Nf7mb/5G07A/Xvayl8XHfdzHBVlPecpT4kUvelF4pvPbv/3bh/aBsf/pCHQEOgIdgY7AvYzA4bNW7qGJjSKjAjURk03lwIxjYTQOpn4F0CIqH9v3lBF3WtGeGJcjs2XT5jIAo0zAiE2lw46iXWX4Li6WczMpY2/TKdWwO2JxS2zevLXcrojN5aVtKSditLAlYlx8CztiXJRR5aiyfks7qs8JZdTvie2TPbGzDMmtJXtnyV4oKZuXTq3S7sgtu4Jem0vfMkfjxPEktlfLYtS/8QmxuG1PTLacGJPcVL3GZSAvxIIxN59c/U4ozm2xabIztk22VI+ISc5oU7VsqnwlVVGlXTXnE4pqlltqLrsnBUE10nh7zWNh8cSIcckcl5G7VOnW3RFbtseWrdtj6+KWwmdUsjfFZPtJZQwXhltOjvHmk2L7pt2xuRAcR8Ri8ca2mteOM2NcRvJkNI7FTUuxsDCu/tUeEVvKmRsv7qxc0Tb6jGPb5sVYWKz2pYysllH9zdEkopzEmnxEYRfWo2SWsIjNm2K0ZTFyYRTFWphU38osDvy7YmHLqVEolVYx4LlzslStSxGQ3XpGxOTEiKzVKLmTyZaCfzFGC1tivLXw3LYzxnXDYDReiHFUj8VJbKp8lMQoRyAKv4Xi2bS4WU3AeOt4UvJHEVUznuyKGNXcjBVbq25r5NLOGC+V7MnmKi/EZGlLTBZqf5bjP85JLORCrC4vx4k7dsbem66P9eWbIirqPK00V/bGptFGRd5WY3TAec6sPT4q7SrNzJK5UeOvD2l5OVGFgXI8islkMtCo2Oo3tm3dPOA1ioiFqtxc7SUpFqq8ZWEh5EeVx1tJ/SqhGMTKjasRTSodVcUIPpOSYBFLelUPvNKo8i0oxzGpay5iHDlZilgoTHIhRptr148nMSqhOZqNlRHVO2NcFaPRJKL6qrklzUrjiBio+ta0I7Mqht+qqH5Z/VGUrIhRZHFn1ctNqm4hovZ3tZSQqq5MVYwOUFZ6ayoZgRGV7FI8YlwdNpaLeS0mtX6LGTEpx/LGlWlcvzGJTSeeHpFLRo66vRFL5amONte83EjZelos7Dg3Jot1/UTtn8muiC0nRWyqdGF7LE22xlL12l667qhxNk0iKhvDz3gS49wU4+IIekX/OVIRWFxcrI+whbjvfe9b9zum4XgrXbdvr/1fGY5lJcPvaDQa0kc/+tHh5T7XXHNNOBar8oILLhgcTm+2JeNBD3qQ6oHI5kA6VnvVVVfFk570pKG+/fEmXP1EQf/5n/95+D5Oz4LKc3Lp0MZufaSZKenUEegIdAQ6Ah2Bu43A7H+4uy3mcAswjVkEyH+RWeEKaTDGyriN3BwMvxjM7ChD7WaaRJRZV3+Gvwsx8JWR2GozIlCQ1XgGOa1n9VE2jrSMwKx0HDMJ0hz6lrFdbZH6jQaZ2pTQjOeArOofNZY6JB9D3QEZlR+XTP0z4qAs5fDDMqUPOiDHGIvVJtUnSkZE4UKnWIrAO6dblvyovqFO28C/UGNNikZFUT+juBmvysfNP8aY6aN+Ieb5tMX/+cGHJjEbs6VVp0OjiGFsxRh0LNmlW1a+etB4WN8YcoWXtUTFM6sbxaxfpcPcqpe0anOOouQFGUNb8RxoM6es/OxX/Wz8GOTP57WhUbGOInMco5FyhP5ufJywc0eMKkp2w43XRaztj1E5JBvry7GyvL94NmJSjgXeaZWifjaKbvk7vWXxdkpk3BndTtdh5Pm+N/ONKosqud1f7XdGt9t51nAbg99G1Yz34N/bG3PGcJv9Vc6a7/gvvkbFuVH56fpqLC7W2pfDwFFYWZvGjhP3xHRUV9x0Ejkd1Z7cCGttDddqL2zUNbURm0pC7VHXoD06UMnJSdXrE3Zg9Y1hHcJPjRcladaCT2WnjkBHoCPQEegIdAQ6AkcuAqMjV7WuWUfg6EdABMEsMjMyU3YgUYUTTzwxRCS9PXL/9ddHLC0O5el0GqPB6RhY7+DPzfLugKk33YsI5HgUK2trwwjTilq/972XR5ZDuWfPaZGVRo7Cqd5pcXA2Kzn421fvIBQ90xHoCHQEOgIdgY7AMYxAdziP4cXtUzuyEMi82cXgaO7YfkLs2Lk7brj+pnjflVdHrK9HLizE0tJSZGZkcFPm59Av13k0Dl3+9kcaVmk6rQD1/vAmUF+ptP2EHeG5u6iI5231LBe01va2WnpdR6Aj0BHoCHQEOgIdgWMPgW7BHntr2md0BCEwuh2ng4qjci7POOOMqHBmXFkO53VXXxPhjGbOLksvKsKX/nQ6YhGwxldcdXVcftkVsXXr1vD9ipOlpYjbWPvZykb/uTsI9L4dgY5AR6Aj0BHoCBxVCHT756harq7s0Y5Ae0Nqm8euU/bECbtODF8hc+2118eyN/8eaByPxwdys+Tmi1UuZ5X972FHQLTa20jXKyJ9yql74sSTTwo3EcJZ2kG7rL/WrJL+2xE4xhDo0+kIdAQ6Ah2BjsCdIdCtoDtDqLd3BO4BBJqjmcn5mBNYTuXpp58Zvhdvacvm8Ezgxvp6iG6O8ubL8+bcXN+ePSIQyMzhbaKnn356nHzSnhhv2lp6jWM6nIi+1XpXy+x3GjljmBX7345AR6AjcPcR6BI6Ah2BjsARiUC3Y4/IZelKHUsIcDbR/5lT+SIbyyuxZfeJcebZ58RJJ54Si5u2RI4msb4+/T/ss4p2yUobzVr638ODgEDmrt2747Qzz4il7dtieEBzNCqHc7aG/s6/MCirAkX/6Qh0BDoCHYFjGIE+tY5AR6AhwGJt+SM6zSzrvDRsb/30YhVH2bzt03NwmRnyvvfMUURtmRmZnTI7BpmHD4NROR/2ZOYtdRjlQmzasjs2jbfFpk07a//ujIXRQozHk/A9eaPxKBbHCwP5fsfxZBzkzFNmRmanzMOBQa3HZCEWFjbF4mRGS5OlWBovDrS4eUuMJ4sxKVpYmBTfpPKjGS1UWpR5OPTuY2beMxiMx7UHirwkKjOH53czM3bXDYjMe2aMzC4ns2OQ2THI7BhkdgwyP0AMjsJ+/o/xjQaZGSeddFLZEQsH/3+Jo+xn9La3vS2OZLrsssviyiuvHN4Aed1118Xll18e119/fVx11VWxvLwcN9xww/BGyG3btgVaWloajHUGuxd4HGXr0dU9zhAoWzVyHAONpJNRjMvRHE1mhqzI6EHayCFqNq2Q2rSiZCj6z2FFYGM9YqPCl2u1HhsHSHC6qod6a1TVEf4UKctn9RnosGrfB7+7COzYsWN4UZTUy6JOPfXUuPbaa8NXHd3nPve5u+J7/45AR6Aj0BE4ThHw/wo/Rnpb/78cyb7bbek2Ou+882KOjrj8zp07Y+cBOuGEE4KnD3ypaOaHfuiHxr//+78PTijn1H/2HNIrrrhi+I//oLFell7PTw84LD09EvbCxnQ99q2uHqT9lV8pWkUrq7FatLGxVo7LPG1UGU0rnfb1PKzX9XqsT9dqHVaK1mKt1mp1vdKBNmK9PNH18kLXyhtt5Pnc9fJSVzdqfSvdqPbpYZ3DtO+hu4G/m6Dvfe97401vetNwM/RlL3tZPPShD4373e9+8W//9m8d27uBbb8u+rXZ90DfA8fzHriz/1+OZN/ttnQbeTnJkUybNm0Kx2OlbnI4NitF6l/ykpcMd5gzM/CMK2SEOKPavT3y6KWV6LofyxislUFaO7kck/JYhvxG5QeallOJKhJWVZoPUNVXxcBTad8fh3d/+OxcXSsn8wBtSDmcUiRftFrO6FqlaH1tJabVNq10dXV/v8ZXDu8a3p1rqK7e4f+f9v+So7Wvec1r4g1veMNwvPbuyO59j9590deur13fA30P3N09cGf/v6yVHXE00Yhz7mSv9QAAEABJREFUdiQTMBnXjs8Cf9++fZJYX1+PvXv3Ds+vOT6r0t0AKf7Gx/HstBgdg3sAg8V7XkZmRozGA2WMaz/PaBSzf7e+u7cxzUCtvq/rPb8m7w+mbmrN02iyGJ63nUwWYlwUo0nkeBKjUa3nHGXl0cLiYr82j2IM/D8U9eP/qUqGtdy+fbvsQO/PXuq8/Vroe6Dvgb4H+h5oe+DO/n8Zj2ePXh0t6Sgzy8g9ssn/3JkpGf5DlwHwwsJCRYWmsX//flWDEyqTmeFZTvm7e4eh9+93qe7NPVAXXwxUzqY0MytBs+rxOOO2aVz14+M6OnZvrstdlR0HfqYH0pbUfYEh224MDGmsD59X8lHR65hOY/Uoju7dVYyOZb7maLrJacHbjVF5dCzPvc+t/9/Y90DfA30P3Ht74M7+f8lkKx49NPKf4pFMHMsWHaCnshQx3NwJkEee9ZQifDfddNPgoOLp1O8aHYl7IMIlWJS1a1El879raxtxW7Ra9ehInNPxpNP8Wt3sdN7GQh5g9HUoo5sZY2HxmLkuj8vPWjc9La09L20GwmQyUTwuMYFFp35d9z3Q90DfA3dvD9zZ/y/DfzJH0Z+ydI8ObTmdNG13kqX+c+dYtrCzl604SivNzOH1wfp06ggcrQhMJqO4I4r+cxgRaB+ft0xbdJNio1HGuD6LxjmKUU5i+BwbF/9oHFWI/nP0I9Ae7TATd/tvvPHGWtpaYxWHjfrAHYGOQEegI3C0I3As/f9y1PyvmJnDvuFoynAqx+NxcDDbXYDMHL4SpZXdXcHbqSNwtCJg198RHa3zOlb0HsU4UOY4MmulRllpDFTZao0DlJVm1Y8jijdGlaLqHf3nqEVgNBqFFwa1o7TKXl7H8TxqJ9UVv+cR6BI7Ah2BjsD7iYD/T46l/19G7+f8O3tHoCPQEegI3EUEsvjmqYr162O3URX7b0egI9AR6AgcMgT6QB2BjsChR4DVc+hH7SN2BDoCHYGOQEegI9AR6Ah0BDoCxzMCfe7HCQLd4TxOFrpPsyPQEegIdAQ6Ah2BjkBHoCPQEegI3DYC915tdzjvPWy75I5AR6Aj0BHoCHQEOgIdgY5AR6AjcFwj0B3OD2D5e5eOQEegI9AR6Ah0BDoCHYGOQEegI9ARuHMEusN55xh1jiMbga5dR6Aj0BHoCHQEOgIdgY5AR6AjcIQi0B3OI3RhulodgaMTga51R6Aj0BHoCHQEOgIdgY5AR+BmBLrDeTMWPdcR6Ah0BI4tBPpsOgIdgY5AR6Aj0BHoCBxmBLrDeZgXoA/fEegIdAQ6AscHAn2WHYGOQEegI9AROB4R6A7n8bjqfc4dgY5AR6Aj0BE4vhHos+8IdAQ6Ah2BQ4RAdzgPEdB9mI5AR6Aj0BHoCHQEOgIdgdtCoNd1BDoCxzIC3eE8lle3z60j0BHoCHQEOgIdgY5AR6Aj8P4g0Hk7AvcwAt3hvIcB7eI6Ah2BjkBHoCPQEegIdAQ6Ah2BjsA9gcCxIKM7nMfCKvY5dAQ6Ah2BjkBHoCPQEegIdAQ6Ah2BIxCBY8jhPALR7Sp1BDoCHYGOQEegI9AR6Ah0BDoCHYHjGIHucB7Hi3+vTr0L7wh0BDoCHYGOQEegI9AR6Ah0BI57BLrDedxvgQ7A8YBAn2NHoCPQEegIdAQ6Ah2BjkBH4HAg0B3Ow4F6H7Mj0BE4nhHoc+8IdAQ6Ah2BjkBHoCNw3CDQHc7jZqn7RDsCHYGOQEfg/yLQazoCHYGOQEegI9ARuDcR6A7nvYlul90R6Ah0BDoCHYGOwF1HoHN2BDoCHYGOwDGHQHc4j7kl7RPqCHQEOgIdgY5AR6AjcPcR6BI6Ah2BjsA9gUB3OO8JFLuMjkBHoCPQEegIdAQ6Ah2BjsC9h0CX3BE4ahHoDudRu3Rd8Y5AR6Aj0BHoCHQEOgIdgY5AR+DQI9BHfH8Q6A7n+4NW5+0IdAQ6Ah2BjkBHoCPQEegIdAQ6Ah2Bu4zAve5w3mVNOmNHoCPQEegIdAQ6Ah2BjkBHoCPQEegIHFMIdIfzmFrOO51MZ+gIdAQ6Ah2BjkBHoCPQEegIdAQ6AocMge5wHjKo+0AdgVsj0MsdgY5AR6Aj0BHoCHQEOgIdgWMbge5wHtvr22fXEegI3FUEOl9HoCPQEegIdAQ6Ah2BjsA9jkB3OO9xSLvAjkBHoCPQEbi7CPT+HYGOQEegI9AR6AgcGwh0h/PYWMc+i45AR6Aj0BHoCNxbCHS5HYGOQEegI9AR+IAR6A7nBwxd79gR6Ah0BDoCHYGOQEfgUCPQx+sIdAQ6AkcXAt3hPLrWq2vbEegIdAQ6AkcRAmtra4O2y8vLMZ1Oo5X37ds31Puj/oYbbpCNa6+9dkjbH/yrq6uxf//+VhU33njjkJ+vb/I1XH/99ZKB8Nx0003D2EPFbfzZ2NgIfeZ1wmZsKRnkyyN5feT1k5qD9JprrpEcJH2bvirX19fj6quvlj1I6lZWVgI1OQcbD2SMh+9AMchteXrr28p45aXkSWHQ5qONTuRp16YOXXfddZKBtOmDhor6I6++ssNaNhnKjeiGr5XvKDUe3ef59+7dG3Se76fdPMmer29l81FPlhQ/OfLI/kHyiCypuZh/66dunsyPLHVNJ7ytTr7JpUurJx8/HfCQ09qNSZ76lrY6e0sdIqPJUzZOK8/zaWs0P5eGSWuTXnHFFZKDRB65bU/SUyNdpUhd01UZvzr5geb+0Ivec1X/J2uuZLh2bk/O/+l0GxWwVT2vmzLZ0jsi45ojfa3TbfE2+dpuPYY6exd++ptT+wwjVzs9tMkjPNJG8+345st4mjz5Rm1NtZlDq5eST4bx5dV1OnIQ6A7nkbMWXZOOQEegI9AROIYQYPwwgE1paWkpMvOgQ7l58+bB8WJoZWZs374dW+zcuXNI3/GOdwxO4Hg8joWFhVhcXAzGIUNqMpkMPOo3bdo05JschR07dgwOJmMQz9atW4exGWgMNXLwMczomJmhD53UNzKWPBn01x//aDQKRL5+eIwv3bVrlySasarvtm3bBn30J3P37t0Dj/FlzNH8UGYOjhzZxppP8eFHxmvY0hsm5OGXMvpbf7o2DJpedCIvM0MbTMg84YQTiB+c+swMcpFKukuRfGZGk2EsDoRxzbn1iTv4YTwbz7zx04HuynTWtWGm3TyV9dNGB/Xy5iNt/cyl7Q318kh/bWSpp7f5GxOeV1111UFnV5v5GQOuHAx9OB/txoh+5Ko3b3zmoA/9tmzZMuxdcrSrJxdOmTmMlZnD/iRD34YDHcnAS2/j6I8vMyWhnt549KUPDMyxYUInpEPbe/iNo47cVk+GOrriIYfu5KpH+NU1meRYE7q4TuiNj+6IDHLh1vqQ4dohRzvSHzZk2UtkqFPWX2os9eTAVv7WTjTZ1hEvPjyILuTJG9ccYUW2ukb01Jd8ees+P38yyfGZZT3IyJxdR2SQK6WHNnMzBpk+f/Rv7XQyBr7GDwN8ZON729veFnSQt1elxjYHebLtAXLIaONr63TkINAdziNnLbomHYGOQEegI3AMIcD4aQYSY+h3fud34qKLLhqMawbcmWeeGWeddVY86lGPio/92I+NH//xH483vOEN4efkk08enEAOkr4MMsZsZga5zWhjzDH+m5GrrzaGHINNO0OP8ayOoUYOg5FhRlbmzHjXVz0DjsGrnSEnr46Bh189eeTrw0DUzkh817vepSoYq8bWl4zMHJyz1kcklJyoH4a0OdCvigedPBjhR+obkWsO+psrogOc8GpDdFBmrNItMwe9jMNINy69lfFLYUXf5qy0MaWZMwcUn7HUGRvpz4GwDvQznvY7ojYG58CYZJBFZ/3oYj2QMZG2tqfojh+vfSJtBDs6tL63TvGRT195csg98cQTh/1pfvpoQ8ZtNxOe9axnxX3ve9/40z/9U023oLY/rA19NcLDPoC3edLNuJmzmwv2Ff3NByZwsB/sscwMvHjoSCdyXQ+XX3554KE3HmPiy8zhhog52Gd0x28MmJCjrB4GUT/qKhlulOgnTyY+eeNceeWVBx0fdY2PvvQ2tnoy7bnMHLAko+lGd4TPfJGxyadfZgZZ9hLcyFTWf16fl7zkJfG5n/u5ceGFFw6fHX/7t387ON9NtnWklzm2uswcrkHXSovokouPHnSgu/VRp0w3ZbrEgR8y6UUOfphqsrZSpK31afO3N3z+6IuHXi2PX50+xsOH//Wvf318yqd8SjzhCU8Iny1NT7yuYeObgz1AZ/V0bvKUOx1WBA4O3h3Og1D0TEegI9AR6Ah0BO5ZBBhbJDKiGKiXXXZZcCa/+Iu/OD7u4z4uHvzgBw8G5v/+7//G05/+9PihH/qhuPTSSwcjm9HEyNSXDGWGO6OM0SclH4/2RtoYc8raGWLqkDqUmYPxzFgkR50+DEAGHINXHUNOXh2Duxmq82My8BiHjEROtH4cBmPrz0lgTJs/g1E756Xl8ezcuXMwzrXhZbySoQ+9GwbaGZlSdXTXzrkkR706OL3nPe8ZZIoiMtpbv8wc1kAdHdXrY+6wYmiTQw8pgr0U6YMPP8z018eYSDss8N4Rve997xua8TbdOZ9DZf0h3xzNDw4cNvnMHI4fa7MudLAG1WVw1qX4rREZmTk4YJkzh5m+2ukcB37oTAYcMnOISjadrB/+A6xDpJ0jB/NWZy5NHn3gYK+QSbY9BG8y6TQ/jnZy9JEi14i5IvsE/vTWNzOH+ezZs2e4dujG+XBt0QFP1A987MvKDkewYWXdjC3Vj37ajSO1FvobU5tx1cPypJNOCntJ2VqQb67KUn3MQf/Gp62Rejq0+eqjTA4sjUEPcoxrjNZX2vrT6zu+4zviH/7hH+LDPuzD4vGPf3yce+65gzNpbm0PuV5dR9ZPPRkIJiK65q+M6GFsKb2MAaOmFxnqpK961aviOc95zvA5hQdmZNBPisjGL+8zxl6QR5kpGZx7GfM3tjxszN1aZ+Zw/b72ta+Nt7/97eGzBS/98dojxjc3uNuTsCMLlng6HTkIjI4cVY5jTfrUOwIdgY5AR+CYRICB1ibGIONofcZnfEb80i/90hAh+pu/+ZvBcHze854XH/ERHxF//dd/HfKMNYYVA0x/hpQyw10dw7oZpAwsRtetjbrWrj9DklGmnzIZjGLGory6zJTcgujBAFXJ4GaoyjNk23iMQHWtLM+BZGiaM50Zro2PMYmHTlLy1TFS4YWXY2Ks1gdfI8YkPPRrMrTBQGo+xj/99NMVhyhY5ixSNlQc+ENf+sE1M4PTpElfsumhjDJn0Tj55ohyiI1FV7zmifDcFTrllFMGNnPnLCkwqqUtQiaPzJPDJo+si/XUl663Hlddw44Bj+BDX7pqM0/OibVUD/s2N2NYPymM8MNcHV77xv7SF4+5WBd549BXnb2pDtl79JUnixyYG5NOonLa9Jeao3m8+93vvoUDrE0f49szdON8nHrqqcPxaO3WVl/jmHYqb2cAABAASURBVLs8nehoXM6JvHngN4+Gp/nipbtUW9MbL+LoaM/Mg8eC8VoH9fQzJv2Mby76zRO98dlH6vVrY9uTZKnXn77y6L3vfW/8+7//++BE//zP/3z82I/9WFxwwQXDcf3MjIaj68feJNec9bXGUmR8+Jg3PfCgzNmNCXn85m9NyKHfv/3bv8U3f/M3h88ucyQLmb/9IU/31gZjuqiHgzHl6Sa1L+Akj4xhPJiTY53sJW2IvmTARV964vPZSgfj0hlvpyMHge5wHjlr0TU5QhDoanQEOgIdgXsCAcYaA6jJYkQx8BlMmTNDVRsD63GPe1x8/ud//hB1/Mu//Mvh+U5tiHHFiGKAMU4ZU+Q2gy0zh4hPM+re+ta3DmUOCh1EOvRllDHeon6UtZGLqurgL/2agcvIZCQaU5+mi7HbeHTRmXypaISUoSklj0PFGMXLWFePyGQwqmMAw0K9eTpCZ2xlpI6BKd90zsygG33J0QZnRjmDVLnNuR1XVsfApj9D1ziZs+dYtdEhc+Z8v/Od7xwievRrWEjxcdjwmh8HZ15X+uC5M+JYwomzhJfO5LgZkDnTAebmlpnDscI3vvGNw9FgeNNLm75I9Amm6s0N5pwXGODTxlGjM0eOc2It7QV97Bn4kUUvfPassrVTRxa58vpqw4PXusAEj3HMRR0edcryeDIzOBKcTWPC2vzpqa/9kJlD9E6ddmulPz0zc3BElfXnvMJK2dqqg5H5I7Jf85rXDFFgzok5i4ziN3e85CrbZ/YVPc1Ru3qYGgMWyohu6s0fqTOnzJl+xoYBfbQ1goW+9lHmzWt9az796avfm970puHGyPnnnx9OSZiDselJDnn4rI+89bY26hA+KT31y5zte/pqs4/hhEeKZ37+b37zm4M8N5/sWbq6tvHDhAx58mFGhrz5q3ft4HP9qYOBfWF87dad3ur0N4Y5GlMfPK4NMuBij6hzvbUj1vjprL7TkYPA6MhRpWvSEegIdAT+DwK9oiNwzCDAwGIgMdQZVYyt+cl9+Id/eDCyHK9l6DH+tDO0n//85w8G5kMe8pAhEvr1X//1wfHQTpaUvF//9V8fjtk95SlPiRe/+MXxPd/zPfH93//98R//8R9YBufs937v9+IHf/AHh+dHPTv6eZ/3efHUpz41jIOJ4d0MXOWXv/zlQd7Hf/zHD8+bfs7nfM5wpM542lvKmGQQf+iHfmh8yId8yGAYi8B8wzd8w6C7/sbl6OjHEGWwyqMXvehF8Z3f+Z3DM1sPe9jD4od/+IfjB37gB+K//uu/NAeD2hgK+sFInnHZ9H3pS186zPdbvuVb4hM/8RPju77ru4b+nnHj1H/7t3/74NQzcDkUX/d1XxePfOQj45/+6Z8G7MljpGv74z/+42EeT3rSk4YbAJyQzBycHDzPfe5zw9w+8zM/Mz7hEz4hPu3TPi1+7ud+LhjgTR/ybo88v/sxH/Mxw9FEc/+ar/maYW0dk4T36173uqErfDkQb3nLW4bn9j7qoz4qOJbmzwnXxnGy9l/1VV8Vz3zmMwcnmfFvrxFiL/3CL/xCfOVXfmVcfPHFYR9927d9W8BLO14pXI0n//d///fDenzWZ31WfMEXfEE8+clPjle+8pXDM8QcAhjgQxxX+8Yzd9bNHrnPfe4T1pxOl1xyCbaDEUjOAyfCeBocD7X/P/VTP3XYo83x4zzg4ejA6ku+5EuC06iPdf/zP//z+O7v/u5hrR/zmMcM+NkzHHmEDz7WxHF1Ttp//ud/DteGGzx0db21fWV+P/uzPztE8B74wAcOzw4+7WlPG/ZQ1I/rt5LhxVZS+91phS//8i8P62Lff/VXf/UQ/TNHPIiDZB7yyLyMyWmyjn/xF38xjOn0g+sHdvaXaCJ+jpujpV/4hV8YMHBTyV6zh0TF55+ndZTcte/ahv8nf/InD8du/+AP/oCogWBnP9NBhX0An6/4iq+IT/qkTwprYU+2zxi6+wxyXcHHNexzg+Nrzr/92789nCRwXZHnRT/WxTX3wR/8wWHtvvd7vzfsD+345seHoz1PJgxcU+ZEDnzgp4++yGeH9Dd/8zfjS7/0S4c9bZ723S//8i9r6nSEITA6wvTp6nQEOgIdgY7AEYtAV+z9QaAZ7vpwNjmGmTk8u8ShacYr4w0PI5vhz1BliIrSMPg4RYgMz25ddNFF8Wu/9mvBuGoGnD6MR4Y/45qxjfcZz3hGvOIVrxieCTWGY3A/8zM/E4xoxv0jHvGI4UVFjD1OJ8NPBAfhZ/QyQD1fev/7339weESS6OPZMY4AYxCv+XJEODeZGV/2ZV8Wv/iLvzg4cg9/+MMHY5MzxEmgLwcFv75/9Ed/NDhD9CLva7/2a4PDRf+f+ImfGPriMwYc4AMrdY04xj/6oz86OM8cGE7fT/3UTwWHkcNDbw69CAmDn9Et5aypz8zBkSBbG0OZ8Q5Pa0FXY+P/wz/8w8HZ5Mh76RPD3puF4ej5tnlnrOl36/Tss88eHEeGvDWxZpwJuMCbLHvDuBxHzyy6KUCfhz70oYPjywjX5kgpp+R//ud/BkfffOBjfox2L6TiiInycow4nv/8z/8cF5fz+Su/8iuDanjtUfvyH//xH4ebBL/1W78VMHj1q1897BlOyb/8y78Mzwtai7ZPCLBXHbW0Xpk53Cxw1PM3fuM3hvzLXvaygB9ec7RXOR3KbjBwIv71X/81RKvU0Z+zQSdzs9fM1XPP2mHvBoWbGrA0JzK91MhLZlwP+OwnkTJle8Re8yIaDvWll146vJwLH2w45bD61V/91eHmCifPGJ/7uZ8bv/u7vzs8O0sOnfTB76ZDuxnwuMc9LuDj2oKZPYfPvDlt8gh2yurd2ODIkWXOnDMOH+fP9WC/2ZPnnXfeoKv9y9E0Z/NwfZ5xxhnEhv1CjvH18Zw4B5ZD6WaP9bQ3jU+OTi9+8YsHZ9d+gw+sRQtd35xGN3zM96KLLoqP/uiPjo/8yI8cItNuWGj3WQBv+5Rzz3l2Tbh2faZxCEWyXfs+kzj1xrXPpPa0xwjwu06dTnj7298e9ianFyb2Pl4RUJjZPz9cN6To4DPN/oGDvhxbN0jwdzpyEBgdOap0TToCHYGOQEegI3DsIJCZB78/MzMHY5Uxx5lBZsrgZgzLN0fsnHPOGRwfdQw00Qxtv//7vx+iJyIbInJXXHHFEO3gvHI8GGIcDf04eqIEokgMc86T+p/8yZ8colqcIwbgT//0TwfHQ3SOQc24ZKBn5mC8Mno5msYTyRExFXngEP3d3/3dEEEkl/HMKM3M4UUfHB86eTOviIPnzDiBjGDOJF79GnFsOTycAQY4Q9Y4DG5HjF/4whcOrOaXmcMbOVWI8EkR4/PP/uzPhpcvcZzhxSES4VXPyVVmbDNi9WG4wi0zFYfjlkOm/jCeKzlYZ46cDY4wB4HDTzcO1vd93/cF45ihzxBuNwL0vyOiC4cQnrDiHNNVxIw89a1/5uwYNuwck9aX0U4vPOYhbc6H+ZqnmxOin/YEJ4vjCRPGPUeAvpwavPpz+DgRjHfRcE6It6LSkzNkLzL8M2fP+lk3/cg0bw4MJ5oMaw8jUUQOT2YOkTD8nEnXgWuAQ2/unCFOnrkgTgxeNw5gL1qqjDjnHFryOc3WxN7hVJknxwufPSMVCZR6Thoerg1YtzHsQXLobV/Zi5xG+5wDJDoO08wc9jhHxzUk4if/Td/0TeHGgWtFdJSjBUNjWiPzsf+U6QQ3GMAY5tbbnocTB+zZz372ECnlCOpDT7pwqDlpF5UDiAcvHPBwdl0zbgxw/DjL9DMXe50zbW7Gx08fnzFuStkn1pj+1uBHfuRHwskAN3HwcvR9HnBy3RxRdi0bwz7EYy3Nwd7kWMJXu88snzWiy+aJlx5Sc6AXB9dn0X//93+H/eZzC65wIo+uHNjMHL62iLwHPehBYa1hAifrz/l1LRmLfJ+PsJdH5FkP+U6HDoHucB46rPtIHYGOQEegI3AcIcAIQ83A4ch59olhz2BjQDEilb0ERNRMhMbdeU4op4LByrATlQIdQ5GRLjL5QR/0QYPxzknUxhhmSDl6yihkwIsINWOLPFEovPTg/Mnj4TAxFB3ZU8dwZLzR2VE1Y6lH+onoiSBy7BiO5sgRknIMGLecU5EHOpmjqJzjouYsskQWB1zajEVOsjI5sHDc1XxFkODFIdFOnnHooiwKh0R9RFNhoB2J8DheSyc6q9MH0U3aMJJvRAd540rNTyoSxogV2WqRF861sZ/4xCeGMRjDeO+IOBtkisxwUPCqg49jrPKM9ja+dvnMDOuir7rMlAxOkEybS+asXmSQTnCx1njg6KtNHF/kWHPC1CMGvH0CM0dv6QNnzql9CM/MHG6KZOYQ7eQAcc7cnDAXGNMjM4e3MYuMibJxchuuTf+2lsYyL7pk3nyzhjPGkfUSKF8DEvXD6fc8p0ganapq+HW9uTbsG06vSJ0Ge9S1JM8hQbA0tmsBH2fOnnv0ox8dcOJUa7eHOWWuS1hZew4QB16UEE74YZSZw/qLiLpRBEdjkuPalcLF2pqrOg6Z466ikXjhLb3f/e4X5kyusmtSP3rDjgOtvzZ6uL5Fk0U/n/zkJw/RZGNpd/1y6ODAQfdZod6NIVFYeCF19JLag6LGHFtzVuca0m7/KNNH2sYRaRflts7y7fqyd+w//aydPvakdvtC2c2MBzzgAbLDC5HsB5hk5jCXtm8aDtbLDQ37behUf2CiH33syaoanmfPnF0Lypk51EX/OaQIdIfzkMLdB+sIdAQ6Ah2B4wkBhmFmDs6APOP5T/7kT4bjmJ7ZEyVzRI3TweFjdDWnS1SFIcwghhljjcErz8FhnDFOHUVUxzHDw5hkOIsGMLwYaNoZxZxXeojKiWo1I44z6BgffsYlXlFFxi5ngWHLuDS+PCOPIc6gFh3JTEMMTgj5+jMwVTpiy7HkhLToG+dQGyNZynHgyMibAx04SsajA70YuuaLh+Es1WYODGdYMY4Z19roK23GLsxgo04bY1df5dsi7ernedwo4OCTw7CHrflxTvC6UeDoI0dR+Y7IPE877bTgIJlb1I95VzI8O8ppJoezpY4zRZfMHI4pw1l95gx75cxZXj2sYMK5tzfMXz0ii9PkBoC1EsVUjxx9xSvqLdqurpE155hwnPRr9cahu3b7Tj19pMheULbnWrv9ADcpHroYj/OlnDmbi4iXiLwofXM4Hb21lzgYeI1NB5hat4c85CHDkWzlzBye/7VmHKYmo2GuvzFg7Rrwtmh1MJNynET7RA2tufrM2QkAETYyjWNPmQ9sRajVuVEiJQfBIDOHN9viV+cZSNeYvP5S6+zasLfa9Q0nso3HWdNfnfmSaz5uAFl3OKvDb53JpLs8R9j6qhNRxOt5T58B6tq1xuF1I0hU2Zw5usZ0DZDtmiZfn8wcnr3NzICJmwCi1vTj0HL24e96pac+9hB84A7jxz72scPzwdrMwZhr3GTnAAAQAElEQVTkuKZcZ+oRmfYQ3HwGqqOTiDUdfT65+WNMbWRJEayknQ49AqNDP2QfsSPQEegIdAQ6Asc+Aow7Bg7jLHMWEWJIMoQ4SI58omY8i0p4doxBDx3H2xjajvpxxhhrjE1GXmaGaIajZ16iwjDVhzHHGBN5Y+Axdhlu2hhijiFyyBxh84IOxwQde+OUZObgGGcm9uDo0J1xq4LuzVBVZpiTT0fGozrzNW9GIeNPHcekGX2MVDzqtHGqpBxxWDii52UuUi94cYzXM4ueTcPXiHyylDMzGM3kMkDNl66wYDzjMR5jHinDUBtSbqn8PJmvuTG01ZuvSJ48R5ZRzbhlMFsbmFhbjjieOyL6cpTmjWnj6aPNi2M41kid+UgRnaTzlJnD+s3XcVro4yVD8LQ3MnOI8IiKeakSbFs0yDztJXvFvOLAj3kfyA7RP2tMh6abI7NkOM557rnnDhFYa47H/nGkmi5I39YvMwddon44kBwvkUv7saqGX9F/fdyMUWHd7Xk3JETRHSc1FzcbjO36cczU2tib1haRIbV3yEFtP3BWMnNw/tsawAKPNYKHemOroyMnlW6f/dmfPThK9gDKnL191x6zL+FiPclpMl3L2skyttMNoon2vuvSPnIkFE76u5Zgid9auBHDkTMXzpZ66+gmlbX49E//9GEvuH7tGzetrDX8XWtt3vYp2W4IkEG2sjyyxzmq8saHHx7XmDnBVBun2Jzk6SZq6Xi5uYiUPv7xjw+fOfAw37bnYYIfbkj/hrG8G2fK9G14mY+8sUU4neRwnNnpDDfvHBm37trJuC2i+23V97p7D4HucN572HbJHYGOQEegI3AcI8AYzMyDCDC8GceeEfMcHEOLAccIFWFiKHFalBm0DDsRMC/f8Qyb55k4D4xcUTZlxw89O8e4NhBHi1xGKmNz3gjU7hksz4x5lpOB6i2PIqqiC5w7PAxrBiFDln6MO/XyjE55xlwzROnZDLjMHI7DKTfDlbGuD2Jg4ieHIckBknqO0DN4nh9jZIq2iKyIsnFc4KJ/I/3ooGyexsvM4TijOs525kwXZboYp/VRp1/mzeujbp5gqUx/ayKvD4NZ3htE21pw/K2p9fAcHUMezx2R/QEPsmGCF9ZwVseJyrylfuZpDuaD/9aUmQcdOGvIYeE0iA56uY7jlPTmrIm0e7uoFwRpi/qhE+J0MuzpUtXD88d0Mn6rw9P0sP84yF7Y4vlIxx1FSh2f9PygdeWgOZZK/s6dO4k9+NZaslQ4vi11nLth4Ygv+f/v//0/TcPzu+YlAuf5QuPhx+fZPfPisLqRImJpHTNziHI23QdB9cd6VjIc2bTO7XpRpyw1Z6n5Wy95a8BB4hiKfsLRHjBfNySsv2cVvU0aLsYxb3PSn05kcYw4SyKibgpw8kX7OYwteksna0GGvvYKXZCy61Vqbtb6MY95zPASIJ8pIp6cP9e8tbdf3dhy/ehDVmYONxFauY3jxph5+hxwPamHiZs3PmM4seakn+sZmZPr2FFY0UufXxxOnzscUOPCzTWtX2YOjnHDRR1spOZDJmdT2fhSxLH2ZmhO9F/91V8NLzHi3H7jN35jODni7blNN/yNyMicRZhb3XGZHoZJd4fzMIDeh+wIdAQ6Ah2B4wOBZqyarWOkopYMKscuGXPqGUb4GJAMQEYWY5Ohh0fkx5E3z02KRIjkML4dXxT5JINRxmgnm1HHKGSoMtoQ2fiQY4siKYxjxhoHWLSEIcpgx8MAZBTSiz7q5onOnGJ1nMHmeKg3HsOuGcIcPXyIXCmHgX709ZIXLxXhYHGERS0Ykp6HFK2iBxz0mydRllYm1xxhps78pQx1KZ3IYTAr483M4fnDqB/tldzi15zoTk/8Go3Z5sXh9ryY48VSx/+sD505DvjviOgMW9FoehkPHpk5RMwcEcXTxqMDfjLtE+k86Wu9Wl2br+gT2e2oo2cU3fjgFHCGRBXpgE80mcNPhvEyU3Y4wksX6woruFovzgMGDoC9bUzyOD3G8Jyo8Rx/tG/NxXVAz/k1zZyNY1879u35S2NxjO1TThj9jWU97HHP0sJZVIujqt04eNUbF7+omhRmHCKpMqKPlD7Gcx0pI3jCzdoom3/Dxr4gNzOHryHi7HCAPXNpzo7tumY5PvqSq488Ips8N5Bcg/B3zJ3j7+VX9r8jxo6TmivM9UPK9jeHT5neUrpyEo0j6mpPWl94uOGg7PPCmnEg9eHIS0U9pa5lesGD8+p6ts5wajrQHW8bS951IeX4OxKt7MSCG0kikG6aedZVX3uFrvjtI6l1kSJ7yFiZs2eV9SFPmzwsveDMjRI3pdxgcENOBN86wN6xYXPQh6xGypl58KZM9J9DhkB3OG8f6t7SEegIdAQ6Ah2BDxgBEaZ5o5rhxoDLnBnXrY3xxZFg6DFuGfqMRsazVITCUTjGFketGZgUY3xLGWSMR/LJazzymRnNUNafccfA1Y+B7+sIvLiEIScCop4+jt7SRbRUXSMy5fHSmXGvjPRj3DVDstVJUTNoWztejop6xyNFdvA1AxiG9G3z0QY3xmRmDpE3dSJm6hma+qhDmTOs6dwMdfX0lsJLeltEN+PAtrUzhjma9GG06585G6Px0KPl7yiFgfUlA5/x5PVHcBEVFyXShscekrbyfN5a6Tff1vqKdImm4Z8ne6qVrQGHCZbqOAZSZF2liFMPF2MpI462VFQT1vL2srTtUQ6t+RkDftoamac8B0u03XN99jyHDM6ecSbPTRW6cGbJ5SDrZ0zzVofPXrbXtbW9rp91x6O+EdzoRDdvZ1VvbvjV6WNPGVsbanvem1RbPT05s/jxzBOHzf6br7P+nn82hqgcR107fEVoYUymeYgomqN287Ru5qmeHPWwM1eRZO30V4/anOFFR/qodwTZWthryo1af6cgWkQfJnSjB9n2SZNLV+vrM0Hem3HdOOAY05dcGOrrGmo6kwEXfd30wkcfvPLmTx5MjZ85ezRB1Fy7NwFzpPHjMxadjCGP9MObefN1agx1nQ4dAt3hPHRY95HuFgK9c0egI9AROLoQYPgwzJrWDL1m/KjTLmVwInnEkNQmEsGgdDyPQUUWA42xxAgVGfFiH89sMcz05cBw0PRXZqgxxBiajrg55ufon7ZG5ImE4NVfPV1F7BjjjgiSqR4xGvEZl2EnGks3bWQx8pTprK4Zl/LmQ2bmzc4iQxMv5wiPuTUHxLj4zUGbFFbGUaaHlLOdmSHq2hwrRrM2POo4sRyRVq+tyZFH5NNfPnNmoDLOzUcdoqc6L3kiT10jUR9HFx1hbHW3lzaZIpl0gj9eayl6R197gDOUmcP3bsIFnjDAi9qesi70R+qR6LjIG34OnHVV38hzgp4RFi1qcjgt9o/IIr3wWgMpneb1VVYvygtL8oyjLjOHo6r0sodhYs9ogxud5JtseeRGh3F9vYqj4+YjaqzN2FIOp3Xl4MDcNZOZw8t47BlfCSJabxx66cMxtLb2rLK8FO5OC2RmkGeP0k27MYwvCi9a59qxPpxzTrC5NcecXA4Wma4ZXzNCnrnQoa23sjHxeU6aPKcOlO19NxWU1cOGLsaz7niMqc08tbU6Y8NOu5tU6htZd9FinxneINvq7Q96iTqTqd68ySVH1NWNIO3Gp5vPIHnOJ358mTl8R6g9BPMWfdWeObuOOJVkw0KqzXXrZhj94Ah79dZTKoostQaw0Nc87SeYuBa100VbZg5f5+TzxLwyc/hao8yZDrAnS59OhxaB0aEdro/WEegIHBMI9El0BDoCd4pA5szYYbQyqDgpjDXG0HznzByeY2p1DCd5URRvxhRh8DKW+X6MN89G+c4+RpQoHIPRMTjGnHaGlXHJYwAyBr2MRzRFvTEacUYZdI4D6sfgc0yRYW8MESf6N37fkymayCBtET8yzVXEAi8DHL86KaIbY5YxyOhWFmUxB89A4oGROTPWfa8hnsZrLgxtfIjRKWWgOybs+UR91BlDdBZ2IiL0aGObIx5HHmHjKy6a0WpszxzCCQ+DmpErj3ztAx308ZwcXNUjX4fiuT0RReU7Irpo95U0jgjKI1ElX7ki7ygibOTpz6GAB+eNYa9eWZSaPsqNrKd5eq6Sg+DIIcdbu3qpZ95Et+Fq/6iDozXxPZZInbXk/Hle2JwzZzcMOCDaOQ7eaOrmgVQdysywdxxv9eKg5lDYI3RA1tbc8CPP7drPngP1XDG9OSXavBTKfB0N9fykZ5AdqdSGzIND9dVf/dUBo/m1cW1Yy3YdwUeZPPLpDWtHQMnKzDBvzrjnLN2scQPA3tbH86jmrY2DmZm6BYwdT6cDJ9ccmx7k25fG5lw6Zqyu7Rd7nxCOrWch4eIGgLqmq5sBrs/MmX6uO+0w8+Ic+tmjrmn1yH71Rmxr3fjNQVTVdW6dYY03M4fPIw6zly+pc9PD+PI+I+jlWWVle8t8zIOu9oQ119bITRhRTzwwzcygh7500t9ed+3pYy+KHjsyqyx6aw7ySETd/vccu7J2ZUeSkbrMHJ73zcwgz3xhb48YG0+nQ4dAdzgPHdZ9pI5AR6AjcK8g0IUemQgwrmjWDETGJ+IMqr8r5FksxrWXkniG0/NdDGOOAsOOY+IFO2QxpBhsjCqOmHJmahru8ot0OYJGBxFNb6hl1IrUcMpEqT7lUz5leL6JHEfV8DDUvFgIMWQZhs985jNDyvAzgDEZwVL8InSMSMZ2wwEfo5DxLWW0MjgdoTRHz395eQrHRPTQ3BnDohj6ZGbow6AmC5EvFWX13Yq+YkQ0ioEsQkv/Sy+9NDjFHLzmOMJGP8+3+e5IBrH5eVMoMjYDHQ/Het7YhSNDnFz6Im/gtBaeW6MDp03fOyL4aKc7Z5tTJuJ08cUXB4fXG4U9nwhTvPaRI8f4PXcr8sRh8KwfB8W4DO+mK0fOPB2bftzjHjdEfnw/JLmeebPW1tl49pD141QYz40ETiE+Nx1EADm1eIxhjRnx5JuDMnmcRW9c1ceNCt9faT2tBweMw4yf45mZg9OhPE/W1/N+v/IrvzIcmRbd5Cwaj76wUPayHs9CG8McrIFngOnsGvPG5+bAka8vPe0DZXORt7ekXkLjGvNVIZ4H5TTC200aN3++9Vu/NYynrz6eF7TnOOBf9EVfFPaa68INBC8s8hymY/H2OPn6GV9qbehmPTj3dCefs2RcTrZrHb6uJdcLOZkZ8hwmeJBlHu06sGfJFDklT9mNEy8kM6Z9bZ/pl5nhZot961qxvuar7NqmP5ytBf42hv1hfd2A8DKgpz71qeFGg3p4uPnjxoTnsq0Ned7EbSxyWlTcfPTxLLGbZ4712u90eeITnxicZ3vb55w2zr7+mRleFkUfb+q23ubns4yT7bPEdQQjnxf6uHYyZzdJlGEh7XToEOgO56HDuo/UEegIdAQ6Asc+AgdnyJhqBUay45AcPYYX47e13V6qDyfwOc95TjjOx+AS9RM9ECVgqj5VowAAEABJREFU2DPmGFYcBUYtg5YB24w6dQwz0TvjcFIYgow8UQ0Gm+fkGHYcBBEkfCI+UsaqF7gwVBnx3gTK2G6GvZeR4EPGcQSOUc5QZdQxmBnE2vVjCJoTY7nVM8pFchmKjgK+4AUvCJErb+3kBIgEwYJ8lJnDd/6RmTlzqOU5p8961rNChBEG+nHOOEHaOJ1wYoRK9aG/SA4HHka+bsPLXkS1OGqIwUtf/DBgKHMIOCa+qsN6OMJp7pyEZz/72SFyiv+OyJwY7gxrRj0HBF4cR1FJRjRHkIy2nhwi+DCuRW2tE14OC6cLvnBGInnmydnjCMHGC1U8ZylaZx2sOexF6qyH8Y3njaJw4UDYQxxE+HFcYWmf2M9uJthzmRme2RNdhqW1FH0yln7G4QC5JujF8c+82QEwZiM6cIqtNeeeA6ONHqJ49FTmmNCRo2d9OHmibiKf9o5rjX7k4DcmWdaf0wajzBy+wkW7yB0sYGsNXGuOeXKSzYvjic8eoEtmhnpOItwdV3VjiKPuhoRr07WuTyNr3vJS+9RLskRV3XSwf3w2iHhz8kVAycaL9Ef2l3EclVcPE7jKcwAdJ7b29qQbJq5FTrG50cmawQa/N/k+4xnPCGttnUVrXQecOnI+4zM+A9twXFnGNSEa6rrlSP7t3/5tcHDpRWeRduP4nHHjiA6cXNclWfY5DOlAnmsU7tbRnnJc1skE/Tm9oqbWDC+yP+jsjdBuTvgscqMHJq4F8+AAk2u/tT7Sthcyb/7cUN/p3kegO5z3PsZ9hI5AR6Aj0BE4DhFg3DD6EINP5IGR5GgZR+HOIGFY4WGwM9Y8r8nJ8DUQDEFGvXbyOUGM4Mc//vHBKeSkcqDoQA7DDC/jjR6MOQaq5+0YrRwmjgQez8QxyJtByDnlrHAgHHP0FkrH4BiH+BmPUuOIGBqfAWps9fRqqWiEOXACtRtbGyfPEUjOG2fhkksuCU4Q55WzxRgnv+nE8dAv85aGI8dZtJbzwfh/6lOfGsbi2NHTfBnG8GII04ETJlrGOXI8k5MtusuhMVfGONyMx4AVQWQAc2zgrB+j27qIAHN0OED474g4xHTivHGwzN9zi5wVUUFz15++bXxlxjscPVfnpoMItf3EcbVGIuAwd1OCnvow8jkcHBnRU86ROYtQid7hQeZnPFiLOpm7o40cOWNyeEWt7GP7z80O/FL94cxRdpNCxBrZO5wATpG9ivAi40jbusojkS5rw6Fx00Ed3USqOIrWQAqLJz/5ySFCbQ9bP/OyfvTKzOE5Uv05UG4k0IWzNj8mXjzWjsNsLc3BfrSPRG+164MyMzxPSo5onPHduLnkkkvCDQfHbduatTXQP3O2X9t49oA5uGHgWK1949rkaHLe7C/raRz9fY5wtoxnHNHmhqfrGWZu9rhm4WE/2MMcY1Fx8yPHNS5tutmDeMi1p+COn3OJhxNMdiPXKyfPfN0AMV7TwzXoxpYXIrmW7Tk3MMzHGNbHCQzrab6wsNfdVPPCIzh4Fti+5mxzWulDX6czpMi+MDfOpRtVPiPdlHPjBRZwavul7U97UN9Ohx6B7nAeesz7iB2BjkBHoCNwHCDA6GFQc24YVabMIOcsMZiV74g4Ddo5JYxredEqxhojUDSCAcgY1Y4Pj6iJlMPRZNBBnXH1pQNjr0U5tIkqSB1hJTNz9gwUufoxELVlZnDc1OGnA2OzGXUM3swcjr9qM3cOLF4GnyOs8uQxCBndeNRlzsaUp59UHzzk07uNq62R+as3n8zZUUHHIhnoeLxMiNEsDz8p49T6cMytlTpOAsw4wubEGWtGPR7jI7xwNC5+eBmLDvTMnDkW+G6P3ATg9BoLjwicKI35trmbD3naESeHHnTTxvnBr692jqe04dnqybBf1Fsfc9APrzlok0cwkbY14/gz/I2lvza42F/2VebMqSNHG72k9ipHV739Yk6TyWT4ypc48GP9ZTNviRe9MzNEl41pzuTghTf9M3M4XmodjClypy0zw00Ke89ctJmfPHzJs5/oTh7C2+QrkwMneWSPoMyZTursFSndEDxhos54UjIzb55bazeedvjQiz7KrgnjyCPRVc4Y/vl61xCMrAlc8drXZMlbO3lzhKG9SQZeqbUxFvyV1etHPzji11+dedlXMFeGtxS5NsiSNxZ9tOO1v8nX1q49c3GDRx3Sjh8pw921ZGx7xvVhrnSiI/n43GyxjvJ49TF/62Cvm5sIp3Zr0Ppl3rwW2jodOgS6w3nosO4jdQQ6Ah2BjsBxhACjhzFnyowxaSOGVsvfXtru5jOkGGKcDMSgkjI4GVv6M6jwyXN6GLCMRmVtnEZ5hiADUp5MejHIlEVSpa3MaDYHRrGUgWdcPAxAxqm8dnLIYxTio8P8OPL0wA8TcsxDX9R01Y7wMljlGaN4yNBvvl4bHmObGz31VcfRYICaT2YO3yXJedJGB7rKM8jNhZPCMNbGkJZqR3DGI4/M1xrCqGFrbDrQEwb47ohg2OTSsfXhLMhrI5O8JodhbVzzVYfPPBsO5mT+8KQXufjIsF/U66PN/OBJljZ8ZKmTNxdrBMNWZ97akP7KZErJUW/vSRupN1frlpnDd5/SM+pHv0oOHmuVbzrLZ+bwdl7Ym4O52Vv0Rw0PmOCnJyxE3+XNh36wbGOal/1Ef3VS/elJhjokb/7y9ghSh19q7aV0Q/La6N/wJJPe2uaJPsrmIKWPlL70l+dskScvbeNzPK2Jvpk3O8D60he/+UhhYD9pM6Y1kGqDpVRZPR5jt3ptKDPDnLThMR9l42vnGLpu7NXMPHj0lo7tM4zDireRPnQzts+tpi/9jQNbe0Y/692OBSuTwcm1rnQlBz7qrYN6GCkja9Dk40fqOx1aBEaHdrg+WkegI9AR6Ah0BI4PBBg5jCGzZaBJGVNShpv0jqg5R3j0Z5whhh2DVh15xmiGO0OLQcWAZfAxxIxFF3JQ5uwuP8NMmXEn1Y8zwsBTNob+jMnMHAx/4xgTD9LXOPjpxXAll1GvTF+kH30Zv/ojeulHf7KkygzazFmElOymO4dQn8xZBKvJ1I/e+qLM2fyMry+DU7SKburwwkmZHoxidZwUBi19ycFr/saUV4fohF9eHwazvLfLwkq+OQfyt0fkkE8GHY2DlxNl/WClDE+pdrhmZpiz9dJGN214GNzq4dn0YtzTC/549NFmnjCkh3rEudLf/DJzcNLVq8vM4e2ldOZs0EEb0i41Bt3l6SBtpI18/WEv1UaOOciTQy95pM0aSTkj6mBAf7gpG8ebYfU1H2uu3v4lVz1cjKkemR8iVxlP04eMxmsvNnl47JvWh3x9YU+WPN2N2dZOXSN8+sLBeqvPTMlAjobKiJwaq81PXetHR+tnPjDQZiyy6Zo5k4dHG33MhU7KCC99MzPcHGi4GsP6GBvfPOFXhg1ZZLTx7XXXjXnhkVoTOlqrVke+a1iZM5k50xW/OnOThzds24kLMkSmYWYvOK2A377OzOFzSZu1QZkzJ5wsc9OGHxnjtuan7QigY1qF0TE9uz65jkBHoCPQEegIHEYEMmdGVeYsbYbg+2P0MJoYTww91AwoKeNM2qbIIOSwMLwYfAwsRqdx5x0LMhmA+jEYpYxEfK2sDjEmGbMMW/2MyYjFZzx98CF6NrnKjcyXLnTSlxEp1U6GshSPOjKMox9SxwhVp42xm5nD8Uz9YEA3vFL80mYoc4wZu+ZAX8Y845U8jj0Z+iBGN4OaTNjBXD3d1OuP31yVydTm2CmsjKtNnzuipht+cyIDP73UWUd5debV2qWIfpmzfZU5S8mhMzzpgIdxb47a7AGyELkInxS19TFH88Knznzpi5d8+NsT+sDAONroBS96t/XVr/Goa7LI1p9OUoSXfHmE1xpJySVHvb2qvzI9HJ80NtKO6C/NzIPPceK3vuZHLpyMl3kzj3H0M4ZUO73ItueN5/rSRh5+PPPjWbvWTk95fFJy8Mvb02TDwE0RPPKZObxZOnO2rtYAxvrBggzriZT1I68R/Od1U4/XGmXmEFGml5sD5oMXHvZJ5uyGhj749bNu2umqTh/tMKKXvJsQ9q29gZ+OjY98erru5N0A0a4fPaRtbvLGdOJCW8PV2GRYa2toX+M1VzzWBqlDTS/5RnDKnGHa6np6aBA4+hzOQ4NLH6Uj0BHoCHQEOgJ3GwGGIiHN+GFUKTdDTP7OCC9j7/b4Mm82oBh6+JrhZdw2ZtNFO5mMN/nW3oxkdY1am7J2/eQzZ2PSixGnDhmvyVVulJlDtKzxzsttPNJW32SYT+ZsLLLxaCMHb6uTp1vmbBx8ykj+4osvHpwOL75RRnSXoszZGPLGJF9+noyhHhkXycNFW+M1prZWvr3Ui04Y1Axnc+L84KUXGS0vzZw5CfLGwiPfiM7yHCkpmtchM4fvlLQHMnOIVOJBnB4pmu9jXpmpeuAne759aKg/MKhkcJDwyNMvc9ZXXePRhubrOCjqUJu3/K3J2Eg9rDJzOJ6rDibGkMaBH/ofyA588ngaVsr6SpE2aZNhDGU0r69yu75aH3Lmx8ODtGfOcFC2zmTJN1K2Lq08n8+8uW9rNxYdyULzmJGFzxyNLd8Ib+ubmcOatrZ53syb9xp+/Rof+epaGUaZORQ9E910yczh65XiwE+rVzSWGzNkKd9a/nwd3oYrfmXt5idF9lrjUZ6n+XFbfeZM31bu6aFBYHRohumjHKsI9Hl1BDoCHYGOQEegI9AR6Ah0BDoCHYHbQ6A7nLeHTK/vCBx9CHSNOwIdgY5AR6Aj0BHoCHQEOgJHFALd4TyilqMr0xHoCBw7CPSZdAQ6Ah2BjkBHoCPQEegIdIez74GOQEegI9AROPYR6DPsCHQEOgIdgY5AR+CwINAdzsMCex+0I9AR6Ah0BDoCxy8CfeYdgY5AR6AjcPwg0B3O42et+0w7Ah2BjkBHoCPQEegI3BqBXu4IdAQ6AvcqAt3hvFfh7cI7Ah2BjkBHoCPQEegIdAQ6AncVgc7XETj2EOgO57G3pn1GHYGOQEegI9ARuNcR2LdvX6yursba2trBsXyv5P79+w/W3XjjjQfb8LbCyspKyx729Jprrjmow7XXXjvk5+c0VByhf9bX12NjY+OgdsoHC5VRtiaVHX7n12CoOMx/2j6QtnnccMMNh1mruzY8fe31xm3PqFOGu7w6Zfn5a0HdndHhvr6a7vS0Juawd+9exTC/IXM8/OlzvEcQ6A7nPQJjF9IR6Ah0BDoCHYHjC4HNmzfHwsJCTCaTwfHk2GRmbNq0Kcbj8QDGtm3bhpSjg5eBftlll8Xi4uJQfzj/NOfyhBNOCLrTRV563XXXSY5ogimcR6ObTTnleaUzMzhzeM3RGsy3H878TTfdFMvLy4MK9kObh5TOQ8MR/AemS0tLg4YcMMQpU8FZMw+YX3nllcFhm78W7orzebivL7q39dm6dWuYT2be4gaHuXbqCNwVBG7+lLor3LfP09lNIiAAABAASURBVFs6Ah2BjkBHoCPQEThOEeDoZOYwe8Y2Z+7qq68eyv40w5WBvmPHDlWHnXbu3DnowJDm/KDM2RxOPPHEoe1I/gPnph/noOU5PZwfZXODuZsCmbO5qef4Sw8ncWK2b98+ODDmwoGjj3oOqPyRTHTMzOFmi/3fcKazvP0Ef3up3cjQpq45n8p3hcjPnK0frA7F9eXmhH1Dv8zZ2OZsr5mD+k4dgbuKQHc47ypSRxVfV7Yj0BHoCHQEOgL3PgLzjg1D2IiM1F27dsXu3bsVB4eCAa6QmbFly5aDR27VHS6iu+iT8TkAHB35+SO2ykcqcQhuSzfrwCFoTj6ezJnDII+0Sw8ncZqMTxd7xnzorq6l8kcqZc4wpT8dr7/++mhHTpXtp+YoWgvzlaq7q/OzR8kyRusDq0N1fbWbACKyTXf606lTR+D9QaA7nO8PWp23I/CBIND7dAQ6Ah2BYxSBeeNTZK1N07HZlnc8kjOhjEeEhPGqfDiJ7s0Rftvb3hZvfetbB3Va3VA4gv9wPJp6mTPnB7aiUJkZdzQPPK3v4Up37tw5DH3ppZcOR04VOFVIdFD5SCZRYrraR/TknLmZIu/5S8do3/WudykOa+GouT4q5tdO+faoydbu2pGiQ3F92UtvectbDBci0W0/qW+O8NDY/3QE7gICo7vA01k6Ah2BjsAxg0CfSEegI3DPITBvBDcn5s///M/jMY95TPzgD/7g8PzgvKHdHE3Rn3tOiw9MEqM5M+Oqq66KT/7kT45P/MRPjMsvv/zg85wfmNRD22sefyNnzhxPc1OeJ47/rfnn2w913l549atfHZ/wCZ8QX/AFXxDvfve7Dz4TfKQcu74jTOzr5nxJRR3x/+qv/mp87dd+bZx00knDvP77v/87RD+/4zu+Y9hjv//7v4/tLtH8eh3q6+v7v//744lPfGL8yZ/8yaB/04XTfFcd5rs0yc50XCDQHc7jYpn7JDsCHYGOwBGJQFfqKEaAkS2qc+spXHHFFSEy8oY3vOHg0VmRIAariE3mzCm6db9DXXZM0VFaz9i97nWvize+8Y0h6nYkOMN3FQu4Nt75tXjFK14Rv/ZrvzasQ2uHf+YM+/l+rf1QpyJm8LdPXvva18Zpp502vGzKvnKE81Dr84GMx/Gir6O0UlHy7/qu74oXvOAF8ZVf+ZXxhV/4hfHIRz5yeLGWSK599p73vOcuDUXe/Jq2Tofq+jIn+orWugHgeqHDkbB36NHp6EKgO5xH13p1bTsCHYGOQEegI3AvIfD+ic3MwZBuvTgJjOQv+ZIvif/6r/+Kn/3Znx2e1/TyIM4Fg7UZ0IzY1u9wpRywNnbTT9rqjrZU5InOjqP+z//8T3zzN39z/PEf/3E0rOejnvN5fQ4HibiKCjpuvXPnzuEtqPaHNwQ7wnk4dHp/xmy4cjrdpLCf3LTwrOZ3fud3xs///M/H53zO5wwiHbV91rOeFS95yUvi67/+6w/eiBkab+dP5uG9vrwl13q4SUTFtr9apFVdp47AXUWgO5x3FanO1xHoCHQEOgIdgfcTAQ6YLoy1+eeu1CFGqrSR8nwE4R3veMfBr45oPAz1lpfeukyGetTGl6fDrXkZ99oaMaLnxxeVaW23Tslqxqg+jOrMHKJUF110UYgccmw4mpwKemXOImyMWbq1l/bE3A8jV5F8KUdWOk/kGrPVMfLlzVFkRr4RXmO3suON8vSS0oMsPJw1dfPkmO18eT5P9nwZfp7dm6/73//934NFczG/1s/YGh3rlSLRYen+/fslYd+IaingdxRVnqxm/Jt3c9LMD754OHLS973vfcEpMi5qjjWMm7x5HWChH16peUnndZ/HCub0cXMBXyO46tPKrY8xjWE+eOiMxz5pR1Xn94Z92tYY322Rudy6nuy2Hu9973tv3XyLl/xohLW0kWO+LU9+019dZkZmRqtzLXhm0xtp9+zZg+UW1+7pp58eIoXmyEnFcEfXF9zIxGf+1iwzh+vrQQ96UJAX9QNHMs217em2/k23YhuOt98aU/VtjeXNUYoyc+hDrjLZeOmhjLQZQ6psPaXzNF9nj2iz18iSR21/ySPlJlOZDHXyCDbzqTyiv+ex5dte9BkKI3VoXo5yp0ODQHc4Dw3OfZSOQEegI9AROM4QYPwwxhhZjOhTTz01GP5Pe9rThuN2Z511VjziEY+Iz/u8z4vf/d3fHdBh1DVD62//9m/j4z/+4+NJT3pSvOpVr4pnPvOZ8UVf9EXxIR/yIcHg/Mmf/MmhD6fjn//5n+Mbv/Eb4//9v/83yPziL/7iYPxm5sDDkKYDXkcYf+7nfi4+7MM+LD78wz98GOOrvuqr4h/+4R+CocoY5gAw8s4555yhv/F/5Ed+JC6++OJh7Ac/+MGDPpdccsnQrk9mBqfgD/7gD4bjkT/6oz86GMccIQ6RuXFKf+/3fm+I/Fx44YXxaZ/2afHEJz4xnvvc5w5y/GE8M0bp+qVf+qWDnn/xF38Rf/M3fxPf9m3fFh/3cR8X97vf/Ybn5Dwvqg/HilOmjzHMHabkn3nmmcOxxosvvjiMzehvGOt7R/TVX/3VwzOGf/Znfzbg80M/9END+ZRTTonP+qzPije/+c1Dd07iU5/61BDd/fRP//RBP0daNVorqf3gCCmD13rRra2BPk9/+tODQ3DBBRdgH77PlMPjGcfP/MzPjH/5l38Jz/99y7d8S3zER3xEfPAHf/AQLXvlK1858DLijfm4xz1u2Cccre/93u8NOOP/0z/90+C4cGKsk2Of3/qt3xqPetSjhjW1Z375l3857A9rRYmWyiO4Zc72FAfWmoikfsqnfErQ8cu+7Mvix3/8x8PexW9fWE95pI+UDvYjZ94+O+OMM8JR01/6pV+Kz/7szx72sH3/0z/908OxYE6cNdYXcSDwP+MZzxjW46EPfeiA+dd93dcN64QHGd+e/vVf//Wg42/+5m/Gi1/84njKU54Sn/qpnxr28Yd+6IcO0Uj8rlFpI3r9yZ/8ybDv9X/Ywx4Wj33sY+PHfuzHwh7FZ11/53d+J+5///sP17W3HGs3x4/5mI+Jf/u3fxvW9du//dvjMY95zLCG+pn3HV1f5maf4DV/qc8S+9qetrbqmgNorvaPzwXXNd3p6zPDOrk2PFcKO/2aTHh8xVd8RVx00UXx6Ec/OuxDnxf0P/nkk4fPBPzWUR1nz5zwwVA/9DVf8zXx13/911gHgotMZg5fHSNvLXy2PP/5z49T6/PQ/Hy2fNM3fdOwf8jx/Ku9bD76uJmRmYMenEh9v+/7vm/Y/+bpOrTn3vSmN4U5nnfeeQEnb8m2n1wnPu9El+1P1+jf//3fE93pECIwOoRj9aE6Ah2BjkBHoCNw3CDA+OFgcDpNmrPJsHK0ztG7Jz7xiYMB+prXvCYcwfOyEXybNm2SBGNRH04SZ5NzxWBnJHMmyEEcQc4OZ+CDPuiDBsPsD//wD8NLPzg3hDH0pG9/+9uDoWq8c889dzAwpX/1V38V9GFE4uOUceDkX//61w+yGLr04dAx5n7iJ35icLo4BfgyM3bu3BkcaXyMVvXInOjn+TZOnGf2GLkf+7EfOxwz5Cz/wA/8wOAQ4WfYSuF36aWXBkeIEe8FLJxNTie8OA7N6TNHDpJIFmeFI8/450hxhvAZkxHajFlj3BExsmH27Gc/Ozib//7v/z44cJw6GHsRDN0414xwjsB973vfoIO6f/zHfxzEM7LtBwUOwdeUcc6Qxssg5pQbQx88sGKwcxqsBdk//MM/HNaZ0/iRH/mRwzpzoOhlj4koW3/r6NlB/eAE72/4hm8Ybi7gId9aMrytsTX4qI/6qOHmgGPQnHo88wTXVpbnLDWdOBkcGY4tvV/0ohcFnP/jP/6jdTnocLSKefzl7TFOgTUVoTKG/ub8Uz/1U63bwYihNaGzY6uZGebCIXTTxP7mnMOPPuS7bhwztofsGU4WDDmqnrt0Df3lX/7lMI65ybzzne8M6/E93/M9w3q6OeDlUmS57n7mZ34mOO6OBT/kIQ8ZriVr6RrgSD7hCU8IY3Do4eOadWOCPuTDXmrurlVr4rpp15d5uynh2sdnL7oe3OzgWNJPvb0jpT8M6EbGd3/3dw83k9yQ8LnDKcaXObthIP+Lv/iLwUn/oz/6o2GNzN1Ni4/+6I8ebnK5UaTO/oKlPtbX54d9wum2l93QsB9g73MKX9vv8taCLNe1+VtjzqMbAT5z3CCCk8+8f/qnfxpugvhc1Ne4dJDHb0+86EUvGm68XXTRRaHthS98YTz5yU8ebk7gE0GXugZ8BrrZ4nPKjSPXHQy1dzp0CHSH89Bh3UfqCHQEOgIdgeMIAUah6TJQpaIM//qv/zpEQRhVjNxnPOMZwQFhIIryNSMLP2JkMlQZbxyJ5zznOcHJYEBxahilDECGLePxF37hF0J6n/vcZ4ikuOtPTotmGI+xzUDHx/niMIm6GoNBJxIw34cjRHdGKH7RAZEJRjLdGKuMZsYnw1J0Qn+GOMOPoanMqWU8040jxiCGAcNd1JbRyOjGS4703HKKOVheXsLJE23iZDA6RfoYqhwevIxx/Rxh5RhysugKX46ueXIGOG3474xEgjh8xucoGB/2xofD4x//+GBc019UBYaMZ8ToZ1RbUwazdTQebH/rt34rRHekz3ve80J/6/LABz5wiPRaT0Y5p0sfuDKqOYscBzI5TtbgMY95zBCx88wsXo4PB9taWRsOEkeeA64/HtiICOlLjrHtBTcQRGM5KKJOeI0tbfq3lLMgsslZEzVyU8Te+5Vf+ZXgaLnZQObb6waH/pk5fB+rvD0hZfjTyY0C/GRzYmDkxgKc3VzgSNmz+rRo3m//9m+HfWUeHH/9OKxf/uVfPrx1mD5wh5t+xnEdugFh/9kDorv2k7U0H3vPfDNnDpkjq6Jp1sVa2e/2L8dNJNAetAbkuwlkLT2fad+I0tLBejWd6SJiaJ/aU+2avL3ry1ue8f3Gb/xGtOuYfnTNzCDLjYx2vTk66jPHzQaYWHMYiqxqc/3RNXM2P/i73q0RR9F1A3dztofcFLKHfDbBzvqYm32N4OCahb11MHc3h+BgHOR6lFpjfeXJozscyPmkT/qk8BlCB31dryLfdMfPaczMePnLXx7WHQZuUFkLa+cmiZMdnlfmVOpjva0/x9I+8fnkZsyLX/zi4Zp1owFfp3sKgTuX0x3OO8eoc3QEOgIdgY5AR+D9RkBUQyfOg5Rxx8j73M/93OEFKQxH9QwuUQIRi+Y44GOgMjgZZ4w6hiR+R9oe/vCHD1+7wJjSJgqjDWlzFNedfREYdUhUlVHNsWSYMQLVIxFA8h1TZPwx1hjKHArHWUVRHM3j0DRDmcPH6eAsksVBoptxGaebKlJLBmNVNIdjg4cDZE7qjO3rSDifDF9GrLqGGYNXmRPDIOUwKpuD6A8ZDFF1iFErUsK5FNkzvvrMHCJQjgAyil/60peqvkMcicSCAAAQAElEQVSiq/lgEi3lcHiTqrL5fcZnfMbwNR4MWZHOBzzgAZqGFyVx9EQ7RazMBT4a3SjgcDGW23N+1pljxcGAFScWr37Gt8YiQ/bNl37plw7HZ+0Lhrt+1srRW1Eo/Tj66shF6hA5Umtqr3H2OV+tnmPFkOckOLKIF55SWEgzZ84KZ8TR24+uSBhsMmf18HEk0teccObaDRRzoQt5dCPL/rCO9rq8tTHHhpWyl+5wojgKrZ81d+NFdJhjx3Ehg0yRN1Fdzq91tk7GlIe747CcIw5Ku/4uvvhiXYcjy02OCjcNzJEjZSzOnXq4c1aN+7KXvWyIuhpDmxSfGwrK559/vmR4FhKG5kAn62xvWovbu77cMIGlI7/GJMh+cH3pa505Y65NbSK+nHw3DtRzRI0JQzyOOVt3OuK3F1/xileECPfnf/7nqxpI1NA+cIpBBQdPishzTNhNFdeffQkzurjxYD05fvYnfm1S/doeULbH4ORGmTW05m0c4ztW7si3z4TG7yaVUwrG9QgALLQ5UeEGmr0nwt1ulhjPGNZd5FkfN1Qybz7iq3+nQ4NAdzgPDc7DKP1PR6Aj0BHoCBxfCDC4GNOMPIYzw0fkRGSOQdecBJE8BpToEoT0YcwxzDiuHAP1+PHJe2aMs8DpUBYFIVfenX2pZ5mkiNHNEHTcj7HMOGSQ4ZF3HI9BzBljrOnD4CaTE4vUMWQZ/fIMb0Y+mZk5vJiGU2i+okn0xSeC5ZgjQ9zzinDhdDIGtXN29DE2HRio5skpwOdZLXwiH+ZgDEYuIxUG2hCnRhsngnFpbq2ecU8uR0+q/o6IYW/N4O9ZW7wcYLrDh1HPcbCe1ks7B9OcOBVwE5lVNiftcDMvadPBfLSJysBLFFwZnz3AwTens88+W/Vw7FidwnnnnRecD/3MXR25mTkckTX/Vk9HeF1yySXhR1ROak7WVB6m9LCX9MucOZLWBmXm8KId62RMDgODX383NMigD7yMLYKlrhHd7DVleWsnpQvHXb1xYC/PMYSd47B41dnHHGw3VWCkznWin7xriQPjWlJPvjU3H7iZn36uP/wwMYabLW1c9RwXX2nixsH8GpLpCKlrp90gMYb+mRnk0tX8M2f4mTOd4AQ3+8cYd3Z9ucnhWK9IO35raA7mImqpjmypa8i1lZnD98nat3R1HWbmcJNLX7pG/dib9HDDh3y8sKim4To2R3vc/tQm1SY66MYAJ9icyIO9vY/fZ4Fx8Nq/Uu1kZ87wgI990q5ruODNzOGGiptw8ONg6i9vz8m7aSCFo3p5N8LsFTfYYGq91Gunp88uOlkza+z61N7p0CHQHc5Dh3Uf6chCoGvTEegIdATudQQYOwZh3L361a8Ox9oYWYwybRw/hpDoAION0cUYY8QxjPAw6hjI5HBw1HESGLaMLkaUNtEUxrE8R41RxUgkT53oBmNbVEqZAchAzJwZgXQii3HPAMdz7bXXDg6NqEMzbMngBOLh2Ios4G3EISObfuah3jj0Nj9l7VJGp5TBK9JCZ84OQ1HemObCQcPHcYCXMuzUGY9jKA8rKUPV84BeKOIoLMdIxEzkkwHOwMV3R0QW/Y3P0cUrUmQejH26WSNr0TCGhznRCT/Dl7Hd5s0JMr4IZ2YObznlsHIOrIt5Z86On5q/8c2FvspkSht+dLHGxml44Gl44M1MVQORw/HXz5qYI0cF/pmzKLC9Sg8djC81XmYOTos6kSfzcgMh6sda23+VHX5bPSesYYFfI52kqO1rjo852H+cG3ppFz2XcmbxyHM4paLi9iFeY8M4M4dnlMkwR/sErzXJzOFlMvYtHfBrk8LC2rq+1OEREXTE1EubOHquD5E3stwAgDed4a9P0y8zh2O9ZGXmwa9AsV+MS1/86I6uL7LtDTcB8Das6CZvfurNVYo8R+mYvWOpridRd5F++9e+M0/94WxN6Ww99eXEwsI6ceiNbY7mS3e8+FwPnq91HFsUluNvHJFu1y7ZxsKrr3ReR2X15tfqYaWeTsb3PLA9RW/11sax2MyMdmOirYG9CguffebmmiRfP58V9l+TY/7w10d7p0OHQHc4Dx3WfaSOQEfgdhHoDR2BYxMBjgjDiqEv8sLpERFk1DPaOCDu3Dve5rlORxkZS4wkximDjPHWjEJ5Bh0DjIPKKOMsQE+9lBPKAJc3buvLyCKP0aWNgSltxLgklzGrjuGnP77Wh3GtnRwGKGdLHX6kjzpOqZRxp55u8uqVGbaMQ3nESGTUk8VJoQvcGKCZOTg6ceCHPhwNeqhibNJbnl6e6RTpcUyZXEcNPcPpiKQ84xlu+O+IzIXOjNZm9MMfvqKNjGRzwEd3smBMv4aXNjhlzpwd0Re8jsaKuHoG0DOLnvfzrKLn6Dwv2NaMTLI49eQqm695yWfOHJrWRh+YMb6lMJK2dvMWebW/HIt1nNMxREe57T918m6MtD7GQZkzx5X+1obBbzxjwMU88dnzHAZ5ji9eeXz45Rtlzo432iuZOXxtCPnKeF0L9OdskG997XtraE3pCT+6wxK+eDlezZE2lpstMHVdkKEOGUNqf3KkWhmvcWDt2VAOtsiw4+aOcDveCTdlNxnMUWrurhl58yWH3saAOfnmRwd7Ay+crTEe+18/7eZuP5GpzeeBFB72IzIuLPC7meK5YrjYR47Ac8odYTcmXexd8o2HR53PJXKNJ83M8JkCSxjgUW+/00VU17FWL6vyOeb4uGcpHeW1v+xN140+mTfvGTqoMz59Ydsi4NqM5XPBXrefUGuHoYgzfNx0gpm5k0eOlH72DSdeGRmHLj5P5PXRV1l7p0OHQHc4Dx3WfaSOQEegI3B0INC1vEsIMBgxNoNMmWGkDikzpBhyDByGvhf9eF5KBMgxMMfTPB/mDZhe4iLSlTk7VsY4ReQzMslkKDKwlI3FiGLIamOAMtIYXoy3zBy+JkB/Rh5njz50wE+GtBmy+qhjLJOtnz7aGXJ49Vdm5OI1Lw6ZNrqYM4ORoay/eqQP4xopazMGh4QcRiFDMXNm7OKBm3pj0V8dyszhhTGwUTYuXnnjexZSREyUx0uDPN/qeUtRThEquhmzyZTSRX/GKINZno5SRqo+8jCGLx51xoNB5kyn+TysyGBE62sejp8y2kWfOIWOATpOqsxBQt7UiR/RjWMnUgcLdYxu45g3mcagozmZh/HgmplDBFU5M3UdHHfOhIKolOfxpPai/df2pTK5xqCv9TNX/ew3c+O82IvapNqQdaGPvL2B5GFLP3kEP7rJ48nMgKsx3UDAi0c7DJTN19jGc614vpGuMHME1BFjzq4omGPoZOlvH+tDdyld1JMpbdias7KUY2POjgeLblonkX5r5IimtTMGfhjQVT9zshZ01eaalBoXNuoRXnrpe3vXl71mvvqbi/76GKthrE0U3AuKjOsFX8hzjV/5lV85vPHVXMxdu7mSpU7fph+ZypmzmwDmbDx6qkci+47Rq3dtGccNNNj7DPPZYQ2bzuZmXH0zZ3sQ9q5XOrgGtCHrKdVOR2ve5GRm2BPa3RiAFxn0sD/Vy8PYXlJGeLSrh7m6zJke8p0OHQKjQzdUH6kj0BHoCHQEOgLHDwIMrWYUMu4cURNVcCSQ48iQE1lh6MnPI6PMWEKcC4abdkYag5ZRxhhmTKnThpqBpo92BjXSn8Em0uPYG15jMNwYasryHBwGrTKSZ0C2SAN9mtNIj8wMc9CPPGOZM/20k4HUMSDxGoee9GNk4uPsGgMP3fUhk1Mjb1xpI/1bHfwY0toY3iIh5HqZEn2Mpw0GsFKnbzNAperwqCdb3hzw00+9ukYMYvPFw1E2l9YPjzblzBxeGGOdzL2NI4qbmcMNgYa/fuZr38iTifSlgzHVk43H2Cgzh2Ob5ODHA0Pjk6feGmrDzxnDI5KpHi5kqpOHR8OTDGVtrc4cOO6cIeumDV/LG9tbfdVzsJts/dTZC9YWn4iYOjpm5vBVL8bjMKvn4MCeg6eMXEswF9k0J3VSc6M/+caEG1mtHRZtL2Tmwe/R1G4u5qAfOeTRXeqawaM/ZyczB0cen/2hTT/zMZ5669PGag5Qw49MfdDdub5g2DCFhf3hCDknnGzzl6I2Jh2V6Wls9fRVZ4+5KeaGBhzp6zNDm7zUNWrOnrF0gyIzh68l0deatTm7Jptc2Og7T9qsuXVs9W3/ZGZ4/ACGzaEn100ZN7NEsH1+0l09Z5IMEVmpdSNbPnOmH6yU7SUp/aSdDh0Co0M3VB+pI9AR6Ah0BDoCxw8CjDuGGmLcMZoZ+L6WAgoMOwYQPgaWrz/gBKhnkDHsGI2Mp8zUZXgramYGQ5OByZjjpA2N9UddJcOLZTJnUbdmbIleMdQY0IhRyaBsBpvvqGOIeuaRDNRemuJZtvYclLloQ09+8pPDG1rJo5O5NiOSg6WMz4uNvD2UEen4ozqOgRQ5nujFQl6qxKFQRz9OQCN1sGjzkdKX/oxP7QxQ2HlhEAfBGOaojf4cPTppU4fgzGCWN2bmDOvMGc7GsE7a19fXBwfSGOYLb86KddBOP2umDAd6Nf05wSKt1ssRWv0zc3AW9YWXY7WeseTY0NO4mTk4OOaLz3zM2Vh0J4cOeI1rbsaUR9rpSR58ROnIceOhzVu9Oql94Pgx/swcoqJx4Me84cFpZbTbs+RoNi+pOXsbMj2tuzpEP6kx4Ux3MtS5EeOIuTyClfTv/u7vwrxdO+arzrFYR6odRW+OrTlnpuYQdXMsmezWR7tGOEkRPaTIvK0b/swc5uyoKJ19TU3UjzE5yHR3vcLIEWSYVPPw2zBTZ/5D5YE/5MuaDz75u3N9kdPmAHN5OlprnzNS47h2OXP2jD7GhYdnU/F5e7ZnNvGLOMIIv71ojcjNnGErGurzyvrbrzC2x8h0csL1Zh9og4H61i7fSJvrHH76qae7VDTfUWn9fB6ow+84vM8Pe0uduThxIE9/R6p9volAW0f1mTm8PMt81ZET9WMOlfTfQ4hAdzgPIdh9qI5AR6Aj0BE4vhBg5GXm8OZFb4FlZP3BH/xBcLpEPhi0HEzH1DxvJYLAUM3MIdoDLUYWg1J+PmUIMggZU9oYe1LEaGRAktX6OALoxR6Ma19pwiHCi3x/ou+YdMTXV6So049z6XktBp2XkbTopnZGoe/A40DPj60PQ5eDi0+eA+RtmIx1L/PxYiL6aWcQM3oZi55Bw8M41GZujNp5+a2NXPPnULV282a4+roHxjF8yVH2nJmUIQv7JocD5VgzPl9zwfGVRwxn69OchcxZxCQzg24M9taGX55886UX/NXDUuoIq0j3U57ylPDcrjq8UkeBfY/kf/7nfwZD2vzUZ+Zwo6HhZQxt5kouaoY0fu2ONtKvOYPq4coZEAGDka/c8CyiNnpycn1nI+KYw1Zbk22/Zc4cD8dLyfEMn5fr4IMjvH7t135t+K5D+waftnmCizJ++MnT1dt5ff0JPdTZj76L0bzhpp+5YpHLWQAAEABJREFUiq56Ptdzlc973vPCs7D018f6+UoPX4HhumnyXYdwJgOferrKI7hwQmCkbO9cfPHF4XrlWNJFfSPOmK8Eso/pbj3sJ3uFjuZm31oL+0E/8yDf9Ycfn2sFTh/I9WU+5JBt/nR2LZq3sdTD07OndDM/+qjPzHAUGXGe217UBk/Pg9o7rit9MnP4+hfzMofnP//5wxFX16z9wdlzE0WUMzOHr2xST16bv3wjbW4A0c3XqFgP+8scfD6S44guB18funupluPgsPfZ065te/VpT3va8KImNwl87nBG6S5tOlv7zNk85tee/E73PgLd4bz3Me4jdAQ6Ah2BjsBxiABD1LSbwcWA9Z14vpuQweyZqx/+4R8OzxiK8IgAioDhZzQyyhhVyownshhPDFWGJiNNnbwUnxQxdhlVmTNnRR0yrqgKg83zXcgLbJ761KcOUdMv/uIvDs+skW0cfTgm6hmCnFF6+1oEeY6Rl5R4DtB4jEbGO52a7pkzJ4XD7cgfI/2JT3xicHo9Z0aeo7De1MshNmZzduhAJoNZPaORwSvPCJXiyZyNwWH2shR1XpbCEKUfAxqmnkvTXwSHLP3RYx7zmMGpe9KTnhS+d5ExrB6PeZiPcuZsHHnja2tro44TaI3gR+c2j7Y23lBs7oxiTpE5e9aUk+cFPvT3wqPMHG5SkCniw0mhv7IxYSKvjlGtXRlxYsyHY+u7MH3PoXm1mwV08HUb9oi9B3NfveGGgmiefo4jtzFgSW6bgzwHx/eiiiT7TleGvjeWWmNlRyHhKGKGv1HDis7qrAPMHJV0fJZzZ/6OT9oX1uErvuIrwhFO/OZr/exZUbY//MM/DHvTc4ReYsOR1+47Rr3YiZ76GQ9GHBllDhlnSd6NF44iPDg86uxrzrI1ch26Tu1VOD65ovq+79IzwZwi+wBW9oqUI0hGc3Llkc8DehjHHmm4fqDXl/1lPLJ9dvjuU064/WRt7CmOpHm7Jq2/4/z46QYb+8/NCdeINRNF5LBzXK2pftYsM4e3VXtW03XvWKu94ztNnXD47d/+7eEG2eLi4nAjRh/j3B7BVJuvdjKW9bUv7Se62Dfe5Gyvw8zec23QV976c/jdqLNfvLzp677u68JL18iFi74wci1a44a3evPH1+nQITA6dEP1kToCHYGOQEegI3D8IdCcFccEGYKMVoadY6Tu8DOQOUYiQ4whBiKj1DNJHCQOAMN7Hjl9GLpeksKQNQZiVDGyODSiAYx5xh9jXn/HKRlyIkecIY4uo5/Bx1AVYcRHDwa0cRmiz372s4NzSr436zJsReM4CF/4hV+oy/CGUTJFHEShGPEchKGx/jBen/GMZwTHhkPh+LCILvmMVk4DfRmHDEKRRpFIzqz5kifaYn4MVpEw88QDM1TDDEancUQzX/CCF4RjmZ7roj9njzz4kgEbfTgWIowiKpwOss0dxqKfDFh6GV8/fejjyCiDnTFvfPOlH+zMl1Pz9re/fTDC9UHmykBnKHu5kWiR/upFiawRWdaTHhwf48irt97k0J3jIkrFQaIf49wa0VfU2rpysqyZSBbd9LV29p+bD46m/vmf//lwDBsGjsnClWy8mTMn27zJVkeOo9feTGoenv0TEePEuKkiCiUCilc/qT6ZM1nKjR796EeHdXEzws0Oe4gse8Re4UjiNXfzkhd5NAaHA86OIVtnjgqHkLOFz3q4EcJJ8WIh1wQ5sNOO4GaNEV51jawJPDh0HH/ReDzm7G2tvrbFOlkT2HBkjWFc8zZna+L6s0+slTlos0fsMfv/A7m+7E3zQDBwQsIxWVHe5z73uWFej3rUo8JLytwgstbWx9zsN9eUmwScdFjT0zpaA7jbhz5f7HnzQyLjbuTo8/u///vxwhe+MFzDZHOcOb2OPLs2jHN7lJlBZzcTrDs8yPe5QY71tB4whW+T4yYVrPQRnXfzjk76cH5d58b2+WEf+TyBuevD5xLnU73xmsxjOT2S5tYdziNpNbouHYGOQEegI3DMIMDYYdwwmhhtJsZQFkFgNDH0PS/H0WOoMUA5O/owTkVPHL31zNK5556r+0AMM3z6MrIZ9oxYkRWGNTkcR8/EiZgygjll5BLAKNcu+kGGKBgHVHSK8cbwZDDjldKfTIamKJw+jn3q4zggA5zRi5+T4uibqAWjHwZ0ojMDmC4MYBEjzrZI6/Oe97xgMNKRgY7I4vSIvDrOqI92c+QMMxwZucb5mZ/5mcBrLP0Y4k94whPC11f4egzOlGhMM2af85znBL0ZnXRj0Hqzqagf50L0ilNqrXzXIP1EARnI9N+0adPwwpmLL744RFZE00QVGfN0gJe8NbrkkkvC2qmHK6zoCCNRV1/hQkdHin1fIvzpg9+acoA5NvhE9Mg1PzLgwIl2RFk0kX6cCHOyXpxNX+khMu1mhqinevrp65gqx0R02T4yD/I4DOQjumTOjhHTH2bqyVB2TJtz7+YBHR2P5CByFvDZF3ibHPtDmZ7aPZtpXyH6iFDZlzDhMIvIcxbIsS/grx8ZsIIZfODsWKe1cy3hQRwPTr/9YN9yqGGov3ZkfVxnZFh3dcbilMlzLh0dtw88G/r0pz894CoqCw9rar3gzoEyjgixNnibq2grh4iursnMmeN9d64vzpd1NAZ86e6aNL6jztZTtN9amLfIMwfSnOBof8qLWPoMcGMEhvR0k4N8EWQ3J8zPWPjdBBNpdPTW87I+n+wbe9U49prPmMzZHOGg3zxlZvg8sB/g63PF8V+p69Ca4LdOrjd5c4TxYx/72PC5QFfXnxsPbuS5LtxMIBc/2Y7xu6Ejgk8n81avvdOhRaA7nHFoAe+jdQQ6Ah2BjsDxgwBHk8HJaGI0t5lzJhg/jF9tjDK8nAbOCz4GlugmUvacl1QffGRwotSJfknJkTLG3e1nDHMMGN0MLQacdjKkoq70MzankAGszHjTzkBl5Ik26svpI0tbI2VGr3Z1eDjM5sHJJZfBSmftSB/6qFc2PkORHDrRg+7aHLOTqoNJ5uyYMIOZfsbTTk8YI7JFMckXcaKHSAw+ERwOBX5zFRExPj3h5phfK+NxlE9Knn5kNJxFp6wf/FsbvOmJb37OxjI/9a0dzrDQl0xGPRyNh89crBUDXD0d1BvDnPBx+qR0hpF2hEeddeBQq0PmSQ9jKiM6wF2eM08XeTLkkXzmzIkwF4QXHwykcKcLPfUxT/s0M4eXt0T9GL+S4eVLUsc0XQvmp40e9i5HU39zIksZP9lwk0fWGG7mhLc5itpQ05HTh0d/42kT9ZJylty0kHed4YNbw8j49rT1himZKDOH5231o6uU4yfVR0onjpC8vZU5e45Q2f6F1wdyfdlb9i58Eb3IhAWsOMT2jzq6w1lexJsjjkdZlFWaefNXErm2rEe7+XBrTI2tDxztA/ODq33qBhgsMmd7peGAf56M72aHOutpD7qWpbC1Bk1/PHAil1746WCumTM8je9a4RDrby/px+Gmo76uGXWdDj0C3eE89Jj3Ee8Igd7WEegIdASOEgQYQFRlAEmVm4GqjBhPUsQ4kt4WZc6e2cucGWl4GJHSRhynls+8mU8dg1maect64zO2Mmf1dLwtPg4Dw50hqv3WxBhvfW/dpkzX22rngJCL547I+AzIxkMPureyVJ1x5M2JwSo/TzBGjFVGaWujB+NeWRuSR7Az/ryety7jI6/1a6l6REarI6fpSRftjcxBvrXLI30zZ2tkburQfH/40kE9HnOSb0TnJl8dHga8/DwxypWNKb01cSIyZ7qQaVxkXlL8mbN2vMq3JnpmZjR9Wj98bfxb64/HGPN6wYkMeuiLyJY20q/l8XIUW1l6ax3n+7ebOfgyZ3Oav86aLuTiQXQhc75OPV2ljeAvj6/NufHMryueD/T6ml9fepGFMmdzufU42jj00kYi+S3fUtfWPK4wbVg0Hqm5Sc1vHlfzzMzw2djWud1AUub4cVLd4GmOIMeUo0gefKX2gxRl5nDTYl4vsqJ+zHN+fP1b34YLnRp/W5vq2n8PEQLd4TxEQPdhOgJHIwJd545AR6Aj0BHoCHQEOgIfCAKi4i3y2hxCUUvOpZtz2psjmJnDi4c+kHF6nyMfge5wHvlr1DXsCHQEOgIQ6NQR6Ah0BDoCHYGjAgFOZeYsyknhFpnMzHDEW2TVkWAkEirSifC247DynY4NBLrDeWysY59FR6Aj0BHoCBxSBPpgHYGOQEegI3B7CHAeHWFtx24bnzpv/fXSNG+4diyYMyriKfqJrx2Hle90bCDQHc5jYx37LDoCHYGOQEegI3D8ItBn3hHoCBw1CHi5kBdDUdhzm57pdLTWs5fqOh17CHSH89hb0z6jjkBHoCPQEegIdAQ6AocNgT5wRyBz9uKieSREPZHjto7NSjmZop5eSpQ569NeMDTft+ePbgS6w3l0r1/XviPQEegIdAQ6Ah2BjkBHoCNwewgclnrHZJtzOa9AOzrrqG1mhhcH+RoWz3Lix3vrN1Sr63R0I3DsOJxTCzGK9UrWagOvVTqNjYhp5TZWK12eUVQeTbUVRbUrR7UPpH0tiJunEle/+FFl61d7JcOvPBoKB/4o02fQYxhjX+lQVOO0tqBjkfLQTaaofksHY5V+09JpvfRbr1R+0FkbqvZBtrbiGdorf4BnJmeQHCXwllTVrf2O0mKb/TamWenAXzrcFtHrtmjjNtSo/lO6FxUWMEOGiyojeTQMKtPoQPuwzta6YSEdyiV74Bl63vyn9ZcerKXbzXSwGs88DQ0H5KofynGLeR2ouu1En4HIaBjN+seg66zevoFDo6FLret0oBjGawNoG/Iy81SV5KAYZFdF/TaWytbvxiCrjSPVXg31S5eiAUu63pK3GOZ+i2+u1LJkkYnkh3qZ4RqskvyBRLbxyc90rnGNj2rus7rbHqvEvJ+/5Nwe3TVRMz3x3lIOzLUhc0LyCPeM9KmcykYH1mlW1G7+rg3Xdcw+46pL1Q7rVtn+2xHoCHQEOgIdgSMOARHMzFnUsjmTopm+qiQzh69N4Zj6GhbPcpqA7y2VHrt0fM7sqHc4M6exMJ4EK2yUk9i3HrG31vLGqti/sT9i+fqI6y+ryisi1q6N6f4rYm3vVRH7b4rYd2MEnvXiWb0mYrl4lq+MjbUbY7UcNybevrL3Voo2Ntaq/2r5NcuxUY7fRlmDVR3r9Wd1bSP2lS24rzqsLJeZuTYdDMFSZTCPlzmLcUPp8Y6ScUWsX//u2DddievX12OdEV20Xj3W1kvoSqm0Mo2V6Xq5TKuxvlE67iu9Vqr/Fe+KWC+Hdbl0L6N0dX0lVjZuKH2ujbjx8ojV6yL2Xln54o99ceO+a2v8aSyXIssFxSpg9hU4NUbBUxd6xL6V5Viuua1urMdKTWbf2lrsXV2NlekUS9G0RioBpU9pVp3rt9Ss38rUb9Vv7Cvdqv90Xw2wXjit1iA157Wbronpaum3UvhuVFvNiLTiiAWjFF0AABAASURBVP0lgBp7S/Qgd7nwv+Hy2Ffrcv3yatxQehSkpeP+mJYzKm8t1guzqDFjrdZiX43DaRnGq/xG0b7CYt/VtZbXx3qNH6XHdHWlMCoJNWbBHAOV6n7337gc66u1iDXLjZrtaq3LSqwUZvtj3/LeWF1eK8jXa5tUZwpjrSx0NmrdovpFbYbVmlSpHaiWn+gwzrQwXVtZp27pUMtXaqztW4np3sKD3tP9sV5rulw67i8ha7Wm5rtRNyVWNpYLsZpKSavlG/bMynRf1e0vWqu1LXm1Z9aLjFlDxVAJ3H1rMa0NuW/fTbF3ZW/sq8VfXt0fayursVr766bS48aa91rdjFmtMZc3NmJfzW3vAbJn7Otp6bV2U+2rklGLWXNaq32yVtrFsIZrNfaG66H20HrJWltdDrRBoZJVyxiyBc+gmuWuoWKjNuSAwUqBWn1ripAs5GOQXZdS8a+Vrvtifa/9UwjUPpjur+tho/oUt7np94FTKVj7NoxvLQdar2Wb0Ubth/Wqm9FGjTitvTijYhqGhXlJOVCUM8OVKq8V/0ZdWyuxt8awJLQu2EtqwTj0xo+qUHuqOkTAY/++2F8b6aa6ltYKhZX9taf312fWyjWxvLwc+4q3dk9cX3vBaNW7/3YEOgIdgY5AR+CIQiAzwzHZppRnNFHmzAFVz9lUJ4/kRT7lOx1bCByxDuddhXlajtHAW0ZY+Z4xrX3MCEM5qsoygOOGMpivKSfs2ititYzXlXLYpuVMTMvZWr/phjJ+y3xbLUO2nI0Yr8doVEZgGXv7V9YG43CjZJI7LbSm5eysra3EvmpbXt4IY4wnGQvl8y4uRSwuZIzG1SFisB83Kp1SrAz2vVe9J+J9l8bKjVfHtCTneFyt9Zu4ij+rX6mM3ZgbZWyOa8wofeOq0t8crr869tZ8VsrwXF7ZH+s1hyjHZYrn+utieu1VsXpjOYA1wtbNm8sB3x/0XliMQPyztbX1KD8hchQxWRzHZDSK0ajS8Wj4cPABMcqM2c9Mt9CxdJvVtb/VVsb/6nVlDO+/PvZfX85u4buxt8YvfcblzG+Uo7xWTv/e666I66+5PG4onrXlG6Mgi3GJqaFrPtfG6hXvjI2918RCAbm0tDDoYbhpOf68qBopYlQd/A4NEVnOQJRDFRwiTu++68vJuqFuKuwtw31f5FrhU/pMC/tRGf3kcFbXlvcVbvvDz6atS5E5irXyjNYLs9m0N2Jca7O0tFSYTWK8NA54bJRjuVHe03rxbpTXNIWJVa5Ok1r/yUIEGiXJM8qa4GRhXPIiKjukk02LkSU7arxYW46s/ba4sFh7ZxKT8SQyI0bV3bqs1v62l6dVHlXDpGhU/abqS4fMaZUiOD513yOqujgzojYQnk2bl2KpNubiwkKMC9tRgY7GlY4XRjEeZY05Lt1GkaMI+3wYfBxVn5GTrDllyVyLKNz21fWyUjr/f/beBN6yKzvr+/Y+59zhzTVPkqo0z1JLLXe3uts9uD1gHBIz2M5AIAQCSSADCfDj9wOHIRAgIYQEBwIkJoEQsGMTsMEh4Kndpq1Wa27NVZKqSjWPb353Oufk/537bumVWurB3bJU0r7vrLv32cPaa397n3vXd9a999kmShSyoJhlauaG4sznUYrYJR6YAUGVejQ2yd2A5JbYHbEndDpuwaAkHJ6j19mpRapUcD1lnYLakvspl3Tp/FkNsEGq1WrnlH+rh0fyqBM9Prd2n28t9/lXy1e3cMlEanDJkYyZ1OBQciOj0pCbJr6xYCkhu0Nea/qwUTi4KjI1ZcqiMvZCVGxI93CRG0pcU+1Wwb7nRhE3V+oQvtqgVJIQSAgkBBICCYGEQELgPYYAruF7zKJv0hy7XBF3Dv9T5peeUIaOgoIcx/byiRM6/vJLevHJp/X8k0/pGeTJx5/Sl778mL70pS/ruede0MvPv6RTR17VyqmTRCGJpuAAFnjQuHZCheAZwvNWoMyOcgEharUiZARHf7Shiigaw8n8w+1LohQbRCnWkEp+BFVEtc6ePqvT2LO2tKgchtCmKrgj6dsdQ0jlSfqcef5ZvfTsWJ544gl9+cuP6qnHntCTv/qovvLFJ/T8o1/Ry499RS88+byOHn5VG5eXQaWCvIAQh0lnjX9ed6UaAtUvaiJJpg0euVaEANeQMke0KkjsAO93QOrahjsEkEWPzy1NFvI9OH1MR597VIcf/WW99Piv6fDT2PPov9KTX/y8nnr0i3r2sUfA/RE99/gj+sqXv6jDzz6hiydegzycl4ngCHJ86uhRHX7hBZ09eZKA5ABbpNEQ55yoXIBBNWN5UCSEzTPKAV7PfeEX9PTnf15Pff6X9dS/+qK+/MUv6ZEvPqIvIY8+8ohOHX1FZ08c1dol1hbyKyKtgfigAnM30UfdkAhdn+hiDRG3WqYFAS2NiER9Y1AhxVZoxMQtM7mKuWovOi3FIyDeK0P0bIDfuiPojFFTMWJjeAz4Fq1YA/ZYj5sGjiKWMEVHByvSARFF415SL1awJNJVgUVFRLeEfFcm2ZQHJLJ3IsuiMOLWxIiodEkq1VwAFcRvEGqI3kA9bgr02aN9bkwMuQEz4oaJ++foGEBiBtwAKCHn4i4E3FcWw1PSrvkkADdn5HEhqN2plmbabbUkBSbbQ98G7XpgOCBSOiA/sq3oGzEmXFvmha1cssQcqxGBnwLGg422PManNbBX8vVM+JfaoHJ5RcePHtPJ46/L3/UYEYWvvVjUfmsHI9oOLxKj1iEYVVRG0HlDQqAdpT5CeCPv868nbh3pU2SZWllEMhWkOeeeZCAfeTHI2GMhz1SBTR0qCUs21td06ex5HX/lNV6fIJ3srTZbN4fBT6vAYppJ6SkhkBBICCQEEgIJgYTAexYBPL73rG3fgGGVapzqieMZ6JHVEr5t44rldVDEie+vrhNZW9Zgoyf8fiIMI61tbGhtfV1nTp/X2ZNndPLocZ088pouvv66HBENOHxTrazhGn7Cx9ukFRVOXqkcj9yS4Z1neMb2oS34isrwrLvtjqY7XQ1xymPI8ZtrLUICF89f1GitpwJnuZCE+fiVUVcensSVE6lA1wAC6y9Tb6ytEpkbqk+kqY/9g16PaA+yOtRwfahqWKMrU4b3mkGGonLygkdQj6PKkLJ9VDGXgdaHa4qqaVWNU+bRJgrWbbc0hXSJpkR9jQckJK821CdyvHL+DLZclogmDiFaPYhkD3vHNg9UQUjqYY/1GKrDIk1BXgpIUZsxB+urWl+8DNnsqW3nmyFbRaZ2XkjgB6vTVY8JRtVQ+fqS2huL6kB2Zmnf7U6r1ZpSnrWUZRkE5ahOvvqiTr3yvFbPHBPgK2tLGeQR5cyeSBkYT3c7EKJCrZBhQ9GMnSnIhJAtpAogTOQoEp0kQnc1JDWEIC9igOpFVSoCQlSwA36dqS4ltcSziVZkzo6E1ugKbcaYnlFBFLooWspjpiIGFRlpUSgjzeg5TzR0Biym2FwE++TIYcSAVogqwE6sZGAPNpFgxq7oVOWMCHQoZeRaJqXW2ylytQv65bVa9C2otb3GvJtnrEtApA72uT5nj188cwrS/qqWToAd6yrGDh5TUs76FUVbBZMqslwFNrfBsoWhWV5RXwHXEKmEWWCjRuiqUcByb0hFn14lVDWlgbF8iJszy5cXdfHcea1zzfp6d68Y8qv6ffMnaAmIGJG0ZlSL9VR+4txJCNQ7g4TwRp7Tr3uUYFWDsy2dSKaR5LsaEPLKNz8Qq80KKXRolWds+ZrXDK5pbjxUXLtLvHacP3laWl4V0KrDzaE24GToVnq8xxBI5iQEEgIJgYRAQiAhsBUBe1tbz6+5fI3FFY62fUaLJ2TnNscZo0pTrZbsBC/MzumGG27QnXffrfvuv18fevDDuv/DD+mWW27T9Qdu0FxnSsO1FS2fPa31C0QSiE4GnDl86EZTibKSaNYQJ3FIVHNUrkGi1lWTr4kclUgNqYI1Nc5kgEnaltqkF8c44NCW/ijmYKiIs4i/D9GTgmjOk+dB9i2OoED7AifUX6o+dMP1uuuO23TPXXcid+sB5nDPhx7UHfd8SHfc/SHddtd9OnDwRrXmtqEryuNksOwcchiJPvkjnMLmyDzsrJZEoiqiVHKdP8pHFE04wwFH2fNnGujhMEvadMA52zwqRQhGG+Ix3S103d59uvX223X3fffr3vse1L0PPKQ777kfzD+ku++5T7fdeZcOHbpRO3bsklgX2S5jDHGsGT8zfuQztAdQz/HCazCXSSdlPoDTCbW1hL1d1mFBA+2ZbuvAnt06eMPNOoDsv+GQbrj+kLbNTiljvkuQzXPHX9Tg4hn6D5GamwFD9QZrChArlAFND9LMmhI9M241RMdMqeRkyIgjD4nNtrUmgln6448QghIsuRMg1X0FyEMGdmJensM60cEBEUbCuQpgO0Qq6ryfFMczledIFFOscwhRAVFdo3KgQNuM+WfUZWWpCvIxwr5hb1UDopNi7jWx6hwbM4h8QGWzVBDUmOeCFzOFgKgRmexgr6PLAVwiZFasn8sjtgf2iecn9rPYF+tLl3Ty2Ks69srLWuWmghh3uLGiqtwQ1AhUKo3JmbBVPEymNsXfQe0vqxytsA/XaT9qdhAwYrUtl2rPlV4+Ak9jqdCFuGEWJfbFOtdmBfbbt2+XJeYtRTNp+nwrR41FVyQwFucVokaCQlMWbKgCf1fGChRdOdmaGevQZv+cNNLPpDPKI7H32OtiX1SsXwmOw3pDAOqDrV6q2eNZVMaLzxyvWwf27dP87IL63KgaXrpM24Gms0KB15OtI6d8QiAh8BYIpKKEQEIgIZAQeNcRiO+6Bd+CAXbMKvpXgScLiY+Mp0y1BGEZ9Nbx7TbgUJWmp6c1u3Obtu/ZpR1792jngQO66bY7dNPNt2k/ZKkTM/WWFrV66bzK1SUJIlCV6OEwUAXOZ4ETSJBIBVGlDKKS5UGOGOYBZxpHXkTxGFDlYEPD4UB+BAXFQAQoFsoZo4XIJBlypbd5RMZ21YBIZr/fVwnZKPJMU/Oz2rN7p3bv3a1de3Zqfu9edffsVQcRku/eo/YMZBOSsri6TEQpUxfnNY+eQSlYCgRsqGmwmSeS1qY8ElkTREO2h0ih5zDaWNc6EcpwhU7Ymk0Jm6kTbHMEFj6kHNKubbvV3bVfM/uu08yeg5rfc0hTe6/n/JB27T+k+Z37FFpdmfeMen1V/aEyiGPLJJfxK/QFiIXTGqUB4sVCeCR52BB45qi8vvTphIFm81Lb5mfU2b9fc4du0t6bb9e+m+/Unltv0+2Q85uv36uZrNLyuZO6cNoR7OVGXzUaqtv2bhkyBHZAbFqQzAh2Vs9SK2edYhhxiq11j3YDsQ0UipbyblcBbDNEkMxg7Fh334AYDfrN+k+3u8qwV+AbrYu5bkA01olSb9C+D3ksB6wLtni/qcG7wr6aPVNruLSkighwwDaP42hii3UrHCFF8YiIsqjTCkOMAAAQAElEQVQr0J1zdyBgKdroL8XI3CCyAVJMjrKR3DYybuYFoI/XWthsqQbMD5KZeS7oEmS0hnjmkOSZVqGZ6a4IkaqAzDo6GtGx3l9RD+JaNaSakSuGCUhuqVS0pRbY5+jMIKABqcGgZF3LEJvZSt6btN884M4Q1ErB1wCkariypOXFJeUsyM6dO9XiOm42w2b7byXxa0iNHU6tp/JTI6F5njyFq08nxXorO2qJVeCJI9CgmZ33NDd3gteZ1w0uTEWimZ0sqhvEPiu5Dgaquc4r2gbwh1KioVLendHc3AL7aahL54hycl02m4rr48pAtExHQiAhkBB4ryOQ7EsIJAQ+mAjEa37azMARKNl5xnHDd2ymRDFeX40rSyGOq3/sJ8NhxWtVjfdYugEOu3De8aQ1Oz+vqU5LFc77ALI1tPNNv4hj7Gb2n4PdY5xBQRZGy0vqXT6vagXyYgcQgiEccBFlUiFlENFWHnEkMUNIHRRDjvPdEj4mBdUboi0Pe6ubp3bHW5DMNlFEp7knh93RNgepQnoQ3x5jjSAg6rQlSF/Z7ajMWop5rkyVKqJDw1MnpJOnJAiMNiAWyxsaXVpUubam0fqa1O9LJsjMWUw4L3CEixxLxgZhvsR4jcgP7HdiRlF0VRVTzL4tZZCSYkbKZzSKU6pas6rCtOo4K3V2KE5Bhttzqtuzyjvzyol0znU6mp3qaqooFCE2MUpT7Y7ymKkGf4uHsiWbo/pUeOfq95a13lvSWo85QE5YXCKXRPaaMB+K5rdrbt9e7d+5XW0I6vqlC9xU4GYC4cosUq+hRmsXVC1dUMhQyx6A3UvNDx+tM92BonoqwlBFJE8UU/1VaWVR9eWL4Leueh08jZ1JF2zJeoo8UyvP6S/11zbUo32kPs8qTbVy5dQVWRv+BiFtGbcg/wBSb/EyQUT0Swp5AWHLFW0npFGOqEJYSkfIvD9Jh+vsPwhjztxaqhhv1OBSqyZfabrdZs8xMXAUazxaW9bAfSCxHk9OIaBiD2VFVMaah4gtvnGyuqjRxqq6lE+ZmBvj5kepjN9QGSSy287V9Vxso68NIvjqbajmZseImzYjIqTyrwV7zFFfGYSqsC1sqIbXB9aA4bT54EyhFoTTBZXU62nl8pLWVlZUZFGzMzMS46yzb2tWxq2+JbEdDVKhQU/kx6LmEXi2kDQHpoFsk/0aT80srqpvgWlhjLjxINbL+0d+/Vi+yA0Fopbeb6wDl54yMGEbqWRNm5tWYNaemmZt2lpZWlRtTKnz/geMq8ZJJwmBhEBCICGQEPgGEUjNEgK/YQjYM/oNG+zbPZAJl/1Dp3YEK3uqDPLGpCo5UmDCUuMcW2AwOHKV8DNpKY3sWEdcSqI3nekpFUXWlNcmXjh1LZztgpIMd9SOrnD4Fk+d1okjr+jVF1/UE49+SV958im9+vILunzyuLR4AeKwIpO3iI7GFowrHSlVULTTKR7oHjuM5ClXI2oem9No8o522PmscdIHtrW/ge4+fmapAaSjj54RJo9MpiNxpJhpFEhxxluQOUGgz0M2X33uGZ14+XnV589JkOTB2TM6cfiInnrsMT371FM68uKzunD8VUgo9ZAMEW0MgYhVY4UavJjG5llFaiHJCkWIUx0KDU3ySrAkX2UdVbGlfpVpbRS0xvyhG9C7XP0yykE9OqqCnFQm68xl1O9JFnAzqRoQbWOEZmynXyUA1Z1lzWY6ClNtCXJVQ1r7eO1DcBC2aRUiStncwrxMYqvhSJX/50cVlVN//IWn9eyXf1UvPPWo1k4eky6e19kjL+vZxx/TU49/CRjWuYfQU6Y+JKin4fqiFs+c0LGXntezTz6px7/0COv/hE5wvubvOV5m/U3iIIPeMq+8+JKef+pJvfT0Uzp37DVpY0UB4uV9qMmDuW+wLsdfOaJnv/K0XnzueZ3xzQGTWIE6ZGSNPffaiy/IPxj12KNf1lNfflTPPf6oSiLgASIpooYCt0DUq4bYiv2eYUAkgioI7/D8BZ0/eox9+rJefOYr2PSUDj/9tC6xD9YvX8KuHl1K+V/bXGQfv/yVZ/TkI1+Ed69owA2Jc2dP6XHG/NIXfoW98qLWuOFCB3WYQ8ZeqSGAvXMXdO61Yzr8lef0xGOP67FHfk0vv/AVHQfPjbMnBVuSIMwZfeC3PLNXeN56uCRid/C8mY/nVDVYluoSUS4c3WRvD/3F2q0dfx15kP2GejXX8Nu09LXpetst7NKW69jnvkoic7H4u7a+WdUjSnn+yIt69StP6ZWnn9TZl17U8CyRd5PyKigLGXtOTL3i9agldduaWtiuaW6KlUSIN3qrUtlXbfIalB4JgYRAQiAhkBBICFzzCLy/JxDfD9ODi6ki6mFS5nyNg4dHxoG7ByFrE7Vp57jfdspxxPMQcersqdWcQarsuGVRrU5bdZZrAwLUt7OfSf5oZA5IjtiICM8rzzyro8+/oJULlzTqDWVONiTydBaC8NwzT+vYkRdEOEuEcqhfb9zPGKwgqN2d1grOewgUQAQpVdNAX/2gRVMVIcA1Drid7mAH3MoCrjJSQKxyJNAyg3A6YhSoz1s5PYT7G1BcNd9jXF+BVIx6Wl9e1MqJEzr88otqfu2TqGCfiMvlC+d19MgRvf7aK5KJHnj0HLllHGFvCUMnKIheW1OD8BjbCgJcg7F5tNE0wRU4R1qgAlKXybaFYFtEqVSxSBzyifvJBAnjHQVSAehYnRM1axUtZYXpvlSaSFHuo2Y8i5jrMuu0BJYrRAD7rOMGSnsM1Y+NeqnTlbK2YL/46DVrUrGmtp1xSNqQv6l6oK6G6nGz4PgrL+nE0VfUx/lvsTuiv20YRgzb1+r5k3ruiUd0+PlntE6UqeIGgOGpIbFHX3hBx158TpeOQyo9B8oq1nr/rt0KkL7LZ07R/4y0vi6vUSeHSAgjLXmhnDmVRNZXFxfFtLRnzx7spr63rguvHNaR55/VuVMntby8rBXWxd9p9L/HeeHJx/XyM09JS8viDgT7uma8kYzaCDIKcLoA0Xzh8Sd07KWXtXj+ooa9vjQstUaf5557TocPH9aFs9xo4BoKnZa6rZaKPBIZjQqseIvrZ0CfHdvm5etsDXK5QsQRxiNAlf+NULm6rtcPv6LXnn+Za2OJvgV62hDTZV08fVKvPvus1l8nym6biAjnIOr9EbwBQhTLz8pRyHMIQWK9LRU3IE6dPKERa7xrxw7JdVLz8XiuXFpz8i0cVsdoYjdcJQ2RrKWIbl92/d5AG9g99A9zuQwZDCrZfLJXHYFeodEm+XvAtediSwcDXTx1XK+/+pIunT7R/NjWkCjnyuvHdO7F57VxnBsevnkg0DHxVFDlvoCTz86qMzfDa9O6zl86I/8AV+D1Sunxnkegz5qurq6yllVjq38ArslsPvl9azPLy8M6QX1u/lAwYL+Q6NIlXrvJuF1z3ZH34R/QGvLa4rzrnL6VuJ3lzXW+jidlttF5j1kSUXf+reTs2bNX5jGpr3jdcN62LPL65XRy7tT6JnPw+aT9ZPzJ2K7b4PXBc5nUTVLXWY9xdOpzt3Pq8bbqcPmI9zXLpL/f69x2Im5jPe47KfPcXe5z93VqcbutqW2Y1J88yY00KrfiO1nfrbppko6EQEIgIfCBRsD+1DUFwNcydquTaP9OOMv1qIQD9TXAcR0RTdNGXyMIVY8o3urqktptnLsMR4DzizjgPVhVZ2ZeHX90D1bUbgERRGa4sqj+6VNaW7yoFoxg147d8o/SfPg7Pqq77rpb/g5oO8t0+fxZnTsK6Vi6qKKTE6nAKb1idMQsCwXBwrg4pzXZtz2wwY53hNkUkEtBiNWQsLohcx3e7AsiQBlOApYShRNOrlTxhmtntYKItdqZWq2oXn9Vl5bOawPiObNjm2645Sbde999uv3W2xqCk2Hd6uJlrV6CfEAkA2OKh62Eb1KLXs7Hh0tHjNNXgLRl5UA5kS4JclYPZSICu8MxXlcL0jaFcW0IXEF9B7w7BVqCddQgEOxaU/D2x5sxCm7KU+x2VBP5EutYg0+NTpMAEwihVZFcKQ2JspYhV1ZMqci7TITORMm6tM+HG+otL2qZuWfMed++PTp06AYd2L+PdswHLCqIwcVTr2sI2Zuf7ujAgf266aab9MADH9att96qA3t3Mv+Rzh57VQOvPwQtdqfUyQstzExrBtJWE5mqWQOxJjUEqmbtLCZuI4hoyQ2NqVYBmeoqsJcUsJHIZx9ya0LqH0W6//4H9PGPf1wffeg7dN9ddyqyzpfPnNGZV1/V8Bzrhs6MtfAmyItMG6dPa/XceQWc1/npWe3ft0/XX3+D9u07oH1792vbth0EQHs6fvy4Lrk/+21q2zbdyNzuZm9sn1/Q3Nxcsz8Ocf7wZz+nhz7xSR244XrMY1W4WTC8cFYXXz+uwdKq5qZndMOBg7r1ljt159336+ANh7R7+04VZaU15jLiGhKEtZBUBJ44alL4FbnxEbhuAZ6TSgMId4BwtcExhwRTyBFVh0gq1f7D5ubkm3xiWFVc22qE6C7YVVxHloDeSAOTTastioLXirZa49Csi5prqslcebJN2MZ5hfjIuV7zmElEdteInq9cOKeSPdSq+5riephlnFluNhS8/gyJjleLy9KwkvsU9AVh1GBIzBU7HUXGH4421Ec8eyrT8R5GwESr3W5rxu8n2Pk//A//gz7zmc/o7/7dv8uZuEc04DoKTb7X66nDGltc0Gq1nMg/kuVMCIE915Lb+Xxqitcy9qXzIYx1OL9VLl68KLezuNyEzjet+pBg/6bBhBTZRtebXGV+7eFkEfJ4/vx5cuOj4vrwjbAYo1w+4rVn0t8tfI0sLCzIqW30GB7L+jyHc7y+mKy5rcXje4zJ2NblOXscf5rBqXW5rfV4PONoGz2PEMZzdpuJDrcNIcg2hhB4LZ1u8Nq2bRsvs7W+67u+Sw899JBe5fXSdrmvdU3GrnktMXnM81x+eKwQxuO43GW2wfXud+DAARfJ9k7mNj8/L/ez7qYyPSUEEgIJgYQAvv41DIIJJv6asioqq6NCI5MJ2eWr1G7l6ha57Mg7ciOiAnnRUrczpZluW6r6Um9Fi4uXtIQjHFodze3Yo87sgmoF/kSboTYgHJdPH4dwrGh+Zla7cNgXrr9Rmt+pzq59ug4H/Lrr9quFF71EBGLNpE0D7Bo1OiLa0MQRNHaWI/mvddj+WoONNfmN1m++4g1fEBURgRVOqoZ9ZRDqVn+k6I+J9kZiSAWiMDWkJvDmGR2ChWyqkNYgBxtxpGzbjGYPHtCOmw5qavcuLUA87BAUOC89onLrqzi9RFbaJnKYWLNNKtISqVQ3z4BCWkI2e8rLntoM3A1gWa5LwxXBPpQNl9QaLSuv18BgRWFwWdXaJYXekur1JVWrF9FRy4RjImIsCt/2eAM17KBTn/ZlLBRirizWxIYqtSC1UaVgu5IdBxz4pY2h+lWu2J5S1u6iP5Mg0pJ0/wAAEABJREFU6g1hJ0owwtkricxOzy9o/6FD2nHQP3C0Ex3ogQgunzurpbNnlEGqd2xf0ByEc/aGg8ppP4WDcR1rv3/vbpZmHeJ2RkPu1KuOCu2Odm7foVkY9giiYcJKI/lGSI39gvDiCWlj9bIGq4uaneloO5FEpiWxhmcggutLi+rg5C3MzWs7Ub6p6XllEO0WhOSeO+7Ujpk5jVbWwXRDgpzBSeg7aOQy0cXVCxe5SRK1e+dO7b/hBu0+eFDb9l+nPdcd1HUHb1Le6uoyN1suXmJ9iOQpAxuvPXPj/ovW1je0vLIqQdDFdaNWR8rabD/Wm6be64tnTkN+K+3atkc7916nzu69au3YyVg3aS/7axoc1peWdPn0GQ1WliSYXGQVfLCSTq5IcAH1brO6siyxFzutonG2FYJU1w0ldQc7iFvFZd+4VIoMlqEykDofrNnXViMMxRr4WsoYN8vcUOJZb/eomwrPbCx+lnUSiV9fXmoi43V/nctxpBZEt1X21WZP5ZT5B6LWwLnGkW/U8BRCJq+B8rba03PN68uI/bjuj217j6umVTreqwhs3779imm+qfP888/rWaL9jhS6Iuf1yUTFZMYkzcTH5T53xG0SoXPe5e12e3wdcPLKK6/ox3/8x/ULv/ALat4fKOtDJEmuHDt4vfCJxzt16pRMjOa4gRR5PXG5X/OdOirnsW2Lzy0LCwvatWvXFd0mUW7nOpfbdve3jSaEW8d2uYmZ7Z302b17d0O8rWcyV49hfSdOnGiIoUngiP1v+yytTdLtsXydu6/LPI8LFy40fVzu+U8wct62uL91+9xtXOY1ePHFF+WIp28GuNy6bK/bus8URN55i20xLs57Pk6Nkcus1+fWE0JoiL3n5TITaadJEgIJgYRAQmCMwNgfGuevwWfMx2mHZ6jxu97S96rHdzupG/UH0uKihkSyRotLqlfXiMy8ovOvv6YlCGcHMmJneW7nPtmxrtAtooEmpb3lC+ovX9Zst6ude/Yqm8eRaM+o9pcR0Z3hnO+DhGxfmIVPrGrlMtGm9WVldgpxnvFn38AXIjI+wf5xxi7pZu6NxLWtVlvTUx3N8iYYQlCJs7549rRWiBTZyd84dVIlEaYhhGj15EmtX7ysgEM+hYPfLgphgASpqbEjwkRmiGzuOHidpnft1ChmqiCsClHdznRzdz0ExhhCXCFfor0UG9sqSVXgiaMC7Bp9gghkUy3NTnc01c4kIp1avEBU7XWtnUUunNLSmWNaP3Nca6eOafHcCQ0gmrYp0D5mUZMHEG7qJ4c9lQKjbA5IftIOKzirm0iuywYQ7boMjakFzdsaaEZDdUkDjryIHK4vr+jy6rp69IzdGeX+mG1Ob+zPIfERwllkuRa2bdfC/r0SETmxF5Rl8jQF0RqubajuD4ngzWmb69kHyjMNIf8j8C62LWiGKGe7yLROtGp1Y11sBFnHwsI8GE1B0FYhlouUQw7pE3H6AnP1TQRHWMvBhhZmprQwO2PjJG42rC1f0kwr13XYNUPkVZDrWoF6KXRaas/OQSZbWru8pMtniUZAYBowmHtNBH+D/WIcFuZmNQ/hjAvbJAiqpqalhR1a2HedDlx3g3btPaAu0claAFPWEnOV58xYFTKqKBtUEpFbOc8iFsaIqO060Xz/0NYs/Xfu2iNNzUt1poobQSjlBsc2bWfcVsjUX1lhD6xKRGEHEH7vKQvaWW/xYIzNnFRpeXlRFcSsQ+SnZeeT/enLUoQf3VJXriUphDEu+iYevlYwRiaxYrxYl4rsCxGRrFnbhmOyVjXEc2IWW0YEQr/xUTy5KPSOFLlhVLA/W9z8yYY9+WPUgdeYrOpJRC3tUFcKsjNrB9mD1AYob2uqO60Oe24EOR1wY6jCMXd9kmsDgUOHDumv/JW/ol/91V/VH/2jf/SK0d7bU7y+LywsNGU1+81l3u/T09PstZLrYFkmOo4S+nXDDd3u9/7e36uf+qmf0qSsDSF1ndsOBgOZlPrckcn9+/c72+wtfxTUJNH7zamjciZd/hVoN9rghplJlfOu91iu9740eXW5UxMyj20SOxnb47qPSbPLrNvtXW67rMfzc2ri57bXXXedZmdn3Uzu12R4mpBZ4+M+IQSZwNpu2+q+NGvmb7wmedtlmz0H97VO9/+lX/ol/dqv/VoT5dzOzYAQgrvIRNG2NCdbnmx/COGqSLTnYdu9Nm7qcY2LcfAYLjPR3/rxZ5clSQgkBBICH2QE4jU/eRzOgEwcTzujFZNyKphoH6fO/4JiaWVRJ04e1/PPPN380MsTX3pEzzz2qE4efklnXn2ZqMuatkMk9u4/pDDj6GahkfXggIoIXm/lInxqWXPzU2rv3CF1pzSwQ41zXRddKc+lVqYs582pv6aNDaI4RCICzrLQ4bc1zNHETimi3UKyedgv3cy+kbg/Z36DXcH5fv34Ub34/HPNj8s8/9wzevrxR/Ty88/o5Ree0VeefFwvvvi8lhypqiv5f4aK1OPbYc7xnqdwbDQ9q6zV0UZZaYAo5spw6P3manI6JHJa4qwQWpVtqngep8Il1+YZJRBZQU7XabsIeT9JlOuVl1/Us888peeefkIvPvt0Y9MTjz+qJ5/4sg6/+IIuXoAU2VGGfBCuEb51o9M+dYWj5XPxKMmXHimoqafoLY8itomwRkXIkSDeOn9C1cUTqi+dVgnpP/HqYb0OOV+GQMXZBU3t2K44w3pl2I/jHyFPFUQqz9ta2LEPErZTxqM06co7EsRJI9Z0A7JAfn6O/rPcbIitpi5OzUpEGwUpVIs9Q0R5DZK7CuEcGfvAONRPz3RY8ZHWIIEVxFKsBX7MeE79DUjYmtrMd256SoEovLFfJ7q3ugRBhZi1i5y2QSV7qc+5skyampHylrym3lsrRNCELnNGhZGWIKsD9mIri+xtbIbMKkR5X/exRkVbygrtOXCDbrntTu3Ys599MIVO5t2dkYoW2Efg6HD/ZU4ikivPlzFLZdgjrYLxytIFCQI1a4dxfpvU7mi9yrQRcpVeWIhSlyivIwmD3gYmrkns65q5+DoFoUbXlSfvK7DwscG+CuDY7hQKeSaFID+s1te5ohRjpDi4+JsUdjaRR/EaIRN15iDUBK8NGY/b6KfMzmttpskIDCebYdJJlSwUbx6R1CKJ3JWD/RQgrZEbATk3c3JIbeaVYJ1EGsBD7B0s8hm4BxmbEKK4FFATVRQdTYFp5ij0Wl+hP1J6XFsI+BoxGZlYbWKX895hguQIZBvCGEKQ97R4LC8v8yyZXM3MzMhRQhe4rUmjrym/Nxw7dqz5mKjrLG7b4gbNzTff7NOGUJ0+fVruY90mvyaJGa8jTt3IZPC5555zVtZrUuXonYnw8ePH5fy2bdtk8upGzttuEy+TMEcpTbw8ruv8uuTrxm0tLrddznveTo3HZHz/IJqJn/u6zn2t2218bvJp201gPWeXGY8Qxlegb9CYjFqH+7ity9zOc3Fqkuk+zltsv23p8P43GddlxsJzsS7bbXG5+1iHU2PpdfCcPJbLjLFvCjhvG5wmSQgkBBICCQHZnXo/wLDp4AXJjmgpu23Mi/PYLlS0c+VFVMD5r3D2SiIXFaJBT/7V0HJtRQHi1M7biu0p4fFriMOskHFElPY12FjUaLihFo4vHr5GIWqN+h4Q9uwxRwaDKLSnCrUZC3aKD7su4VQLeyJOMy3UyIQg049DX+vhO7TlYKgSkuE3QCxSKy/UIbrV7bbVnWmrM9NSMZUrtLAV5lHGSiMcWPf1D9oIzzjz+ETqqo2+tNaDH1RqhUJZbKkxCvv9Bm8RDzsiwmEh2xx27m2rkXXatAODPiRsrc61AfBDFTIBKrpTmpqZ1czMjOaI7nWIBuboCjjMZZbLfnKJLcM+WtFRIrVwrEntZTtfYVSNqBFdebCEkucCpqqlbuwqG9REVM/r1AvP6tUvf1FHvvQFvfjlLzS/PnuWmwzLqyuK0zPatm+/5v1jPFNt1WGIHhx2dKgMqupMFbgqFlovpR6OvQrvhbzBamN1Q+UoqN2dldozcru6PQVllYYxco6JnVxTs1OqILPr7C/UqjEfbKcp95qtri5qZW1ZdRY8A0mlTCpLiOIMxHSKNRX6Kki575Dv27NTO+YhexljEIntEWHssR/qPnt3dVX+TnKr3dUV5w4io+BJDbW2tkQEttfs/WJuWsK5XCdytxGi1iCMJXMc1UE5JHKK6G4bkllWmBQy2uYS84tZW332z7r/lc6ASqtmYhtcL73+gGsCO+q+CvZeu8teKhDabIRM/dASV4CUU0aUPity7k/01Weu0kgtzhlNaG3E+auEebhtCEFFwd7CftU1axeANbx1n6sUfP0TIJCYX9XDUmNq0qlabEcxCBuB+TFSBP8QglwlHiwRz299eD5fVcPrTkBPhv0qR81Hs9tZ4BIrmv1Sx1IsiSoi5CXj1IyXtZgzirikGTeSy9XCqBbEN7IXmig0plKRjm8AgXeriV+HfS0vLi7qL//lv6zf9tt+m376p39aLp+enpaJ2oMPPqjv//7v1xe/+EU5Cvcf/Uf/kT71qU/p4Ycf1n/2n/1n8kdxbb/1uM13f/d36wd+4Ae4sbmhv/23/7a+93u/V7/lt/wW/Y2/8Tfk7226rcUf3/19v+/3NXp+8Ad/UD/8wz+sP/2n/7QmpMhtLGfOnNEf/+N/vBnr53/+5/V//V//l/6D/+A/kO165JFH9Dt+x++Qo5D+GOukfYvXdL8PbBAN/ZEf+ZHGhl/+5V92tUwIbfNf/at/tSnfT3T1wx/+sP7T//Q/1eOPPy4TWhNIk23P6Sd+4if0u3/379b/8r/8L81HhP/L//K/1B/6Q39IJtqf+MQnZL3GyuO5n7HzGB7s85//vH70R39Uv/W3/lb95t/8m/Uf/8f/caPHc/d7kPvYVpPi3/7bf3uDk+tMKq3HtliPyfZ//p//542OH/qhH9InP/lJ/bf/7X/LTdwXXS3b2t/8yPJTTz2lj33sY/ozf+bPyPk/9af+VGPv7/pdv0vf+Z3fqT/xJ/5Es75Kj4RAQiAhkBBoELAX02Su3ac49gGDhO+sktQO39ATYnYZZDODCHRx+Pfs2aVbbr1J99xzj+6++07ddfttOrR3l/YtzCrHiVu5vKzlS2twRYgIDnMIQTURCflHcHBEszhS3sYJRO8qkbEeTuHSqCRSWKq2t4iD6DulBZHOGsd/sLGKUdVYcDbtOFowEev8PBEUUrL1GM+qUoFD0m63cUxb8q+EXn/LzfrQh+7TA7x5f+jBB3T/xx/Sjd9xn277yAN64JMP6Y4P368d+3Ypi7mmuGtrki0c3GJUqw2byPu1tD5Qq8d5KJTb4w6MTwRmiM1+c444wrJgENZjeUCYBufjg9KA4Py2t+9TMb9HrW37tfP6W3Tz/R/Rhx7+lO752Cd1+4MP675PfFYPPfxpfeijn9JdD35Uew/ermxmm8piWnVnVn1/D5wAABAASURBVJUxDiJFrNx50sopzrlH8bqqGQ/bm5QGPqjMadg2EYT8FGtrylcuK1u9iFxWtbaoXdsXmjvy/u7iruuvU4e1rtFRBnaIP4MLs8hiWxV4rVO0gd/fi4WGEK1SrDUuPtwKkjSS6kzt7pyUFUS3g/qSLjDuBvhWvrEAgZqeg5ASiVsb9VWCYY0oVmqz/zrTRP56a1rmBseI/TZU2TglS/6IN1HlOSKQoc2Y6LIz1YfkLV1e1Nkzp3TiyJHm35g89sTj+vLjj+lLX/qSHvu1X9PhI4d19vwFrTa/oMoEIKqyXn88UwNV5EMe5O8uK9QQade21IMxDbA/FG3mRX1Nokj7oOGAuZpcsifa3DzI8pbqkEneJ8pJc4WspRb7stZQEYKdMc/A9UAlo0o9Fm1DmfrgykUkMV4EH0G+a24YVIxUIiyhJo9x3s8TkSpwivTNMsZ3w8CTdSjKGHJ25ai9X2hv7CZypfKtMsxZ7OHhxpounj+rU6+/rgsnTmjp9EktImdPvq7Tp05pxDooeGCw40aJvtkHdilmmp2eQabUyiLWMzjRTd+cKHlRCC2pM9vlBhI3Bngd4eVFAfzEzanYpGLwWkUpdauoNksUfOcGNdSk4z2KgAmN96WjXQsLC02U8Ctf+YpM8IqiaKw2kXOdf8jmv/6v/2uZMDli+elPf7r5KOff+Tt/R3/2z/7Zhkhaz0c+8hGZRJqI7tq1q/l46A9BkP7df/fflftMIqj/8l/+y4YwOnL40Y9+tCFaHuu//+//+4bcOTrXGMDT3r171eZ6tm3/4B/8A/3P//P/LKef+cxnNt8v727Ire2iuUIIThri6EjfP/tn/6yJot59991N+WOPPdaQQBPHffv2NWTWdptQ/p7f83v0zDPPaHp6Wr5OjYMxsp6f+qmf0l/6S39JJrm9Xk9/7I/9sSb/2c9+Vj/zMz9zZVz3zXhN+JVf+RX9hb/wF/R//B//R/PdWEdi/9W/+lf6i3/xLzbE3vMJYWyrSaeJ5pe//OXmEx8mo91ut7HXJPsP/sE/qH/4D/9hM6fbb79dBw8e1P/0P/1P+jf/zX9TP/uzP9u0s63OGGPfKPj85z8vk033d3R1gqOJqnF22yQJgYRAQiAhIPyeaxiFgLNlF9lTMNG0OB+YViYe1Pf7Q230BhoOS8hiR52duzV/4DrN7juggjfruUO3a37v9Qo4gZcvntHlcydU9pbVCsI/j1rfGOD1SnWWK2u3lLfQTLTCjoR4FJCLnDu9gTEFmVtfG9GnVg9jBjjGJht4isK3bvSFqiBvJx+Sp/GjorImWzFmSbH/r2bFOacShHZlY10X11e04qhGq604Oy9NzSsUU1IHwSHH+1d7xy5NQXjwRXH4S2wgB1mALWiIBxuytgqiYfJHgE0gIAUhzxmJIwRlakZsnICSO7k1b/iYozc/atnacanJycpaX8sra9ow2WljD4RSrRkN6kwqZiCW82rN7lZ3dpdie1qDMtMA07IsUwwVo5YaYc8otmTVGXgEyK9HqEOkLAc7iZyLtgglkOh2q6XtO3Zq16FDuuHue3TzA9+h2z78Ed394Md0wx336oZb7tCeAzdqZmGHQtbSkD4jD9TpqArCpkIxK5rysgzKIhbUrL0xCEEjLLTEdqGCKLbo2x9sNMQqo18oOlqvcgkC0IOo9bjjX64vq0tRpUolOgRRzbsLgldChHsQB8jxcElxsKT+ygWwGipMg13elSB1VYgalKVq5hZxijKih3kelaOrlbfVntuhqZ17qZ8mejun1vZtam/fLk3TH1LU75UquckQIHxZDq4FAoKReaFFVR2I5JaKzLWEMPfZZ/J6EGHzfhZzZoNpZXlVFXo63mdTM1ILnCDEPV8DtFlbHRD9Hzb7y1gqD8oLepPW4FQx5qDKKGirancUEWVRgRs45XCd2kqTR6R95CTUPG0eIMACBYUQxiWQt0iDAK5ij2ROIb2qBwplX3FTwqgnDTfoM5SI9jfitlt0U6matbp88ZJOHD+pI4cPE814CXmxiSg54nGayM8a15/biv4DbiQMwddWj8DhanWVbJdt8jwsNQRYlnZb+fad6u7cr4rrYyV2taQpLda5lrnx0+9sU7FtjzoL28WWkj/S7dcsj1tzjQCNxHgZ65aF3MUa+UZYk0tP71UEhrxmt7iGbZ9vnuR5LpPEvRA8l03EZGUScfvDf/gP6+d+7udk8ul/WWQS98//+T/XSy+91JA+63D08bcTrfOvxZpM/rk/9+caUnfXXXc1Kh2J+7Ef+zHddtttDYky0fuTf/JP6ieIJPp7nyZ0P/3TP32lrTNt9qj1+Ud1rNv2/PiP/7hmZmaaKKVJnknoiNd5f6y2x/uD+zmSmfHaYdLrcut49NFH9Y/+0T+SSa/JoCObjr56TBPdP//n/7y7yv18k9ZE2vp8zRmb//P//D/1v/1v/5v+w//wP9T/8//8Pw05tT53sh1OHRk1sTOB/BEirCbDr3PTyHP7vu/7vub7qyaebms8nPoXvmOM+AO8LrgA8Xc3/+bf/JsyUf0jf+SP6J/8k3+iv/pX/6r++l//601E+oUXXtDf//t/vyH/IYQm9RrYbo/p/o5c/72/9/dkcVuvtX+RGPXXyJHMTAgkBBIC7ywC9one2RHeUe04eHY6Q2nfWMIPw891onzEwEMp408xV0lUoDIBskOft9VHRhCg0Y5D6tz5kHbffKNmZzOtXXhRS8e+IlUbKkLU9OwenOnpxhlcHpREklY0Wr6oTtlXVzj1OLsbkMFqcV1aCyqqBQbdqV5rXusQkTJgRLmGP4wDPIiqRtMajdqSbeFNGi8ZQ+221iqDtFFI/SKQDwq2HYLQnZvTBmTncpA0jf4OAnEtiznVxTZtVFNSizK1/WlZ3GLhsGaKWQdfN0rtWSJNbfS2kEIiGlVOcx7QZ0/Ww4eoyIjTrY4GaxvKIBhhVNG/pFFNnRrhhCMiHKFWhlPfJVIz3YnqtFs0ChK6KnCuutvUw6leD7PqhSmQajNCrgLiRHNlGkiDZfzovnoR22JbAleN1gFhA65eK8Yp5fmU2rFQQW+Bh0IuRyRt0FCsCSxuo9OViLDq9g9Lh+6RrrtbrYP3SQvXSTN7JYiv6paEg59lbbp2yEsVtvQYsyyHame5ZrCjCx5tpNvuKmQR7Gr180qDotIoYz3rDWXqC9TZawEEW+rOMU57l/Jslr2RaW+npWr1gjaGyxowRlVs1/bdd2hnZ79GZxaVXz6p9uic4qUjWr74mrL5aU1dd4M0v0vKZxRCV6E9o/7MtFa7Le279zbdePetuv/2W/XJjz2sg3c9qH13f1S3PPgJ3frgx3XDQw/r5oc/IU1to/+UmJimwL9udbTETRdBhOW5EQ1m5mrnGdiyVuAX8lpVYH5gwOxYP0ktdOQdzUzNq+xVDTZaWaUC1TFomElwWuVxnrodauXT6KO6XoNM9tiJPXV9CrkXekb5lC71g/pgX7Pvy9U1TRcZ+JWshRoJbg85IwAqEV1lE3PpZmpuwoCyLIGFIc0t9UgarsnXarl8XsdeeELPPfYF/eLP/aR+6ed+Wmdee14Xj72swdI59PVVNR/lrURXra70SDONyiCT71qMHqIYUDU3JULRUg45zljH9UGfdkPqgtrtNt1L+lQqwNDfgR7xGiShFyzr0YbKwZpgsmgcKoRaynIptqW53Zq99UOav+thbey/S6c7e9VfuElxz13q3vhhtShTZ1oBHDpZYL/TL2RoRXfckKp1DUfgzg2AYSsqnwdhN1Z6vFcR8EfdJ7aZqDlvQmZC4vykbHLuiNrv//2/X31udrne4nOTq6eeekqTiJxJYMkNKX+f0STL7SwmiU4dcbP4o7kmnS5ze6cmVSaxJoH+jmibPe3yjOvS+v/AH/gD+i/+i//CRXLk0Znv+Z7v0RzvQ4585nmuyY/wuM5RPhNrf5TU5/6u53/z3/w3Mgl0hNRlFo/vj/36Y6c/+ZM/KZPLyTzX1rhhyc0ff9z4b/2tv6Ubb7zRXZox/XFh13s+k/au9Lj/jMjqb4d4/1f/1X+lEEITZd22bVsTXfX8HKk03pM5muwWRdGQRuuw+CO+P0Vk9d/4N/4Nmey7zCTSevwx39/5O39nQ9T9a8AhBHmtOp1OM5a/D+oo63d8x3e4WyP33nuv/u1/+99uPrbsCKu2PAYD3vO2nKdsQuAtEUiFCYH3IQLxWp6Tfa2IP6fG2ZO4+d9MJ3PG5SYnciveJOzSmuTVOHG4uX3eXHtqaT3OqI44eZClvFUrL3FEBzjWPRw866DfiH4jdNl3LnAe86muZqfbmlKtDiN2cJwjDqKqTKN+5I1IOORdFUQiqwwlEI4QM7VioSy2lOPQijdt4UoGvOvgdHMO+L+yRKmxfLS+rnXeiHujUlgmjJWwW1kX37iNBZkqbBNzHg0hDkOc4SHNcNxLHNNx+4jOiYAHyj2Gpaqxr5HyinPBAOODN9dANT1El3HZ1mfqhoMN1USTAhGvXKVkHPKomGXMsy2MlEKGQVH2y0fMoxpAE/392T44t6MK8KuI8owYpYkIgYUxLcAaBZzFBosoBqSNQtT4EakDxTxAZBgjY7y8S35aaxC/jWxKw9BWFVo0L7AhUwAnizY1msyUQc2j+X4d6wG3NMLyOYiqaOcqum35e3YDE5wwVDcXu2ioOVJGxaoohUKtoi3/Gms2HEBw1llm4w4yELLQ2a6itaCaddLKkkyWRksXIRaV8qmOTA6tQ5QEtLc7zAXshuCjIpcgnjPs04yyqdltmp5fUCg6CrMzyhBBkGosqWqmSrjRkckQcw3ZuKW/7+kbCY64ELONkDWsUsWNlRilTp6xXpG1rNm/Izj/ughvasg61RDRmnXTiI2lij4lODISHTvtWdY1o89AZUV9GClUPW689NVhP8xnXAfMJyPKWmJLydpF+kWidUJvaNa0ZjXQh+6gTKHW5iM0qZ1elk2KoTn3U6RtQcON5UVp+bJOHj2i148eJqi5qBuv26vd22Z1/LWXdf7068gJ5rMq94E5urtarZYUgoqZGe294QY98MCH9fFPfkqf+M5P6WOf/IQe/sR36hOf+k7dcedd2nfdAeUF+0eS7cjY2yHY8hoVmzZ5PtgU2P8xlKogqRU3Qkw4a/qN6Fgyt2pqTp39h7T3zgd084c/qYP3fFj7b7lXMwduk+Z3qmad3Z7LSRU3fGpxFhF0Cv0l12oZMl5qqGHdFCq0p+NaQyCE8b7xXrLtviZCCHIqHpOUbHM01wBr35xseRpAYCY6XGwi5NQ/XmMS6P8V7NREzaTNdZZbbrml+ahsjyjlaDRyUUPCnDehagp48rgk8g/lfOxjH2v2u6N6EyLtjwabrJnUfuQjH3FTmRy32225jW2zPpNNE9HFxUVu7M7KH+113+Y6pJfbO2/CO5kDxc3hMmc8V4vzFn+k1cT7XgieI6Qusx6n1u+PJv87/86/I0flrHdIAAAQAElEQVSUXWbx902Nh/MW2+oosse8//77ZXtd7nOPFULQnXfe2cz75ZdfdpVc5zn5JITxOoYwTl02kRCCto41KU9pQiAhcG0hkKz99iAQvz1q3mtacNA2TbI7VuNq4u/JouZ9IY4T2hTkXNQppnG6u/hvvEn0BoLl2b+TUJXHTHnIJZz4IW/wePDkhfuIY1nhyDoiZw/R/66gt6oK57PdLuQ3wxiiGB4JBGz6KkdEWkr0m7g0v45Zyf5kZCBGwDUXRKdSVmFcLcYtlDNSBzLVji01Yw9wEMpagXBHpF/Lzmg9oN1I00Q+uiiabeWQooyhaQvByCAYkRQrJEhVhvOSkTJhzmsEB5qyCn0Vb5RizgqZQgga/wkrhL7QSPCZ6+ga0BNVKfgjfpBPDdYlIj2hXIN0jDSFU9yNlTpMqgM5bLcytTsY2WI+ONX+uC/TgQuUah4QEmFLk998ipvpVUlozGbkiNW02EJIrmrnE9o6+WqplEFcAlo8DzSO14M5BTALWdRUq2BvZJCZda0tLcrEK2Bf3VtRi3Uv+msK3gMbqxpBNEasR4Cg5EVb7QAh5IZFZP2ymVll83Naq6XFy2tSv9Kli8vKqZuf3a7YaqMbC7lpkIP6/PQcpHWkUY81XOcGCMSRidKPPcQNkYKmVc96kMGaRthRV31F8JuGwM7Pz6oLUe5gv/9HqdqZ8rZ7DdVmrbqsS8a8ayL0vbXLjN1nnkFdCHY+xdp0C7WLqDZ7ysIGA54R+6rWdFarG8Qen1bMMrblQCP2NkxLYn8HroVM62prwL4YEDVfUX99VTXjtjotRYizGD8wz4g4ZTpvHOwtISEE+tSaOHgu4wQ7amUhqruwIEctLl68qP3798vO50133aU7776j+ThhD4fazvfKyrLYuHQdNmMUzAvFcH5w5YUhTM0on51TaE/RrpC4IZThNLenOMcGj2/nsWbdI+NyZch7oNk77B8M4igFS8TE0IjberAQAuNWKtnkdRVUFB1Nzy1o287dmkM6C9sEyBIGjkY1bZusMmwcceMosp4oprBSWVdCuQJlbCOlx7WDgNcxhMDyhStGhzDOhxDkeot4TFKybNO6Ee/BrXsqhMCNnp7a7FPvTbfN2bfOm4w59Y/o7Nu3ryGM/rirf4THP0bkj7n6+4zWaZJpvSaFTq1nItbnfMY17ghgweuaf1DIZW7rSKe/N+kopKN9JmmOXJqU+iOqIQS578LCghxt9I8QOUrqHy36F//iX1zBwvP1WNavt3iEEJqPE9tWVzv1GJ6jv0/pMpPJEMZ4+vzWW2/V5Fd6bavLQggNlj63DtvmjxA79W87uI3FJNf1zt93330NefZHh9eIxLrMryu22eLzSeq8xechhKsi1S6fiHGf5FOaEEgIJAQ+CAjEb88k37ta6hBV4pxVylSSl96YcsDs5qzmud1VtzMrxUL93lDr/vggZAJ/XEWrrfnZBaIiHfX8C68rKxJkL5OIiA4aB1xEderlSzgAG82b0yzRzSzkcrRJOLRqHMVaMBMsGQgFUrCDWoqgEAQzCh9eWYVOxCQU7xJ7MhUh0xTRq2mkUeg70jFKOL927nMIriA6gmwEiB6eLbMcqiohfh4XiaohUpaKfpXCJvlsfGX5UctYVfSsEYUgeQyqGEmB9KsPbMYRaRyFLCp3H/Sq7EsQsMy2kIa6p+Cy4YZqImbNFxlN3P2xMSKBIxxxKJWUQbMgaWI02+K78tr6AMeJvfVmeQk2ZcBCUtlu+gqJjS26+hGuPvVZoF/ljGqFMeicVWiyRaVEnyyPahFlHGHz8hLEzFi3WrSnerSmloYSUfGNi2d1efmiapyy7vy8AoQxiDmVmaqYSVPTyrbPa4BTuLi4LC31IJ4randmNDe/Xcq78vrWw0qBvTNL/wx8Pe7iBcZdXZNiYNDAzYahSkhnCem9dPKYjr/yki6fOyN/9xYliuyVqe0LjZO2Din1R+fYnFRhK/28Njl2j4i0vvri83r6sS/pBBHBymvWrGGPNezJH7UtId4Dr90G40MmYdXiIuFYVg5xbM1OM16hDUgmhcxDmoXcOsIZGIOLRutLFzTYWOFayjU9OyU134WN2voI4i8EKYJVcF1U3uoASQ2ZZT2838XDaR0Vs0xiD5lQlmUp/8hHtm2nRHk+P68dN90ok1A7xf6OnMtjZr2lPIwdykBkF0UorSQiuMa0v7Eu//uWUX9A1Kcv32RyWxops23OIB6TRFFBNeNvEEVeubyojbVVFytjjzhTs28j6xkjLRm4om1JpHlIpF8KYuvJ13pZjlRyAwZLxIuEYu4q2xqcoU2pIdey2ItZkSsEypUe1woCIYQraxZCuMrsyd5w6ooQrq53mUnSVqLiti5zdC/LuBbcCHH55KO1//gf/2P9v//v/9v870l/BPX//r//b/mjqf4+qG/UtNtt3tdajV3WMRHUfNXhX8Y1Yf2Jn/iJpi6E0OjyyQ/+4A86aXQ5GmqbTGz9/Ud/p9Kkzt/n9Pcaf/Inf7Kxx99RHfm9jJ4mqs5vnR/FKrlWnPo9xm2ct/S4keRr2vX+WLHLtvb1/E1G3cepyajbGC+Lo6nWOcUNJd+ssr6Jnklbk0738Udr3d7tbKPLrN/YGWufh3D1eoUQ5DqPr7d42FbLW1SlooRAQiAh8L5EIF7Ls6oxvmpe55kGTMRZi4TL5kyIDck0IRlF8vbicA+loFjFzZwkogoistHuzirLOziZlVZX1mRSWfv7bzHTtm07NDe7TX3I6MXzlzRcWqRfX52sVh5xhtcWdebsSS3jbM7i7G5b2I7ioBIHUv44Yl0rtgq1iezFrJQgYbKdruc0MpmsklCn3PZx3jiiOL1DR1yxNmM+6kHm+pABO57+jKrnnQfB5BivbIhdBcFoCJ7JgUrK3zhoyUmlSP/I+CFSkhm/zGeqQ1TNWCJVyGhLPc8+nKOlaznlDEfa7TlpjmDiW0JoIL4wIsm4mPT6Y8o1dlMenDehsZjQF221Ol1leUsla2Jy1SjjKbJmJJvjOXe1eOwqZqq5SVA2tmJvCAohNA1ta5NhZroi4xI1WqMq2tZZUIUAHsXgFUt0VCKEJY24OZAXTYTAzsnK4pIunz8vGImaxfK8htyAuHBG508dV2+wQdRqu2Z37ZHUkupMYRTBVPJHd+PCnOLMtNZW19W/vKQNfz9yapu6czvR5/aBflhek7Ta2r1jN2S3o8sXLmodEdFPsWbdbkd5EdRfXdTZE6/q1NFXtb58mR3OXjSuEBoxhZm5edVgdP7iOa1fwm5H1Zlf1xuN6OP65Yu6cOqELp05rVFvfdy/HrA91zC4p1YH+/PIFi65LlhDSBmWaTqv2fvYyRp12e85BPIS18QS14AJJhuM/tgy7Ktcukhk+DLdSk3NTqkDQVUr57KrGlzQQt34CIH5W3xK2pnqqmIv9rgxYVLnYnEt1Yjzi4uLrFXQPBEUkzCtY/d6j7EBkGjE7uuvl79jubh4ibKh5HUWwLhzqJSz98QeVFYIdqsMB7Q9PaPW1HRTV1BXtDo40h05H+hnseGBIWpIYkCfSer5M2eb/4XoiE9D8GlbcTPFtkbWLIuZYswVs1zZpl6FQio6AmjFVlc5BJhpo1HyyxKTU/CLg3Vxw8Nzia1CebtDeaQ0HdcSAiE0u+ctTQ4hKMbxmobwRrsQxnnvI4s2H9kmyfRHPN1vUuf8pK4NofT3NR2l80deLf6YrW/EODLo1zS3t0r3cT6E8Xgus/iGjdMDBw7I/9rEEcxJpO+v/bW/JkcSrdfkyuTO339c4aasx7njjjvkHzWa9PV3Qb/ru76r+fXcrWOZfNn+EN4Y22UmlB7btjl1H6cut+15nl/BbNLG/WZmZrheC7ms4Aagxf1so1P3c2qxTuvrQWIn504n4teYEcR4otPlnmcI4crYetMjhPE8PCfbY3lTE71V2ZvbpPOEQEIgIfB+QSBe2xMZm4/f99bT4DW/DFGlMpXBktMuQ8b9qLbfqKEJIU5fNj2nrD1NFCFolSiHoxCy6xdzhakZTc/NN3Vnzp5rHMujL7+s8yeP69yJYzp2/DWdOnNSAxzQOcjpwrZdKrIZZfkU4+VS0VJ7Zkoljv7Fyxe0fOxVLR49gnqc3xpLKoSWEbEj2xhGlRi7pD6EoFFVyW/ml86e1fDsGV1i7KUTJ7QMWbD0LpzT6uJl/P0lCcc6a7XRNj4qBVRaPIJlXH7lOYsyeStDDlbYSyr6hBDk1m9IoDQi4BgzBcR9+kR8F5eXtXH+rJZPQbxfP6aVE6/pArgsnTqmxdOv6xI2ryxjG23xBqTutATBLzrTyoquVojgvX7ylC6cPqNVokUxxobz6c2POlISm/mMWNchUsVCillTHqnf9NE5nxxVk6lDk2w+hWauQ+ZahsD8J5XeUW6PgLnJwLZd+7Vr5z6trPX18ktHdOyFF3Xp1Ve0zhwvHX5Br730vC6yL4rujHZcfz2RzB1EvdAzkPydUPOjERa356c0v3tBEQxWLi2qztrqLuyQpmYl5UimwLylKDGvXXv2aW7bdsZd1+snToLnca2fOaVliN3S6RO6cJb85UtEswcEDQtFiIiYz7h/1I233qqde/ayn3s6dfq0FomCblw4z1qc1oXXXtX506eUxagDtNm/e484YdxaoZ1LszPK0BcKYqGE6hdXltWH9FasYSDykOHIwcQ0s327OnNz3GxZ16uvvaZTrx7R4tHXdOm1Izr7wgs6foRziG0OUfI1FCBwDMTRkthJ2nxUzLl2PgQ1a8l6zszOK4QgR7sHJtGuxxaTTrGY/iGTLMuaU7WnJO+pzNjRsMM5iZ3JIddlhdOIl0cJo4RKkXnX3HipuHFT8xpQU9McQY2+IQQv0KYp23wajSr5o7E+zfN83BAdQyKtFy+e18kTr+sU67R48YL66+vNGApxrK8S13DZ9K+xXVmuWgGTarmNQiYPFzVW609QR2wJVAui73+TM+T1KHY6antuHl9uTYd0XBMI1LUX0+s7TidGu9yy9XySD4FNwMnWek6Vse+9B9e4seLzEAL7rFYIQf74rMv8PUkTUuct09PTTppPPoQQ5P5NAU/WbxJk4ZR9yYYlMyFiZJv/UdlqtfSFL3xB1u2P5foXYae4UeP6gtcEf4TXtvkjryOuOetzdNCRw0k7EzaP7Xbu52vR4jKfW3zusZwPIXBtxGZu4uF+/h6qXxccraVInqfPrdvn/p+hr7zyirOyXc5Yn8dwO59b/LFb932N1y6ft9vj903b6/Onn36aa7aUfwF4Yn+32+UG3KCxyW3eTjyHEMbr5zYhvJH3eZKEQEIgIfBBQSBe6xOt3zQBXLstJRFCETXCixvhhJeIwnjKk5d99/cP8ijjTaYzowD5GWaFNgZDDXDyApEb4VCq1dbcrt3atnsfTTvyx3mOHXtNFkc0FnHCO3ML2nXd9ZrftU+RaGmpgjfIrirr5nxq+w4V07O6vLqs7DaenQAAEABJREFUVyFkhyEsUpDf6MUjbBpVO50Ib2whL4RnINt5Dkf2BITu+PGjehWn/tnnn9cLLx/WCxAgf2zplSMvN/9IvN84ITVaM4l5l8goEEUMPo9S46g6DeN8hvMcM1VgVTWGuI6qzcNnls1TEp9FZZ1ZeX4bg1KLS6s6RZTHjobf6I9ANA6//KJefvEFvdjI83rttaM6B+EZrRM5HOLQYM/U3DbNb9/ZrNVJSNvRo0cbYs0gVx+N5z0uqjC7Yg5lVmgUiqavOFcdFUJoJDZNGUOV6sBJqHnC2aNdoJ0geGVsaRjb6MiRTFRJQZL3icVrV0pi/fYeOKRdrP+oijpz9oJeeWW8/q9zw2GFiPj0/Hbtuv6QpnfuR3WHmwus26BSweAZjuaw2lB3qoWOeXWzSv3lFZlsF0TOG7JEO6+zCuzw2Oy7zsKCdhFZmN2xSwOI1kluLhw+/JKOsM5HDr8MMV/W3PyMrr/+oBYYX4ExRf/2dGNznFnQwu696kDcVriDf/TY682//Dj80st65fBhXbxwmcj9dt1A/8aZwkGs2ffN/IErQm5Cp6se+dPnLug5+r300mGdO3VW5eqGlLXU3bZTu6+/Qdv271MJCTp17rz8PwVfO/KKTh5/vVnLojulPQeu0zYIdN3uqgR7yYRTb/2IQQpBdpBDzNUfjNQ4kuAoHpNrJuL8+ibPBUj3GjdbYN4qveQQQ5rp7KlTytst+WNxMctUjvrCk6aqEltd1h0oD0WryfPE9RhUeS3YmyaYvudgkul/sWTySmebpsBfhqiRihsMDFzVCoEaBCVUOd8k8qMkbDkkSj3w60t/pD43HvpcB32MHrHenl4W1NjG5ahAJ6wR3q3s+Pv3prJ2R3mnK0WvNQ3ScU0h4L1r2Wq0SZnLLC53anE+hODkqyTGyF6t5fefyb4cbt6UcVRz3759zb/68HuVO08ilT7/R//oH8n/aiWEN3Rbh+2wuP0kbXGN+dxicukf5PnJn/zJ5uO0Jl6f+9znXKUJ8fVH2/fu3dv8WxP/UJDtdDTVbd3w7/ydvyP/OxN/j9PnFs/V4vxbiefl+olNM0QwHTn1R3z9kd3JL/WaLOZ5Ln/M/n/8H/9H/dRP/ZQm87Ze15t8mkxOdDnqusDrrH+F9tixY27WSMbrgvX+0i/9kkxI/RHhpoKn+fl5jXitJPuWh211hccK4Q2MXWYxJiF8dbnrkiQEEgIJgfcjAvH9MKk6RCiFZ1L7qXHSJpmRnUYc1hFS+QWetmpYhZp2uIhELSVBXNSaUom4T78aaVAP5Ua1PyrKm1ix54D23XabrrvpFs3v2K4CR9aOaAl5mcbpPnj7HbrujntUQA7KqlCPzkNI59DO9dScpnbugYzsUpyaURNxZfARbUYBlzKoedjPrQMVPmvKgvrke9jcwyldIZKytL6q5Y1VLa2uSLkd5RZR2kr+f6Oraxta2+jj67pzrop5CxIyxDkdkY5CC20FeFHH2JyoScCpihBObK1p1xQ2WImR63ETOc/TlSOTiq7qvAtZ62ijrLWOE726MdAGdq73BmoTiclbbRwjUTbUOrb1RrUq5izIivI2EbKdDRmZW4B04rCvMIcB0aXMnrc2sWBM88U6kNk8auwbhRzCmDd41sIeyoTFbhtUk6ukgJCvJb3RP6qmdgDh7JtwYov3iNwfqXDmBBbKCyLGkOMyqL33et129wO6+ba7NMt6j1A2YsxYTGkXdTfddq92H7xFdWdWJesudMpsJYiRWOmyT+uR5ue66hL2HPXWFMFH3Rka5KpDEA0bqYJU1ZXU7Wh63wH23E3auf865VNT6pVDIn49OEhP3ekpXX/wRl1PJLMNcR/1hxoNaglcxNzqmGvhuoO66c67tRdSGVsd9foDBeY4O7Ognbv26ZZb79C2gzcTxcdu8A95R6JdzXrOXndIew/dooW9+1VDYle4UbC4vK4RJCnjBs0IXAQZd7ub77pPB266Ve0ZnLE6cl1FFdg7v2O3bjh0s3befrcKCLuKrjaYYGmMmDBT5Vmbjyhhm1xC2vINlxAa565k/6sOGj/Ahsyo12cOezQFhsdfP6GLRMczyK3aHS1y8+I05NcY7SKCKyKsQ5zEimubrrLDaSe7xpZJ3k6kncUsy1QUhZxG9kIIQXZkx2WBvtKAPR6o02adnVJHXE1unbaxfQQBMIm02RlTa7VyTOs0umOeqQ0WHSKzBfZmeVQRpLyWSJAakcaDjeQIrQmnvyOc5b6OI5XX+vHBsd/7yuIZT1LnLT6fyNZz50PwbnDuaonsPe/fEydOaEKqvF/dyh9z9Uda/9f/9X/VF7/4xSai2Wp5z6g59/cn//gf/+O8LtdufpWEcPV4zY0oWqxxE3MfJNbk0eTMRMw3hPwxW6o1OzvrRP7F2h/+4R9urtm//Jf/cnNz1nNzpQmd/2WKyeDy8rKLGjGh9Gu+r7+mgCfPjaQ5XO5rdKLHhXfffbcOHTqkJ598Uv5+6qS9yeRjjz2mP/fn/lwzV5+7vftbj8Xnxs/pxz/+8ebGlnU888wzXG5Vg0u73dZTTz0l6/LcHnjgATfndXegCSZNwds82dbJeoQwxjSEN9IQxvm36Z6KEwIJgYTA+wqBa95jqcYuGc+heYML5IbDvvAUJd6Q9x48pIc+9Rl9/Hu+T3tuvIXFg1Th/bUaMiDhX6vDG6WdQs0t6MaHHtJHvu836UG/CW2bhzhUqnAMhUOogjfs6QXNEc25/f4P6ePf+Ul97OOf0kc+9indct8Dmtl/vYTjW0Mrhiro24K0Ro3zmTS7oD133aO7v/Mz+vCnv1sf+/TnlE/PKCeKJMhVyWpUiO2ucD6V5xJvSrc/8KDu+8R36iPf+3166LOf0Xd+//fpgY9/TJ8jffjTn9VHPvFpffJ7vl8Pf9f36hOf+1498NBHFCEy65CdUWypLjp6+Hv/Nd3/me/RnlvukCAOgzprCMHIAJSlPNbtzOGjn/2c7vf/c4Sw1Iryw+Qt1lLGSVSgNOM5k0xMWzP60Cc/q4999/fr07/5B3UvWDxM/uPf85v1ie/+Pj34kYf1wHd8XA9/8rv0ue/9zfrYJz+tAxCkHBsa/V4HnO5tew/oHt7QP/1dn9NnP/dduhkCxbu+QggKkM4gKYTQiGLAYcdpn5nTh7/z03oQm2+48x4FE41KVEeE9gqkzmM1eyEgMZBv9EhijjtvvE0PffcP6CPf9X3asfc6OTDWZzMMma15WwVB7yzsktqzUt1SPrdTe2+8VXc98B16+LPfo3s/8knd+4nPaN89H1a+6zqVnTn16NNTrtpzY8w1IroxVprKSixaRc9AGeRzbmZKu6+jD+tTY5eKnGg81UGK7Uyx25ZaY/Jnorbvzrt090c+oo9+6tN6+NOf0MOf+k7dcv+DmtnHvsunpKxQ1ppW4KaJ13fEZgpT85IJDTdB9kEs7/vYx/UJ5vodrNNd9z2kmx5kr+zYK2GvIv29LiFTzfzVmiJqJ8jm9bqFtg984rP69G/61/TwZ75L+6+/UXVFr/Yc11Chuqbv1Kz23XwrmHxCH/ks+5v9eO9HP6Gb7/+wugcOSjFncpmqrKsYp7k+wAhE7JhhQHOgkrHJxiBlUdOzs9q5a48CfS8vL4mLXHRWSYSQVspnZrSTCG53embzI73H9PiXH9OjX/w1feXFF7Wyuq79jG0C6PZtnMjg65k15mVAIYvoyxoJWY6JRZOvsMISQnA3D6ksC7JZVDVpC10115ht6k7P6q5779UnP/MZ3f/gg9q2YweYVMohreLhy8xCtjlizNEJFtjhXREww0OFkVQNEYCoQSiy9xlYFcR6ZWlFebutHfv2SmA98HdVwa9RmJ7eFQRMYjxwjCwgGZ/nft0m/+bD5SZtvmnhr0a4vs9NC6e+WeG+jtj53KRootPnk75Ofe62JpX+PqQ/rur/Ffln/+yflT/+6XqTzb/9t/+2utz08L8HMQH09y3/9J/+0/p9v+/3NRF/n2+99jzekBskvkZc7rEm9lmnyaXTf//f//d19uxZ/fiP/7j8b0euv/56mey5vett25/8k39Sn/70p/Xf/Xf/nfzrtn/jb/wNWb7/+79fJpomnYcOHeIa4Y2FThMC53EtFLHtuS6d2RSTUtu4eapWq6W/8lf+ihxN/QN/4A/od//u362/+Bf/on7bb/ttMh4uN7E13u7jvp6P9Wzfvt1FMnbO/NiP/VhDXv+tf+vf0u/4Hb9Dtt/z/Nf/9X9d/rcoP/3TPy3jYvLqcbcS/Mla+hMI1uU1NlbGxHm3DSE0n9CYYGRybXvcPklCICGQEPggIDB+l7zGZ4pv1szAkwl20HxmP9FeXMabFo64IBfCyVPMFEJUVFCkDe8Dqnkq3SbDIc7a4p0OpzhILg+VKhpWIZMgb3I766KujplMSEzq5H7RfXNZVx3pLh4B55F2I5zcyo6I22UtNbogJkKv33LLIDn1XCZphZ1lQdsWenlzlaUg3wi2oq/ClpHtgiyIvOdYMZ7LLUPKh65vxiokSGJNvpad/ag6BjVkBztEP9ujgPHOW+RHJVoh5G0ciZoz+mfYB4FQjl1N2lGDRTNPylrTUqsrdRCn2J7lLQXwCJ5bxKZmXXJUMq7tQIJtCEFf8+H6ZnzGsQ7mJvq5F5pkGfe/YnRzGurY/KbNeN7u2x6vI/1LMCzRUSGl89w4qCzB7Voaz60Dbs57rswrn5Fy5pl1VIaOKpEqUzMqazQ9TV+i5UEj1USnN86fwfnoQ/hpOTuvwM2BUq5FIDAlVo4lyPOR18HzuyLohvyoEeOH/oz1ZJ2rxubIns3k77aOQKFmvZv9Bu7KbXMB/thv/JmzmjUoJGWbUmB7xjwyjVjHEXpr5jYm0Izl9lmUWKeqznAaWxqhZ0D5gLG850rOa85F30YoF2tVcT7Exgq7dOVRXcmNM+huMkFlLbWnuuqPho1zWBKhVIZdTsFKo1KzO3brtjvu0g0Hb5bYh0uOwHJBzRMxv/Oue7V3/wEFSDcTUhWiAuPzpMy4YsebR2+G/gaf6hgkdFqfrC9ECZ0iH0ImNgrnHMyDg8ybD7en2aSSNEMoaRoO/G+GhiP1Vtbk7zWPmHv0Daq8rZavp6ZVenqvImCCYwJmknX+/HmFEOTvDE4ISZsbCCZvviHiyOHJkycb8tbitd6kxOTLZOzGG29sImv+qKj3gfWaOP3Nv/k39Xt/7++VyY5/fdaE02MZD/9gz5e+9CX9oT/0h5qPmJqAvvzyy/r3/r1/T3/pL/0lmaxal9uaNJkMHYIE2g6XmSyZrMU43qMmUC7390P9sVnb/vDDD8vkOGNfus5zdXsTOv/rFcsMN4VMhv/BP/gH+q2/9bfqn/yTf9KQXs9tMr7nP9E5+aitx/c8nZr03csNnQsXLvB6U3uoRj75yU82pPYP/sE/2Lw++F+2+CPDf+yP/TF57ibwHt+kzx+P9RjGxR/19Q8bTeb6m37Tb7mQEm4AABAASURBVNLf+lt/S3/kj/yRZj6/+Iu/2ERO/+E//If6C3/hL8j/zsUDhhCa/zPqSK2J9q5du2SbXNfxdUnG6+I1M+G1GCeKZWycWkIITr6upAYJgYRAQuD9gsD4neQanU3dvGZ7CpY3JjEux2VzPc5l5TdMnPUaslhzLhzBqKAQJA4kNI5o1TjIuURbUVnjTNoZLXEgh5SNqC+zlkrSOkRVOOjBJDN2KWurIprR6KBOYaJ7nFboG3l82oyd/q7sxFe0LWkrHh6LBL3YTsbjivEq94Ms1IjyQoKs1XmuCikZvyEUdugjDi5SWbJMFU5/RXkJabAjLkiD3J46ZUGRdsGGMk+FKHEu5ib6OV+HCPGgXFKoJU1CNLXLLJmMaYVNlcdopCuZeE7ETjERTEUITsgbfY0q1DlVNN6QmGbMlmrWprElBFpsPYyOZbPM1RbGlgWcFMc2NS2svC6Z3ZY+VNRyBRkftde9xdqNpWL+lccXONJTyMhrT5lxLpmD8TRpCh7T6+G5FVMSUpJ3XU0/m1ZKOEd9aZq5+39UEhKse73mx4VMutZZh+62Hcq4oeC1HlQjNd/jcz+kYuzamIFN7bEz8GMvVBn2YVPNuSx5W66vWbsqsGYMXtNfpLZhSL50e+pFf2GnctbJ0uDmNbBOUsakOShl7J/WWBh7SDvPv4w5ZNaSqVkrBvIYI9ZrhK0Dxh/EDALaBtc2bduq6WtbK/Ze2ayRR5DN01s9vGL1ph1Zq6MdO3fJztzK6mrjWLtPG4dc1sW8BAahO6N9N9yo++7/kB762Mf0IJHgez70Ie2EbLamuCFQB/UHVfNRYExWzd9gOJAf0U9vkkAjy5uK1RgdpDdScIjGzkJF3BTwqJGmnd7qUTWFdrrr2vvQe4UiFzN2zd6tVarICwn9/vhuOarVnZtXe2aehozn620TJwrS8R5EwOsb2adzc3MyOTF58fcKHRnMuI5NFE3gTBb98U1/TNTl7mMJIehHfuRH9BM/8RP6U3/qT8kfaZ2BwDlyaYLoH875M3/mz+jv/b2/J0csf8/v+T3yWCY9IYTm/9L+0T/6R5vvW/r/YpqQ/fk//+ebH/+xbQsLCw1q/hi4P4L6T//pP5W/0xhCaD5mOvKNnaYF25B5OPtbfstvkb83aZLqyKntcLnF41pMFE3uftfv+l2yTv/A0K/8yq/oR3/0R5v/x+m2JrOzs7PO6rOf/ax+5md+Rv5up/FwoUl5G0Lu9Gd/9mf1cz/3czJZDyG4+srHiP0Lue7nf//iORrLP/En/oRuuOEGzc/PyziaAJog/v2///cbPf6fmx7bpN62WqE/GuwI8P/+v//vzfdb/VHdH/iBH5BJdQih+Wiw18b93NYftf27f/fvNr/S6zlPyPPCwoIcwT18+LCMgfsYa4+R5JpGIBmfEEgIfAsIvJWv9S2oe3e64q9tDlyRWmpSHDicsZI39ToWalI7p0hAxBtIRisD4LevYJKBw1zHNxxIl4uHtVXKiRihh2iX9VXBPSNqIEs40sKRH/cNqqOa/5hh/RNBjWxZGTOc8FyCCNb0UR00edANi2ukoq3PAintGbNUSzU2VCYfiJhDhc1VQwAKdDISul0eqAvUaVNq0ooyhSCUK0hytkk1fpYdZc/JTgVSkw/0ad4o61pXHlfyEXuiAuMH8A2ktYkF+RonuclzbnsruW3WtHd3B6bwp7mTjFbPxX0a7K2PeQTbRN3XPaKUgz/jyFhaF13hdfI4je2NjornivFr0vExrpdK5ll6bFK3EogHZNxq/Fwp0Jca2ggJ4COwaYTxvY5VnqkEQ4YHbSnSNdKrhC+o7uvs8dd06bWjOnvsjM6dXVSc367urn3KulNoz6+MmAdxPhbbX6GpQqP3XyXIWzNH9k8EJ8Q4Vxnn2FPTk+48j/uLR41UyMi2oKumnayjwazFvslVMydRR7OrjsBZYOymPX0qxrN4n3vuIYCLB5BUV0EjRi7Zo40YU/ZtxT6vmr6FatrZFhJrpbWaGxnjcfQWD1BsFcpm57R9x06FEGTHtdzYUG7C6R6sewWRHPaGYjJqz27T3Pbd6swsgGlOtChwnySSMjrrFvPcvdRgW6oZXzwC1STf9BEC1lui0/GaCJwEziFQhkagUT3OcvYNHN6cNPOODao1WlvT4uVl5XlL2/fulWZmVRvIAD5vsW50Tcd7BAHvM5vij2I6NTkzqQwhNITJN1ImbUz6HM1bXFx0U9Y714QM+fuDkf1rUuMI3oQIOprpaOju3bsbcikebuNyss31Yv0LkCDrd5nJke2x+Ny6PK7zts2pxf08pvOWrRE6EzmT3hBC82NBrnMUMeP91kRyMob7WVzvMs93YsckYup6i/91i1MT2cm8PVeXmWj6x4psk+fmsazTdruNz93OZNDiOkc0XeY+buN5us7RYpdbj21tQ2pti8mny7dv394QVfcz2XWZxfN1e+vyuTE3qXXedngdJna7nW8MmOi63uK1d2oJ4Zt5QXCPJAmBhMDVCKSzaw0BeyzXms1X2/sWr9sT59FOnv2yCve2Uo4DikOII9goqNU4m5TgsnHCsxoZlwRp8yyQZrh9dlRhDzjPqjMFdDbCeUB3jYMdQhCHzxCZHuByi/6VgtSIc3XMUVFwjjC0P0JnmbRxOl4YUxb86EZD1AitJb2qTalJa9ddcTzdq5J78NQcPmsyW54a/bXorS0P+sZMsi7SAE40kdvKj6pU4+W6cNMhdnEIoWkTAiki+glsxnjnYB4bKWnlqFLNmehfo68momd1JXOY9Kudv0o8ytsJugMuOdgLbBgCG8dtgxUzzqSgYgXHY0eGD83aNy2bds5VjFqhYrRFOA8SQ2jyeCNfUWQhoc2EVHgdixprqAqwglBErVZ9+d+FvPzCEZ08egYnMtfUgRu147Z7VGJ3jYoIAy+C1Map9E6LlGWbg9VYVtNOjWQK4BvA2SLSiURJqKC1aDHOq3mYbtYNAiXPxoLEB+OLfRWafNMUY4xdrNR87LjhUVSERqJCCJtSy/8fMlRDBX8HONCBNuMjkiB1pC32YiO9xGljW6DWOHmMUHPyVQdrJFpxyHcn0O+Pvs3MzMkfOTx7+sy4R1lr2B9ge1BeQJ7RNeqP1Id8WkoWpbGKPZ1xE6TV6irP2/TNFEJO1HRKftiGN4vLrxZrerOwu7CxRn8dyJBu7eMyTNpatJm3HtdYYlPmDw9c2a7sm5qVce3K+opOnTolfwSw1e5qbucOqSjUJ9o53hNN9/T0HkWgtXljxGTFBM+kxsSrYl+bjJgE+SO1Nt/kxmJy6HO3a0OGnDc5Milye5M9kxeTwTkip663eI9M9Pp6cZk/0mkS5DoTOX+s1zbYHo/vuokut/e504m4zjp9nkEmnVpsmz+Saptss23xXE3SXG+y5TH8HUm3cb3FdZZer8cNx5GzV8RlbusxJ/P2XD3WpJHznrNt9xge223cz3P0eCaEIQQ5oul+IYSGQBo7r4Ft9Fgmvz53G8/N9hsbn7uNPyprPNzWqctcZ9I6Gc/ntsll7j+x29gYb9dbQgjyGOLhviHwekE+HQmBhEBC4H2BwDcwifgNtLlmmgSTGdzPrQbXuLh+WytJx7KlFo8ux8vLKLKINsIrDnVoCMn4h3IqlyrQpkYqzkLIcMbDWBT4UyPiEXAUbUesBrJkVQ/nf0R9SW2FaGxhLfk9J0jyOIE0sy2UR/I+J+GIzMrEzeKajHNqsVEi1dYH+ukfENHKNe7h9Io0dWoisNbscno1NtXorJmfpSIv5+u6wcLtVNVN4ieKIW7kXGSy4ZRTH5X7bYqYvSVgqyULUgbTKOiTwzoqOtSI04o+QmrOv5HD7Ur0WkZ08DnJVUfNzCwTPCZOQ9OIQb0GJlURPZG2JntGeiwl1teI5HZBaubs9VWDb0WJhWTzcP+CooLzSJsR+6Fk0jPzC1qY36H9uw/q0E33aObALcp27NEoZorgat2tkMmpIBxew8Be9JzekNhoFRiJOktNDwsVzdG0qMkiEVIfmu+OlvQoNSYxoFEFTdZvXFraSjphODZ7nVkeWTKKAjVXHxWjVhJ2Cv1ZPaLtUAHSLPen8WRPR+yMzV6SrA+z6CsJAyI3HJpCTieH6y1ox95mNnKHeYjW/v37ZafODpsg5uKRE/XLWm2FvKNImhVdFa2O2p0Z2nYhmF30ZIhXRirB2iIQ8TiBJwuq5NTi/DcidGW2oZHa+gK9AjZbOOfs6sP1lGwm5AxDTX+EwgYmcDE2Y92lIhHZkMXmY5K79+1VJNpbKmtuEsA5mVejJj29RxEwUTRhsXkFNwomMonI5ayvv2foeu9rExUTJr9Oua3LTYraEM8MwmeS5TJH1CaR0Iku64kxygTIJNEEzG1DCM2PBDmy6I/1mqS53ETXRMptrd9lTk26XG6C5jLXew62Y1LmdiZZtsltLJ6LbXaE1XNxWxNft/F8XG7dbms7rcN6Xea2Pndb63WbSbl1+dzi69+pbXG9Cabn6z6OTHo8E9AQuKBoaGw8BlmZYFpCCNyzKeSxbK/7W6zPc/XcQwjNR6Dd3vOybdZhse3u6/F8bts9judoe1xme4y381vtdxuLdbouSUIgIZAQ+KAggHf0PpyqPVumVW3K2HkLOGcWyX4yVc1hBzOnoVN4EE4nkFQWqunot62JUKroMtdTjUKUqXEtXddEtHAfBdkUjrjKvjKiWxnnUQP8ZgZyPX15P2v6TnTYZNtg8RgZ42Ruh3OZMUJoJEdHNhYUBOpqFPgNLNjZh2CItMmTSkNqTSmaVmoGdDlRqcY+5zftaVoEtwiq8HxrxqPD+Gic4HFWzpPFPJ45TBrKkURaIxXgNkIVpRAZMpsHmslVY2GiEes4aSy4os8FW8duat2nqbjy5PYuta1DSm3WRDbVUuqjaeUMxcySOfrEbZ1GnmxHZBzTkgxXPkecZlifUR7o6W5el0CZ5yljaAHDgKC5sbrZQwwZiWBEFnVttKHQLnTzbbfr1tvv1v477te+2+/XcGa7loiBSy1lEJQczAV2op/8U7llNdZXYiD6JvaK0tC0xfJaCnrj4TxDKqAjYltkDxahVob9sRG3rUQDWV8jlI+JKAMxD3kPNTIcRy4Zw3OimSxNW9rVYCSIZiTv1BJcBj7RmLkf1tkeihQrCtzWurHL9o33oGS9PL/1wT6HNQJTS/5ul399045104e6AOEUMyzBzP/fsmJMS38w0upGD0usPtoEDbGBZhoSGTVZe+sBJSDb1FJJjQanZN/iYFaNKWJdRC9BsLX5cJ17Ot0s2kwoBZiA7orUhV/VZrO8Q1R25+4d8nf15vfvk9grJWNFCAhbROnx3kbApKOAaNpKE5/BYPy94RCCi7gOa5l8mJSYxJiobCVMbhRC0ITwWIfL3NaEx0TJeZe5zoTVJNekaFLv8UMIMpEyUfX7hdv7enK00OUVrxkus9gWn7ufddo+Ey9HLJ13m4mXqDCVAAAQAElEQVS43sTX407KTIo9vtvaPusPYRxlnBBG4+By63U/jzmxy+cWtw0hXMHH7S2j0aghj643wbSdJqC2w8TPfS0e25FQY+f5eIwQxrgbM4v7Wmyv9dmeEELzw0DWtRUv67Fez9XzNoH2uft63UIYz9Flnp/bOO+xnVqcNy7Oex5OkyQEEgIJgQ8CAvGanySeWkCaiTTOHm8oTeqSuOkMBruCzVSDn/1EH97tZWne6HBG68aRp6JG3I4k4MxaUyY1OjyWmodLXKPGQdXkgZ4mu0WHiYpb2hqnHr5p83WfIq5lQIQVYwlYkXEWkcx5fNdsi7Og5lFpQlgzziOOLQkHjQMJwqEIwanRYVEzSgMHDZxCoZhDTTkBMcpq0VRbH2HryVvko8usg3GETHAWZRNxG8vb63Ktxcq+WvwGHjBwi8o3NXLfrTKemzRuNlnPKynzFRLG1eRqkA5NGthNnoPF9jf/EgPsa4hUAONAvfywMiRADgJ7MQstTS3sUEbUjSepO6NBlWlUBvkvp13EWbFOmQnhUAm9VmWx9ajDcA7mKqwRPYVlQr/HDZo8vE4VDUsKaloGWm2VTCG80TpAABv97NtmXqK/wRQP0sC8yLFXhK6qSYMLGFdk2CU+o04+bfbdeL+P28pUL1RUIhLtKgXGkjFzSplLnTR2kAlIpKWQYX+EiqyR2J7S7v3Xq7uwjfORRsNSQzvwtZQVUXYcyYopNU7qVHf8kVmm0UCbxUxFnqlV5GCib8/DAyLGrmZtKrReST0w52EitCM7PowfYqwExm4jY+8MEqgLzL9fDlUwb+3eLU1NawMSPeRmgvcMAS+lx3sfgf7mvz4xYTPpscXeL1vTEFh0CkxUJkTGr20UaZI6PyErEzLjPR9CaH7B1rpNfBzFdFsTz4xN4v4mXyZMjm6G8MZYrrNYr8d2O9tpvbbbBMy6XGd9zk/EZa5fWFi48j84Xee5mag5bz3WabG+CclyP9vjMhM95z0n2+J+FhM+2++8x7Iut7OtHsP17uN622w7TDBdZ3F79wshKIQgE0PxcB/3Jdt8/9RtPY5tNIa2xzjaRuM16TeZvwm165xah+1xapm0cd5tnIYQeP0ZX/xb5zfBwm2SJAQSAgmB9zsC0S96fpG1+MXQL76WycTf7fqJHRObQghNkd94iizHD9up9dVlubQo2tzFxUFrdWmTKVehDtJGWjhv7aZUalTYu41BvAspZHFT1JwLvVeEftSiS8SipDzSJKOd2+SFFCRLkwQqXJ4xUt6R/L8Ri2kp6yhTG8mQiEbJfZpMlK6kIUiNZCQZxQFRI5lEXzX5QF7kAtKOuVqMGfJc8veFkFC01Iot5m7JSDNlWZDyTCoQ7I5ZoTwWyjb/oqwtCCgayWmfZZkskbaij7JccgNw45BNVXQZQhqQLETZGS4kUJdaNPK5y0PIpGihvfUhgXaUMBM1Eji3qDmLnL1ZKOIIiGs62NaOUQUnGWL1HsZiu4NyBbXQ1lKGRVnIlXluueTphCjqgkLIFGgr2k4kNPlIuTbbBEXmGBlTrGlofuW1UKAsk/+CFCWhXzGjX6a5Yh78uxS2pbkFaXZayjMtdLpaYP4FNQER47uPHA3xz+sXuVDQFGVR8r7zDwo5f6Wtx6BfVKYrjxgUbA+Rv9z7kLrAvMeSYZ4lXNHbZp+0qM9j0fSTQbENllYugS2HsihlISK5YshpW0ixrQCJju2u2mAxFdrqNpKryHIpD1I7E5tRyjKOTB6nyFrKuVazNtdIyIRCSVKQFK9Ixjl6OrNS84vH01JrTirAEpvFHs/bbRXtlppO9PORg32LPZ7FcTFJY4ZNcf6KBKFfUgxqJAQ16ZXzTLJtutJDNLhKAmfWa8nAJsZcMeQKYOk0I+/eaLpig/tIlFLndsbCH6VuWxe2qxOkbg5sbXV4zZjKZpR35iWTTvZMd2pWU7HNikk5fWjNczreLQSiLw4Gn5APfxzWRMPfH3QkjCpNTU05UcY1MMlP2k/6T9IWr99vrpv0sRLrdmpy5dTiPhaTI59PxNFL683zXIWv50nFZuo+rp/08/mknfv4PXazqVxnfZNzpy5z+mYJIWgyB9c5b73WZ70um6Qu87nF87Q9zlt87tRtTSi31jnv+gkebjeREIJCCM3pxMYQwpUy93FfN/DcQwjONhh5jZoTnjwGSbNuTifzD2Hc3mWWrX0cVXbZZFznbX8I4z7GwWUW2+E0SUIgIZAQ+FoITF57/L1wv55O3l/ebX72zY4f/WLoF0yLX2BDCFdemA3Au13vu72+G+k3b0/Oqe3ynUvfHT135qw++h0faWwOIWjnzt3ks0ZiyGTJKbdEUksIzDFuEZ9PZFJO39AI7aiLWyQEyuKmOH+VjMcOsVAjgbSRsS0xBGyiL2mIpG8lrtuUSPpmCYF+mzKpu0oXdrvcc7Y4HwJ94hbx+Wa72OSp+1pppH4iW9u5DD3N+JvlkfTNEgL9G9nEx30aGeMxaR/CpN3XTyd9JmkIb9Xnq8cL4a3auWzS9o0127oHQnAby6TdG+kVGyL1E2F+eSOb+rwncvpk4zkX6ItICPRphLpIfqs05eP2cTMfAm3Q+9a2uc6CritttuZd94ZYZ3xzu0j9VmnGo+xKulXfG3nredv9Zn1X+lvXZr83lUfaWEKYtNmCnfGzTOyNbvP2EtHxdhLCm/rFN52/uf5tziPllhAm/TfntWmj67ZKCG63tc2b1jajPo7LcnTE5rUDDLJNacrG9bHRRft3IA0h6Q3hG8PA0bAQxm0/97nPyd+N9C+k3nvvvQphXB5CSkNIGISQMAghYRBCwiCEhEEIXx+Dr/X+8m7zs292/Hj8+HFN5NixY9oqR48evVLnNlvrnP+NqPfHXCwmmE5NOifRWG0+fO6s7xia/RsE30n03dMQvv6ChpDahJAwCCFhEELCIISEQQgJgxC+PgZ+33H0ze85zjuyFUJw9ttJNpMuMA0hJBwSBmkPpD3wgdkDfiP5Wu8v5mUTMSfbKr8R/GwyttOtYzv/VuNH/x+piRw8eFBb5dChQ5rUOd1a5/xvRL0/8uKPvzg18BZHY00u/SZ/66236oknnmi+I+EfDvC/EDA5tfhHBPwx4SRV8z2ghEPCIe2BtAfSHvj27QF/1ePEiRPyd/ec/7mf+7nm10390cpf+IVfSK+71bcP6/fOvk1zSmuR9kDaA+/8HvB7ytd6fzEvm4g52Vb5jeBnk7Gdbh3b+bcaP5pBv5fFd4wdrTTRtJ2OWjq1hBB0+PDh5n9s+dwSwvgu6CTvNElCICGQEEgIJATeCQT8HjV5f7rxxht17ty55v+m+heV34nxks6EQEJgCwIpmxB4HyPwfnp/if44qj+mulX80dWJvNv1k31kpj/JO/XdFdvoO8k+t/2OaDrv73n6/2F5oXyeJCGQEEgIJAQSAt9uBCbvOX4/svj7m5Mf9PEPPHy7x0v6EgIJgYTAexmBZNu3D4Gv9/7ybvOzb3b86I+n+qOpW8URxYm82/Umkl6+uPlrgLbT5yEEJ81Hljxpn/hjt04tzocwbuPzJAmBhEBCICGQEPh2IuDfDLA+vz9Z/FUPE06X+73TdUkSAgmBhEBCICHwzSLg9xH38XuL5c3vL36PMSfaKhPu5jTLMm2tc97lE/mN7h99V3Yib44ieqKTOqfvRr1Bth0TmZyHEJqfavcdgAlottHk0x+79cL4V2xtc5K6+Y5rwiHhkPZA2gNpD3z79oDfwP1L6n4f8nvU/Py8/GMJLvNP2Sesv31YJywTlmkPpD3wQdoDX+/9xZxnIsbF70FbZVLn9L1QD3+L4qmREL46IjipcxrCu1NvACdg+ceAfG4yaXJpsum8y0II8rnZu3iYeIYQvvYvWqX6hE/aA2kPpD2Q9sCvYw/wNtP8z0m/Pzrv/8PpT9c4bwkhvf+EkDAIIWEQQsIghIRBCAmDEL4xDPwe4ijn272/uHwiIQQ3v0omdU5DePfr41XWpZOEwLuMQBo+IZAQSAgkBBICCYGEQEIgIZAQeP8gkAjn+2ct00wSAt9uBJK+hEBCICGQEEgIJAQSAgmBhMC3hEAinN8SfKlzQiAhkBD4jUIgjZMQSAgkBBICCYGEQELg2kMgEc5rb82SxQmBhEBCICHwbiOQxk8IJAQSAgmBhEBC4BtCIBHObwim1CghkBBICCQEEgIJgfcqAsmuhEBCICGQEHjvIpAI53t3bZJlCYGEQEIgIZAQSAgkBK41BJK9CYGEQELgKgQS4bwKjnSSEEgIJAQSAgmBhEBCICGQEHi/IJDmkRB49xFIhPPdX4NkQUIgIZAQSAgkBBICCYGEQEIgIfB+R+ADOr9EOD+gC5+mnRBICCQEEgIJgYRAQiAhkBBICCQE3mkE3quE852ed9KfEEgIJAQSAgmBhEBCICGQEEgIJAQSAu8wAolwvsMAvz/Up1kkBBICCYGEQEIgIZAQSAgkBBICCYFvHoFEOL95zFKPhMC7i0AaPSGQEEgIJAQSAgmBhEBCICFwjSCQCOc1slDJzIRAQuC9iUCyKiGQEEgIJAQSAgmBhEBC4O0RSITz7bFJNQmBhEBCICFwbSGQrE0IJAQSAgmBhEBC4D2GQCKc77EFSeYkBBICCYGEQELg/YFAmkVCICGQEEgIJASkRDjTLkgIJAQSAgmBhEBCICHwfkcgzS8hkBBICLxLCCTC+S4Bn4ZNCCQEEgIJgYRAQiAhkBD4YCKQZp0Q+CAhkAjnB2m101wTAgmBhEBCICGQEEgIJAQSAgmBrQik/DuMQCKc7zDASX1CICGQEEgIJAQSAgmBhEBCICGQEPigIvDNEc4PKkpp3gmBhEBCICGQEEgIJAQSAgmBhEBCICHwTSOQCOc3Ddl7p0OyJCGQEEgIJAQSAgmBhEBCICGQEEgIvJcRSITzvbw6ybZrCYFka0IgIZAQSAgkBBICCYGEQEIgIfAmBBLhfBMg6TQhkBB4PyCQ5pAQSAgkBBICCYGEQEIgIfBeQCARzvfCKiQbEgIJgYTA+xmBNLeEQEIgIZAQSAgkBD6wCCTC+YFd+jTxhEBCICGQEPggIpDmnBBICCQEEgIJgd9IBBLh/I1EO42VEEgIJAQSAgmBhEBC4A0EUi4hkBBICLzvEUiE832/xGmCCYGEQEIgIZAQSAgkBBICXx+B1CIhkBB4JxBIhPOdQDXpTAgkBBICCYGEQEIgIZAQSAgkBH79CKSe7xsEEuF83yxlmkhCICGQEEgIJAQSAgmBhEBCICGQEPj2I/CtaEyE81tBL/VNCCQEEgIJgYRAQiAhkBBICCQEEgIJgbdFIBHOt4Xm11uR+iUEEgIJgYRAQiAhkBBICCQEEgIJgYSAEUiE0ygkef8ikGaWEEgIJAQSAgmBhEBCICGQEEgIvGsIJML5rkGfBk4IfPAQSDNOCCQEEgIJgYRAQiAhkBD4YCGQCOcHa73TbBMCCYGEwASBlCYEQkdK6wAAEABJREFUEgIJgYRAQiAhkBB4xxFIhPMdhzgNkBBICCQEEgIJga+HQKpPCCQEEgIJgYTA+xOBRDjfn+uaZpUQSAgkBBICCYGEwK8XgdQvIZAQSAgkBL5tCCTC+W2DMilKCCQEEgIJgYRAQiAhkBD4diOQ9CUEEgLXNgKJcF7b65esTwgkBBICCYGEQEIgIZAQSAj8RiGQxkkIfNMIvA8IZ8WkLSRXjtDk6uZ58uQ2m+KKtxJt1jepNGlSosIyOVdTP6KU9lcKfT6krE+/IVIhaoRCDtpu7UeJu5aUWTgdN3YhZZL1TcR9aeE6S1PvsSxu86Z6t7HQ5W0P10/E+mrr2SrWaXnDrCvN3X5TrpRdybj9eO7N2JNypxRMcCTrhiQeYyw1Ojebjet8MhFaOkvCMW4v2r+10OQbPKzzzfK1u36tsb92z3Htlv7GvGYN6750lbgMEdK08bpM+o21XP1MnSfR4OEazpv810sZluZNV1K5T02fRhhzMrbTrfuxqZ+0azq+e0823oIFTry/JuJzitVchD6ZCIVbspylIyGQEEgIJAQSAgmBhMC1iMC1YfM1TjhNbGrlhQlmpVbeUlWqkRJ/mKwGo6FGlQlgqdrpoK9qfV3VyrrKpQ2NNgZSjfs5caJpr5q2ON+o0HpZa6Oq1aMJtEAlf7Wd79GGyt6q6tEIQUe1Ro9FapeoXYMqDBFpiBElvrv8VKKhcluE1hWyXm/IMhj1VQ0hGAMaOy17mLVBi74Gww1hEnayqUor7Kmql7XRP0vBUCXzKof0s8FIw2FQ5T41c6vJVFjm1OcoVSOoEvbLdjWyQTmCTTUEqEJRhbfeNGMkRkBLSVeE+lJ99SjpV5WMg7CtqkaUlI04L+O71oM/19gs8Bxpo8EahfTTsE/fDY3qgYaMZxl5EUcAzhwYgr5Cda0h5cOSdmBVDjZU9taxF+uYX7PoW1PnrxLGQyXPVw6f9rG338yIMagBPmY8VmvzKuyo2UwWoa9mZsalZHVL1rLGFnnPIDW6KjoZY7bMWA+D9Pt9YDZ6lSr232hjTU2f3rK0cUEaIBvnpcUT0vIZabiILKteoRyc1V9TvTGZqxosGA5rpZoxhf2NYF+Tbp67riqHtPOsEPCrh+w970Xn6dsflbKUrF1jE/aJ/SRwrtexY2NRo7WLqm3raJ10lesHu3sb2DjRzRDvxgG260vLXMO9Zm8xM66lUkvs6TXPi63BFCVX9DgZgAHz9P7aYL+tV/1mjd4N09OYCYGEQEIgIZAQSAgkBD4oCFzjhPNrL1PEIS3yTCFWGkEMapzvEKNiu4V0lZHmrVwmEoI8aH1Fw/Vl/PsV9TdW1e+tKWaiP4SWQ80jKNhNzYKyopAqzjZJXcCJhRZRO4SW1IKrqg5qRM0Dh1cIZVJUjZShUo1U5FWzHDUNIS2iXQ11DZwqBsF5IBdqeJU8B/oULVeWymJUhj0+k/uTCXS0NOTH1kBGqiathblq2m22bfL0GR8utFSy7SNs8djwLnq7W01aSWGEhZXGLW23Rc3DZTW1zQloyUBAACpY2CjU9HeLca2Zgm30OK6rGLRSVGXjN5s4qdFTB8pjxphRgXZeXzJU17qSyg/sc/INSYW+UpX/IGFlheV0ZygBq0IASOwJgRQJ4o9UtA+hVgiBUWrkrQ9XhxDG5qFfkO3cawW5roY9LZ55XecOv6AjTz2qpx7/NT35pV/VS48/okuvH1VNvRxd9DiMB9NsBsnYD7bNvLGuAjxxqMq6GadpsPkU3C7LOKubNr1+DxUQL0owXAElvj4smW3iXFwO2ljRxtmTuow89/QTehybvvD5n9cTj3xRZ44f27QLPQNuJFjXuyhTs3PKOx3mVTU3l0r2RZ7nKvJMHAoT2wI5LxNpCEEhgAv4sNSTFilNCCQEEgIJgYRAQiAhkBB4BxCI74DO31CV+OI480EyWWPkYKdyM4UKKuCom6I4CBqj3cuRhCNfr1xW/xIRwiUiS8tEkjaI2mSlik6mdieo05KmilotiEGBjglQNfSkFs5qKKSYc+aaqBpHt8Jbr5GKUYVQRE+NJdC2EawJESopiJfQlCuqUEBfbSc4Q3e2qZOaCqlpX0ka8VQqSG5HeWzmTKFH8MTdrWY8mjRVnNcQTRO6mjaWishcxcilxu0UaWR9zEWNfZ4tQr7Cuorx3LauxRzptHkE6izCDvGoAnrI29Zxmc+p8HxCILN5YFhdh/EJfSrOK3TVjeSqaFpbaFEDBdUqObdU2FLRpwarymKbGVOUXREIqTyfTambehShg+5o3TxqcVopwtpaqmQp2B8FRN7wB9rXNXMmtQpFZ9Q8Aj0j9kqbc2zGz8Z17ki9T9zfaQYGIQSVRK69FuK8JOq5srKiV187pjPnzkGWRmp1phTyQkvLqzpx8qSOvX5SNdH4BnjYUwX5R4lVystWQY4j5XnRVswKym1PbPh9WdbszdCUVTYkZOp0p5V3ulIGqwxuK9VEM5sbJSaPJq3I0vmzevXIYZ08flQDbrq0W4Vmux2NBus68fpreuWlF7Ry9hSdS/RXyLt3DLF7QLR1RKQ81pVaQVyBzJ38iJsczTQz7ItUZAgFIQRlrFHkOSo9EgIJgYRAQiAhkBBICCQE3kkE3n/+ln1KECPBpaw06q9LONX4lqQj9S5f0uljr+nwkRf18kvP6YkvfUHPE1k6+pXHdeGlZ7V67CUNz52Q1pckkw8IZw49zFUKBcLH14iQX+mMhdIQAmPhxMOQAiQkQiANrEU8aqTE0a1w+isMGXFuN70mzWmb4yLnQTKJELpEu9oOchhrqINUIm4vn1ggH+tLRKKWLqvsr6HJ9qEZ0uTIG2ZQxkEY0Gpc1ohVxlKBdm5TM2gdW6htqSItA6lFpNhVuRFqAuPbXyfLDIL8l/FsTFx2tXiQzRIIQd3rw5MGyphTK6OOMTGfSUmhIT+FQrC24AJsIaVZLZqQNVZkJfJUklIJ4awReXLyg7JNW3UllUIIetsHpKRAMkQQ8UAagkcDR0ioo4bBRP6KiskYQYExIlIzvpdDzE3MQdToTY/IfCMLXDHpzPXoXGbdzkE0+4ORZuZ36Obb7tJdDz6k+x54UDccvFFVCDp+4nWdOnOOSDuRxIyeLEBZlmPtgQRbjVGtqK1p5GaBsMfb0+UVBkaIqfPjtlGYMu5TjRTqWoEbExoxztqyLp4/p+XFiwxQ6fbbbtGH7r9XD3z4w7rrttvUaeU6feqEzpzkGimHtHkXD2MAtkWnULfb5QZRW13Wow3BdtphzgrYFy1BzTVFPlAYFZWDi9IjIZAQSAgkBBICCYGEQELgHUUA9+sd1f8OK5+YP0knw+FAq5JwohuiiFMtIjWLRGWOvnZEx5DzF06rB1HLIZPD9cu6fPZ1HTvyvA4/+6Ree+lprXGuwSo6RrimZUO9ik31VZCqOqrGuY2hxlkPCsGS0baAkNmdzegj8hJNGUUa0MZiAuBIV6hraF2EctI+SnQei4kLbYNwkoV+8vjVsrIIkRBsob+8js3ndZ45rS1flKO2UinriNZFv4p50xUtZSPEvqguZRXBpDPUtGp6qaRhyQATqeiBRaJY1gfXUaR1hjh1nSXwFMHa0SWy5Pw8FtedP3lKZ0+f0uriZdVE+HKFBheUqaJBHSlBooXxY6O/oq6S+YA/bixVAmR6ktDHNslzNE5kakSI07FIta4WTsdHRY2FvWEcA4RcRMdEtHHj0nkNVhZpRxuPidiGarPEpR5HnkGdUxoVsNsiLzIlPsbtnFNjs9dafgRqMjKQxkuXLuns+Yvac+CA9lx/UO2de6TOtOLsAmXXa8fO3Yp5S6dPn9a6o5whKOQ5nZkX6+9MjFEbG30NuAHi77f2hgONIM22VyFeyYeYgUfGudQbjrTmGwBNIymHlAXffCgiKmttrK0Q1VzX3OysDl5/vaZ275Ha7HxwmtmxQzcePKRt8wsaciNhdWmZPu/ukbdzTxVQStWDvqqNDYX+QIG9JnCWSTm4l1mlMqvBYWxvRhJZs0D6njuSQQmBhEBCICGQEEgIJATeRwjEa34uOI2ybJkIvjFnI5xQvOoC13JjVReJyJw4elQXzp1SVQ+0Y8d23XDogO69/x7dddeduuWWm3T9gT2ane5ouLGuc6dP6uLRV2BjfXSZsFWKEJA8BNnRzxxxwuGXnf+qlCAxdmBjk0o55fbjGZ1+0pi4RNVCJc+RqGtOhChDp9vgFyu4kvq6ibaVkBXsh6qamHooS4g0GJUarq5q5cIFLZ89p+Eyjv8IO+1gQzIV6GtlkKqA/thIjT5LRTpCSimMFPG4mZL8qHnilGdRP5acghx7c5XQwSE2jpjMAHE6UlZbrLOSmnHGqeflqJm/83f+5DEtXTinwfqKYqNH8piRiXtOFrLor5FKETwjkeW6JuKmvoIxQByJdDvxMJ4owzJOyNRONqUinQjZNw7WZnxCLWRf4KMRc1m+pPMnj+rEK0d0lujdcHWJZrXMZ0vsrRmFHsxO5KjyUZMfM2afSQAZQnij3qVeA1ITf0EEQwgSUo1G8NsV9Xo97dp3naYXtqMsaLS2oXpYKczMatuu3dq+c5dWVte0AYHS5qNmc1dg7lPj1u225aix1ziPktcrgpXPAzjW7DPnLa7rFLm6nTZEkxJsqo0De1V+QNIuX15SfzTUwrZtmtu7X7ZbI8i/f/2qVWhm+zbNzMyoT2T28uXL7vWuSc2K9LmG1rlhMIAAR9DPmF/MMqkcqfKPM3mOXFzNd6WxtEQqhK7sZWeSJAS+NgKpNiGQEEgIJAQSAgmBbw2B+K11fy/09hQsW23BpbQjjeOtwYYWITunIT2rEIv5uWnddNMhHbr5EJGk/Qrbt6vAuZ8l0rT7plt13cGDmpqakiNQRw6/pJLIV7W+geNdC7ogj5SRC0jjjPvHhqp+4+CKSJMlQPwCBDCOehCyCrFtNU847hCYDKKTlwNlJYQKJ18DSA99/EuoNeUyCULCaAPiWkLCRo0O85foeeFEh8FQ9dqqSiJStX+tFadbTd8htpTYWwkOBKfkHIIqSMRYGAvdwj45RVeGZRMh65lpPE8px9aMOcaqhy7Ev2ZLJI0QF1GkPvXDRgRBtES3Z44REeS36i2rhmhqY1lhsMY8Bs18PBf4gZrBJDX90BGxM4AbrF+WnLJMQ7UgTzlEK0d/Tnv3830GZuqRrhJW33yiUe+mVwu16JBboFNLl7V6/qwucEPi/NmTTSR2RKTM9RXtajp71ehFbnwAmbwMWK3GDtByOwt8Us2DCdbjRhpBMF3WnNPAH611WdFqqzs9I2VtKRYKra5CuyNxV6HV6Wpmdk5Fu8Xc0Lypwzc7QqO7lNPAHl8mwr106YIE+QpgFdzDa0a+2U9gOALT1dVFttoa1o4UmP+QvWeb1ol4CvI8hHiumvQq19TcgtT8KJbkyGuYnpViLmUtFdhWcbdgZaNH5bt79NgvJpktcFII0p6FktkAABAASURBVNqatLLM3ukptjOMK9kHkE9VIOU8WFLqAxidJEkIJASuHQSSpQmBhEBCICFwDSIQr0Gbt5hs8y04mpTalRw7kaYHCIShXF7U8sVzEImL6hDiuf66/dp7803q7Nwm5YXUnpIynPysK03PqbN9j+Z27FV3Zk4xa2sZB9YfaRzhlNcmKJAoR08C5Ec49jIBM9GDMMIsJKJBGo5weIfkIapEmDIiqgGH15JBQnKf+99duO8Qp93EDwnW49QEFoIg1zFexrjBfUglCCPjtskXRHFaEJEWREEmu+RF/ybPOMLVbuxpCCd4NPXY1owzVPD4kBFhY4BFZWB4tVQKEJemHeRXJfOxXSar2OZ/CRKxI9BG2Cdc+oBE22i9yEIn10whdYmmtiFAUX0IT5+RsANMRPtgAc9o8oD+zNEqbhRkjBFsGyLGCOgLrGlET0YUV01/VG05vAe2nDbZ4OemopLoL2MDrgLHtcuX2BuXtba6DNw9bKuU5ZEeFeRsAIIlo5hy0pVSd7V4n5msUfR1jkoVc/OYldfJnd0jZOpMdZV3pqUMgJCsxR6M5BU0ggBmkM8u0U5BpIastXWEEDgN1iDP5eypk3r1ped09JWXtLJ4jvIRUK2p9sfFmUdRBDmyfPyVF/XsU4/ryIvPa2N9mXaVWkT/YyR+HXKJa8Hjl9iRd6fVmV2QYpshqYstDfoj9dfZe0VH2/Yc0Oy2HRpgI430bj1YTWVZpsjfkGjxySOH9fivfkGPf+HzOv/aa/JNEXl/srcDqyjEfWzveP3I1Ug6EgIJgYRAQuDXgUDqkhBICCQEvjEE4jfW7L3bqsKZhBU0Btqfl0oRQpMgJyLqtwKhWDx/Xm0c0xsOXKeFHTtoAtkxQcOhV2ip7sxJ3Xmpg8zt0vTOfcpntmttUOnY8VOKIYMYdBRMFiB0MTIGDv1o8aLOHXtZz3zpV/SFX/wX+hLO7otPP6Wzrx2RiKaKiJOI6jlSl0HuTJ4KiNfZ46/qsf/vn+rIr/2ydJnI1Pqali+c1TPPPKZf/cIv6Iu/8kt6+enH1SPyhpcvGIRMJCN9T752WF/6lz+nV174igoijVNZ0IlXX9GTn/+8fvlnf0bPP/k0Ux+qwaTOpBAhHwMtnzmjV599Vo/+8i/r8//8n+uRX/m8nn38yzry+CMSUUg1JLdPBFIyYQ7GFZsF8dPaZfUvntaFV1/SM4/8ih75/C/o2Sef1EvPPasLr78q9SEwJnBuz5xPnzimR3/lF/TI//czGq5eUj5c08alM/rKo7+qf/GPf1q/+ss/r0tnXpfCEPX0hYQyqCowO/vKYb30zON6+tFf02O/9gU98au/rMNPfllrZ06qwdPrOlhnLQbKIZ1BkkWbD+ct3thOy3KTUZho2kZIh0KliqjrElHNM2dO6dy5cyqKQnfddZduv/NOtdptAsD9pmxA9LkGzLEu+sFYopWjtt/vQ8gMtVtQMLGBxgGrIti7aKo7JYWgdrcrP3LGevChD+vB7/iIFHOKTDK9Vogi51GOMF538EZ9+KMP6/pDN6nojHWEGNWIGVOQ9uxY0PriZfbPeeWQKxZf3icZJF7DdWltSW1IZ868R/11tWKtlrFgnQL7eaSgojvHDDPF7qzufOAh3fPQw+pu3ytBNEN7mp65cuqKqXn5B6Zmdu7RbR96SB/6yMONrTx9W44aexpSvqlt8gNJk3LXWXy+2UStvMUMQnNa5DmLUaq3sa4e6+trRqx5ZJ9kTQvWiH3tS9/3XgaDUVOanhIC3yoCkz3p1DLR55uVk/x53ocmeaerq6vco7x6D/qTD35d8euO21isz9eCP5Hg87cSt3G9ZVLvsbfqmZRPUut03n0tzk/E15ntmOizXZO6jQ1uPE5OtqTuMzmd6J6cO53oWFxc1Js/jm9b3caYuK/t8fjOu9xiW9xuUubxLG7res91krcel7ne5c67rNfrOSuXO+PzSd7p1nPXT8RjT/InT57UxIZJmVPrdzqxwXnLhQsXnDR9Jno81kSaSp7cfyu2b8aIJo3dxmAyJ2PqfpMxl5aWmj3lNm4/aee8ZdlfvyHjcs+VbPMbAdbj/ESP8xPxr6lP8k4nc7f9Pn87meh0/WSsif6JfRM83GYi1j9p57zLnVqct3jsyVy8T4yb+7iNxW22ytZx3M7iMtvl/Na2tts6PMbW8msin4xMCLyHEYjvYdt+XabBB+iHY2n2SVRobWlRJZGzDpEb/5IlLEKCfFpKyqAV2lBbg9CmHKe+Na3W7A7N7tyvHfsOam7HHgWiOhJQxaCQZ6ohiGdff41o0dN6DRI2IhI3PT2tHId3eXFJx146AmF8SosvPS/1VnGChyrweAMkIMOp7lggeMXGqtbPn4FgPaEvf+lf6eyZE5rqdjTdLrR+6aKOEo26BAErL15QCVno+ztpkCV/LHi61dJgfV0bvMG0sG3H9gXt3rFTnS7lkKRyfQNSta5yrafTx0/o1ZcP6/zpMxDKWjPdLmmljeUlnTl+RGcOP6uVE0dV+ruLRC8D8xFkVibv2HkRu46+/LzO0kaQLP/655Axli5d0ksvPKsXvvK0VmmjAO7ABODMN2oWWwIRywpyHiCu00WunQuzmp+bYo0q1f0NCAN9Npa0Ap6Hn3taJ185oj4OSUZUMDqyydqtQOxff/WIzr38goYXzsgEPEBWA3hG6BDKIB1+vlpsSp4FOEepipsPZCQIh3prWrp4XufOntSly0sKRUu79+zT9l27pIbYZYoxV27JWir4C6iOkL2qquVgdh2lFmuAQmrE+G6hNz0q+c3MdJQGUqBNlkvojRClDBF3R2oFiVRC6VVC8ZVz599KKi3MdOVPj/Ygl+rjUDHXkr1VrixhZKbe0mUtckNDRLan2Ft5nkngGxiuZGxfMyXj1I2M7VNjZ0tlyBoZhUIj8hVpFWgTWpJTfWuPytfpm1SUAGxnwOK8MQwhyPhbQgjyI2JvxfoP2Scun5mb1tzcLJiXWoaEr3FtceFIEPFcJXu+liDbOd1ZAvl6ZfpWlSQh8I4g4K9neB9b+S5eX+zoP8nNuteIwPu70N6Ddpxd7jYZ701tbniFEHT06NHmR8NCCHL5RI94+LogkZ1tEwI7yUVRNO0mdR57/BrFtuc9x20srrf4unLfEIJCCM13yhd57V1bW2vObYd1uo3t9HhvJkEef+Ls+xp0G4vtdWrxPJxOdEzzXrlt2zYdO3bMxY1YjzPGxHbZBo8fQpDnbXtti+fker9ueDyLxzfRclkIwWoa+63TZe7vQuu2DmPtOpd1Oh1eL+rm0yzW5XOnJiKet/W63QsvvKCzZ886qwMHDlyFs8dwheflNISxDR7j4sWL2rlzZ7NOttvjnzp1Stbrcdze6+/52j77KCZj7muMXG973cb93WeCgdfKmHpc2+u2tt9lTt3e47ncGDmdm5tz0tjvNsbGOLuPKzyuxzfePrfYJqeTtZ+srXV67hbXbxWXeU6ep9tN9qExtV2eg9tP7PP8rN9ztf4QxhiGEHi/LZs1sm2T/WsbPRfrt622MYTQzMv9PYbxcTvxcJntMU6es/W4jTGgWq6zba53W4uxdl2ShMCvF4HU72oEcDmvLrjWzoLCGyab8EDIhBMqHEw7mkuLl1SPSohcV92paak1JcWx8zxSrh7Sx3EexBY9iDSFtuLMNu3Yf1AHbrpNe0iLVlcVxIdXPQmHtbd8UZdOH4OAvaZt89O66Zabdfe99+qOO+/VIaJRszMzGjVk8LLGkc4BVtYiuCTh/Haws1sNlPXWdeHMabXyQtcfukH33HeP7r77Tt1y4yHtmp9XiY413rAynPJ8ekptiMXuvbt12+2367obbtDs9Iym2h0d2LtPN9x5l+66/z7dwPht+mYQp8h8T7x+SmdPn9VgY6h9O3fr/rvv0YfuvU+33Hyzrtu/Ry0I5er5U1o+d1IZNmEoduKYQ9Z5pZed9jNELBcvnlPE7j27dzVz3Ld3v3bv3qO5mWkZ43PneDOGjCqL2rZzh+644zbdjT3bF+a1MDMF0ZzTTQev07333EXdHdqOntDKJbz/GkK6BJFcu3xRU0XUjddfp7tuv0N33XGnDh0a/ypqn2jAuRMntXThHEvblzRUSeQ0sNaRM0sgnYjPOQVv5uIoFw6X5+ao3wrk68yp4zp3+rTqPNfC7r3ac8NBZdt2STGT6KKIbXSIvIkFFFlI2AKlKvaA8xlkNoRAK3eoKKrIbxVUeVxqxkeQApax3ipaDNFmqNjMoFYkTz0aRJ6GeiMN5CdCf+rdnkKI9FALczNEMTMt+0d8fFOiyJVNdZWxNmIdl7kGfHNigfMdjvCbKEPqxL7yJwQqFJWbMv43ObnqkHE9RJVcG6VyvSFRtcfHnBppzKXvr/ewY2Jx/xCCYozKskwFzvPEGRCPEALPX334h7qqERbRbwpnatvunWpzo2NldVGn2LdD5u4bDKwEtw1MOitZVcik2PpqfakkIfDtRMB72xGuPq+Ndrx/5md+Rj/0Qz+k3//7f78effTRZqgQglq+JjkzQSFpHOA//If/sD71qU/ppZdeaqJWvi5cZ512mp22Iaezs7PN9eIyjxNCcLOGQDpT8xpUcr27f87rnVOL8+7rNhZfbwsLCzKBCSE0Nrivx3C9xf3s3JsY2Em33T4PYTymy22X21r++l//6/rsZz+rv/bX/pomOPjadt1/8p/8J838nnjiCU3IlQmC7TIh8Vwi1/WkvW3ZKtbhc9swz3ue7ff4Jg22yXZbl8mFdbmtbXOZ65x3medkXe7n1OXWaWxc9+qrr+p3/s7fqR/+4R+WbxS4jcnJL/7iLzbvZT/6oz/aYBVCaIjlRI/HMJ5u7zEtzu/fv7+ZryOlnt9kHNdZ3M7r5bzt87nnZmwczfRcJrq9X7zuttftQxivg/uFEHi/ql0s7z33d+oCj+vU2HqOzntOzht7pz73GrvO4n1hbKzHmPrceiw+d7nn7rzLvCYWr4XXxeUmiSGM95Zt8W9lWLfLvQc8D7f12MbAejw/542BsXCZz11u/bbXuk1aLdYXQpCxd52xcB/bax0ew32N44SUus7r4PoQQnPteD7WlSQhkBD49iAQvz1qfr1avvV+IfCiymtsharmX2hEXmBNOv25uXLYvHCYKPlFT+2u8Ggbh3nQONIFzmdQyKKqEDVSwLHOqC/U6s5oYcdeTc9vV9aeUuWPZjrqRxRp5dI5lUQu53FsD9xwQAvXHVAbMjeN7L7xFt1w8EZ1cQQcXb184bwEccQ8/HusxK5WDOoSacuIRA37Ax288ZBue+AB7bvxRnW28YbPnfC9O3cpDmqtLS5rfWVVvHNYhfJORxGnQO2WSnQMibhFCIaI7Ii+OURD6K9wMqSg9V5PrU5X+/dfpxtuvFk55DRD97a9e7Xv0EFdt2e76sEq41yUBj3GwUb6S6REy3wXen1ttblLeyP27Tl0oxauP6i9N9yoG+/F3GC5AAAQAElEQVS4W/uvux68pPNEO8+dv6AekdX29Iy6jKG5+WbOfnOIOA54Miq4s92emhWgauTvuhItPg/pXjx3Tu0sah8kdnbfAWV79qq794C233SzDkKit23bodFgiJ2L0sa6TKQqf4S3GV3Nw5t5Ii4IPJVgHD0XiKyI8K1AjE8dP6qVy+eV0fiGm25iLjcpbt8jxYwmIw0JX0byQVGhCqrAGa4NEZdySGaGBAqa/WbdGj/COLnq2dMOrMNVhc15JjaexBhfLYFyH5PU+TeEHX7lxG+m82Dj/e0379dff11r3InfYD3K5WWdeuU1+aN8EUMWaNfBOVXNnNg3/cGIbRU00fdWaYV9dSNq2gGHLPUVC761TJZlCuGt52nNrrftznuudni8n+xgjCDTUUF54Nk6uCa27VjQrv27ceBzXb50QaeOv6b1ixck9jJLphxFFc63CTYwNHOiKB0JgXcEAe/dffv2qc37ga9RO8SvvPKKfv7nf14/9mM/1hBJO7uTwU0AnF/gNf6LX/yijhw5It8ksqNtHa6zIzwYDGSn3FE3O+4u9/VhZ9pj+txOtVOX+zoK4e2vMzvfJgvW6+vL/SZ2Wad1mOyYGLjONrje16HPLW7jth7feZd5PkeJ1LqvI32TORiDZ599Vo888ogu8VrltpbJXP5/9u4D0LKrqhv42ueWV6ZmJpPeKyH03vwEUUSaCEgRERALigJ2sCCIShEVEKRYQHoXEQRRJAioCEgLNQHSe5nJ9Pdu+dbv3OzkgSGJpDCTnDdvzW5rr7322vvcu/5n7XMeGXTSjz5V/1JKC66V6/zYRl9Ef2X9fVaoA0qMW0oJ/bQhY5lH5A+99ctsaGML46/Om8fW7Qtf+EIAiG6A4jGO/m4G+I6sYxmHHLqJvhnPXPHrJ4qnH9kHZ6TUn72SB3SMSQ5dACV9rDF91LG3VJkstGHDhvysG7bz0reU0vo8H/jAB+LVr351nHXWWdgCH5m1r3VjW4CrZcj/tLF1ZttfAMyY9LVv8eMhx1h0q/YzZ/XmIV/rK2CtdiFYXzzsSi91HmvxPSVvjsaWNzaZ+rNH1cOa2lvkI/LsTaQf+5uba+hv/uZv4nOf+1wYl43pRp4xXGfmqM18kL1rTPMhq6POAp0Frh8LNNePmO+hlPyAzd8rFCjFl+okveN0KUej6KVDOhjMxaA/jCiDiHGJpaTxtJcxssj2iGyJXjOJSULOyJ/snY5oEyWddI51KSX67kCnx7rjsi2x+YLzohnvigP33xirNuwTMZyL5dE0lie9iP5irEqgurh6bfgicQdy+/YdMU6gOZk0qVeJXgqdT+rlKIcfmWBn46ZYXh7HZdt3JuBZjkh9e4trI9Kzn6auu7YvRSTYmqS24ybnkNG3pQRrS+kxJ0vsTGCdnkvkILGUMpczcrUjaZSgc/8EhAcdfkRsPPCACJG1bdtjdOklCaBznLl+bFy/KmL3zrgsnfMd27ZGColo0i1P2Tu3bm+dml72OzAB63yCwFi1JuXMx8SLlubXxvyqtbFx/4Nin/0ODC+bmaadJ5E6pq6TzVtjewLqXekcjVKf/CaPKP0YRxM7s7yUyrdffJsvjeWdu2LDmn1i3aYEfjn/NGbEtIlIiNCsWR+r12+IUpq4LGVuu3RLREacB0MrN4kSM0rmK35Lm0uLNdMU0USkjbZffH6c+c2vZ1T57DaS6m3FByQIHxgzgc9oaZw7oBe9QcotvfyCiujlmKlw2iv3UpPlBJtN7pXcAJFoNK09XjH+JCJ1+VbKqva3Sd4UkHOfJk2yl3sYk7at/jdrj2z/TjT9lrYSvYy+r973gNi46cCYpm3PPe/C+OrXvhFfOPkr8ZnPfT6+edoZsXP3qH3Jz+q1G6K1afI12U/kPvKnxExqafORmqXNIjKN/JlcTtGWWw2zGW9cDz+llCglNci9Spwve3sCKVdSzymQllKi1+vFoNePXtpj2J+LyDQXKXprVsXBRxzagk43BS5Ih+vSjGTH5twzCVATYedlshzLCTrzCsh+3W9ngRvPAhziffKmm/SDH/xgiJI1TdOCBFqsy0gdp1f+wASqa/IG0XA4VLyCgCD9Ocr7779/cNw14nNdVNCgr3rySymy+TUxasfy3eRaAlg1zCUg5mSToczRB5g455z3iy66KIyrDZUyk8fpV+bII9ctuepcr+o47kgdAjCPPvrodu6Oqv7gD/6g6paAa7oBZuZoTHNqG7/tP2OXUvKSngYwpBl/v5/fX1kwB2Ck2iOr2l86ypgzG8rjBWjkkTHpr5790AF5k7aU2bz1/f7v//445ZRT4gUveEGwNfBItvGRtSTLXJXlrb31Yltla8zu8lLjGZcca8EG9LIOeNSZtzy+Umb6kEdHbdJ3vvOd8fM///PtzUb2JJdMe0s/fGy1cl3Ygg7WG48x8K9ZsyboUcGhOnqYc+1P/ubNm3VpqdaTab3J1EAHKfvpY38o77fffrEpb7TLV7IGbEWuY8h0owfd8Vhb8pEyOxnLXsCzPm/aOCXwx3/8x210nV3IQFUPdrU/tJkPKmVmU3ue3I46C3QWuH4s0Fw/Yr53UkrJL5z8fOCvTgrn+HJvOAHNOEGGDy0RkGgd0mxLlmm6qUvRT3ARmUPLWUoYNBln1DDd0CnwGS102K1oeiXBZDoGjiZuv+zSKBntXL1qPsJbRBN8TQcLMelnOZ35WL1PbEoAtnrt+gxu7kqHfzlG4xKT7G+0HCaajDANUqe+SGA6zjtHkxisWhO9udXRKtbMxZrVCbQS1JXeMCIBwiS1nPTSuU6AC/A1C6uiv2pVlLlBpKiIQT+m6ThMkr+Zn0t9+rE2P8T9TceFDRsjMvKI+uvWR7NmbUS/F3OO6g5K9JqIaYLiFuhF/iQaOj8jlk1/GIOMkC7oW3oRy2nDMohd00FMklZt2C+OucUt47hb3iocTY3hYqo/TAgzCPo1g7koaZcymM0heoNs7yfuWQgANUeKSRq5FyW/1NZHrN0n0ggRZRCJZhMYRKarY/X6jTGcW0hnaXds3XJZxK7dEew5HVM8KfVq8zXNeoZO28bS7tiWkeazzzg9Lrn4whj0pnHw/ptivyMOi1hcjGnpt+szTt7B/KpoenM5aBOjXJNerxe9polSStZNLqdpzn0canLgmOa/9Hoym2Mnx1X91pZpNIlfSwDgKf6qWLOuSfrfv1WGlon/UlYqG5FrtP/Bh8bhRx8X/q7n6gTni+mo9gbzsV/eKDj0iGPi8COPjfV5YyNyrtO8mRDNfJS8sdBL3XM1ci7jvBFiTmiS5UlKn1HklVAq5bVxRT7rsnuryXX5j3NTndRSSrQ2T7vHt/00uQ7apKXMrF8mkbpmPssT6z3ox2DffWL/AzkwG6MkyNx68cVxyXnnRLihcrn+y8nrhEB2j+6ns8ANZQHOMtmcdHkRGk704Ycf3kb2/vzP/zzUc4I5v3hdD5xmTjonGmCo9ZVHWbuUTABNHrlG9HFNIXWIY63M2UellABYtXGuHRclS386Akyc+cFgEBUMiNbh1wYwcPr1pb8+2uheSgnXKVkVbMXlPxWMHHTQQS3P5dVXJHQji64qgZI6V2WkDakvpQTwpJ5OIo7sTXdEB3bESyd2kKcXGcCH8ape9MenDgGJ1gSfMfQxHhuYg0ilemCITODva1/7mqqgjwx9pNaPLgCWMgL6ASV5+hqbXZUR+1fdlK01ufjIU0cXKdlf+cpX8gb2chsZF5GlL6KbKDM+ZIxh3swQXdSHTPXGI5vd65zxWmft+rCf0zR0IZudADzt+pFpX9uHgKo+9hYdyManj31jDPKQ+Vgf7UiZXHYmj2xytLGJsjwyhrGsjfJ5550X1kbZmNbQHOTtMbqRYX9UfnuHHsorbaW851CnSWeBvdMCzd6p9pVal5LO5pXFmfPZesHj8AGjaTpNl5lnmSAqmkGUQQKi7Lc8GWXz7hjErqSEoGWUQDAZEwxWX7p1SrMqGRNsjWI8WoqS8uZ6EasWFrK6iW0Zbds57cXOrN+xK5nHTfrzq1OLforph2HHpRclgcw003FWTEbT/LLNtoxqjibpwidQm8ZcgrFeLO1aihiXGGdEdOv23Ymtxgm8SohabksHepxQYFfqCKTuSmC9KyO5AM8oR9uZoGtHptszgjNK7UZNLvFwENHrRxokayYR/SaDQcsx3XpZjHZua0H3mgSePvyjlMCb4mPzlu2ZH0RvLsHJ/Krs37Q6RYKVGCzGOGWPm2E0GeWMucXYmQPuSNqeTr0IZmS9KOau0SR2Lue4Sale7MgF2ZYD7EobXHThxe3zL2wyTjuYd0yaWCqDzA4j5lenDsMEp2tisLCmtRkgOE1ZaeCcj980fM65XEHqkizUdBRbLr0ozjr9tLg079Kvy5sExxx5ZOxzwH6RwmKScnamPqPSj5LAeJogjLTsPfvNQpO5JkoGVZdja4KWiy+5OLbt2BqTlN3usVyDac4ZRaZXUCo4TmDjSO4089OUMU5Z0mh6EaUJP7P/5b4zTXPNU+GWYdL+Hykx13GavQldWB0HHH5kHH7UsXHMcbeMW9769nH8LW+TNwNOjP0PPTzmEoQWa5g3RkbZZzyNtFZKzO65qnkrY5raTbMyhaXOuUGyPGmpl5woR0stZnVXzjGu809rwxVSOCAcCV/82qa5PqWUKKW0XMqcEhFp65eGiGyMkvsxL+CInNNw3do45NCD44D9NsV496648KxzYscFF0du4Oj1kiEj35O2Y3Q/nQVuMAtwlglfkzeA5Ifp4JdS4od+6Ifi6U9/ehvlc/QRD+fX3l+XUU5OsjzHWL12+76UIhuOo37sYx+LW9/61vEDP/AD8bjHPS6e8YxnhKOUrh39Sil50yw/kNses/+AiVJmMnbs2BEf+chHwjOIj3jEI+JRj3pUPPaxj23Ln/70p9sOnPJ6HeL70R/90fjQhz4U7373u+P1r399POQhD2mfb/zVX/3Vtt7Y5tp2zv98pwAIwIxrOauCDo7ZGu/ud797eEZSPfBSeT772c/Ga1/72rj97W8fD3jAA+JJT3pSvPCFL4xPfOIT4dovpbRzk9fX87DPf/7z46d/+qfbZy3p9ZjHPKY9Sqmd3RufD1lgm14vP38zTy8gKLNttPIP/uAPQr8f+7Efi4c97GHxj//4jwFYlVKCDHyllPb00j/90z+1QPx3fud3whyBRe0vfvGLWxnWVWTup37qp9o5ON5qLclxxPNVr3pVO7973OMe7XO9bGhNybAHpNaolBLs8i//8i8hYmeNHvzgB7d7yJFk4A6vI79/+Id/GJ6NffOb3xwX5402oAkQNp/Pf/7z2IIdgGLHuh/96Ee39vrZn/3ZoOef/dmftUeHMZZSAtgG0u51r3vFD//wD4d98b73va/dIw9/+MPbtTeeSK8+n811e+UrXxnPetazQp+nPOUp8fGPf1xTVPts3769XTuVr3nNa9q53+IWt4g7c9BDmgAAEABJREFU3OEObVRW1F8bYi+pSDjQaX3tkze84Q3tPO1//ez90047DWsAmr/1W78Vt7nNbeKkk04Kx6Gt6aGHHhrs8KUvfanlsw9kyPJMNR7t6K/+6q80ddRZ4Jot0HFcaws015pzj2ScOb+l6paO9LTN5wd0Oqm+oKfpPE8TfE097wcM5Iz7pdeCrOX0upeSb5SlkpCzl6CjX5poSkmaZm3EcNCEn2kCzeWlXe0H/9zcINYsronI6FhkxG73OGIpcsxkXU6gGBk5jLl+LI92R69XopSkBDJNM8h8P6NbEeMEK54B7K1ZSDA1F6MyjW0JHHekrsPVKXvNYn4o74il3ZdllGZX9Ev2SX2BrQjgqIlpordezqnf60XMDXOsYZTeMN3oJvtM2qPC82WcHZdi5+bz47SvfzlO/vxn4kuf+0Kc/IWvpNPylTjt9DPj4ss2h6BX6Zlp8qcuzaAXo9RxkqB8MBxG0CkjZqNknKaNKrhcWk7+tNRSAsjoD2LYn4t+mYvRJBUu/Qh90h7L0UQ0vdRvEL0Ek2mIhDHTWFreHq34VQuZzkf0FiOGq2OSAHZX9PNWQMQ0/42Xd0aTwH6QcnqliUlSULhMKB3Tgq+JabbPKiaRixWxfVtsv/D8uPT8s2OSkc79vI32mGMj1m2M7Vt3xjIZOU4vdfNFPM55LC2NUq9p9Jp+ykhpuYfKeClix2WxMyOkWy46P/tumzk+MckbEOMZxSjCn21pKfknGYVNvafLu6Pk/plOllK75E0tU91omCTFfze/2bXt1mS0e8fOXbG8azki7TrJPdYM56NZtS6GCdDLYC730DjGCayTISI1mOba7B6Nc46TLJXoRYlv+clrIjdXzmUaicva1mKeaIpz4r/LST5piswfpS6tDVamWc8+KSNairTCjKIpab8Ul7LHu0ZxaUbWz8lo9Olf/1qOn7Yru7IxZV3ef7xreyxfcl7suvDsCH/6Ja+bKE2U/nyMc9dPlkvkRRX9jQfEfgccGE3OYHPeJLhsyyURk+Voer2w1qUkX0rufjsL3FAWmOTNKKANIDEGR9/RS47yb/zGb7SABcjxrKZ2zrJUPynAAcTJ27MLeZMTkODQ3+9+94sTTjghgA/AQrQUMHvve9+LvX0cwndgW/i2/4AIoPXe9753vPSlL22BxUMf+tAAvoAOwEXEc25urgVXxvaMnUgYUATcvf/97w8AFKAx9m//9m+3zr6hyB/ldamfMv3kzz///Ojl9SfyBowBS3V+AAkeYwBWwIXxRQcBPyAC6AU6yUQArZcOAe/PfOYzW5AFGAEXwDSwKsW7tLTUzmWc37HGUQf8SYFKABdYBFKs0WmnnRZAFXuWUtrPDGAp8odeyPpYq5V21s+biEUtjznmmPiHf/iHFvywU3ZtASyQ9uQnPzmAzZ/4iZ+Iww47rH2x0i/90i+F+eADrAAu9nnjG9/YAqyXvOQlLSAElI1x3/vetwWhAJ9onvk6onyrW92qPWqN/znPeU48OoElAEauvfimN72pBYvWko760Jt9X/7yl4d5mh9+a8d29PI8JGAMeAKodADYkHk++9nPbkG6dXFcuPKLjFt3e8I6s9kv/MIvBBtYXzIf+MAHxt///d+3wJd+xkb0Fblk4y9+8YvhenniE5/Y7tVH5I0S18wrXvGKeMc73oE9HH22bm4E0AFQZVeg0o0Zf/4Moznax0972tMCmPeCLnay9vbaU5/6VGwddRboLHA9WaC5nuRcnZgbrC1xUcR40jqrnPfS9NrnM/N7LpqMyg03bIhBb5oO9VJMd++I2L01OJzAwzQd7vnBILaNhgkWF5PmEyAOI6aDBAfT5N+dzuxSDBLQ7Ab6euMYrF0Vk3Rpt2dUMv2InFc/lnfvjIW51ZHfR5HYMlatSic2QVqMtsd4aUsMe6PYetkl7XHVbIkovegNh7FzsivGvRxjdGns3nFRLCQw8GXflNSh14vYen4szi/FwnB7LM4tRcnx16a+a+cWU9ZSzC80USY7Y7xlS6xKABFNPzXrZyRxHJMEZvsOB9HfvTt2f+Or8dUP/1N86b//LS467+sxWtqesrLveJjyN8ZBhx0ZiRJjlPKbxdQw9YrR1hiPtsXy0mUxSKQ7SsAUSzsjek00C3OxHE0sJxYbJ9F5spxgIEFlk3MYR6SNpsk6yMwkUlLsHvYTACWYnJ/L1pL2Ta5JZnuTnMcox7kkx9udGD15Mso7Hg9iy7gXFyVAG6W0HbsvjcF0d6wfjGJNf5q4b0v0EgCPUsY0xUzKKOdeQhR5VEpMMtocgHDOf/vZZ8TSeefEmgRARx9yUEb7johY2CeW5/eN6aYjotdfFdk9aTn6CbDtjaYX0RuUsAzeNpwLGbHlgthx5jfi/FNOTqBzQaxbtTZtM5+WKBF5YyFyM04zWvylT/1nfOLf3h/nfe3kiB05r+z3tc98Ij718X+Li88+LflHCW/HMclIdROzn5QQlWY1/td6JdV2qVopipS4uHZdDBYSqOce6CfIjIyWRxlEP0En4DXMtDdcSKF6RgwHvVgY9mJ+0EQv/5WUQU6UJkIkvD+YpaUXvbxp0E+NKzU5Rklq+XpNRK7PZMf2iATWrq0tZ38zPvexD8Wpn/5YTC4+M2LXxXHB10+Okz/5sfj6lz4b27ZcFLmBww2XnXkDYCeg2vRy/rmSCZp7ecNm9WAxlrdui2988TNx2TlfTtkXxniyJS5JWzphsLT5kjjj4x+Kcz7x4bj07K/H8mhnjPJGwc5RP0Ylb1YM9o2l6aqI4boYrt0Yc4urYuO+62LrlotjvH1LTHKdmrx5M83PjpxA99tZ4DpboJTSyiilRCmlzfuvaZro9/sBbHC2RYw4zsCEY6rAHceXgxv5c8ghh1zxvBnQxunfuHFjAKrZ3P56Nu+kk05qo0hve9vbWsDx2te+Nm8gnhwiY4CaaJZI4zC/a9pO+V8vP9CMldkg15tj8QOOb3/72wNg4+h7s+y7M4IpagjYiLbqQ19gTb3o3Vvf+tYWBNHhXe96VxtJohteIKWU0h4pnZ+fb48Pq69HeOVLKXlfaxrAFlBRdRVpAsBfm3MSwfvkJz8ZjqgCB4DBn/7pn+oeg/w+lAE0Tj/99KC352J///d/v31hDgDEboAwPutg3uxgXuo2b94sCYDFs34Pz6jdv//7v7eRPPOUJxNAKuXKda360oEsdmwF5X/HHXdc/h/Blv/8z/8cIpsAuT2g4XnPe177MihygbvnPve5Ldj88Ic/3AJmYBSfvSIFhn/t136tfU4VQBQdFcm2P0TjrIO3H+O9293u1kYfb3e727W2/77v+752XQE07fagGweixYCm6LIbDmwmsiiq+6IXvSiMgx/QNL+qu77W3joAcSKaxgICEUDn5gCQi0eE81Of+lR89KMfJe6KfWwM+4Zd3vKWtwS+P/qjP2rf3Awsi7jS1fFmY8tbA/vafmErNwfYkq6uGzdh2MpAd7nLXQKQBLLtAWBWFBToJBOPGwL2vLr3ZdSWzr/5m78Zf/u3fxvApuuD7njdNJKi5fR36ONmg3JHnQU6C1w7CzTXjm3P5kpf/woFp+k0T6MXkc5y5I8v9+XlpdidUZEWNI2XM2oyiWE6AsNsb5J/aRqRNz9jMsrMNCn5t6dTe9E5Z8f555yeYCjBVqN+d0YdEwIl2hQFiwQ0gx4TjjK7FLuSbbQ7+RKSxVyJtWvmYzzeEf3s27tcSR+awElJIDdJmBslwVqMIr96Uxu/xX+RCChKM4p+grKYLkWkXr107iPHblJWA0j3I9Yn0JjvDyMms36llBgADRkpiosvii1nnhHTrZfG+vleHLT/+jjq6MPihFveMm59q9vF0SfeNnrZd9qUWM4P0XFSpNxE2dFLUDI/N8jhRjl0zikBeiThmcY4+ZdimvYa794V2T27sMMkpzaNhCsxl/aNtE0/Aeqk38RyAqzISFxs3xUljW2+iekSSOTcyjjSHFHSMYvBXKRflPMvUQqu5eix0XhnjBPYjHbsSFwziYh+RNNvo2RK48yNs1Z+mmlEiVQ8dm2+NCa7t8fqfi/WZBQ15oaBZ8e0H2PP3kZEkxHMPuCTLYNUpFciEr/ErrRhP3VvRV12aUaJL4zVOacN69bGfEYRJ5MmprkeGZpNgHRZfPXLX2xfvnTAvhvigE3rU8hyfPNrX84bCltinzWrY93aNTnaJPuM007jzH93v6net3VssryS0jbscwWtbEvW/CWjUsTK9v+dL9leKdqf5CmZSdqeNzyaXubT/lvPPyfOPO3U2Ll1c8znPmrmkm/71rjwvDNjy8UXxFzeBFmdazDOvTDOKMNwOJe9oqXI/R1p/0hh8wmO16W9Nm1YG+ef9Y1Y2nxB9PIaWrN2MXq5jiWjxQvLu/JGy85YuixBZK5v5Bq6tqy9x4xHrofcn+TtzhsCu5d25F7bHb0co0m9+7nIrpPUkPIddRb4nljAcVgROQ65KBElgDVRnwMPPLCNNHH4AZpSSvt3OUWaPAPIicbfaz8wI0T1RKpKKa3jro2j7LoAHJQHl4M0YBQIcfRSlA0YK6W0UbFjjz02gERHRkVU9UOl5IWTGYDgiCOOyI+9YZQyqxNpFWEDYM4444zkiqh6tYWr+Y/jDghiAWBEQR2lvec979kCFN9NwK5oKjBNvwqc9fn1X//1eG2CU+3KTdO0+uPz/Q/cS+vc2aOUgrWN7CoDtSqsh7nIG1ceiNIXyPS5pU2ZDrWsrpJ6c7euXizE1qtWrWqbTznllBZ83fa2t22PxAI/ZAD1d7zjHdtIqMiv6DNAyTYn5c0F+psf2xNkfYAeETk2UW8e2sijuzxbyKurZS8xAs4BPfui2p6ewOP69evjtNNOC9HnYd6wsAeQMR/1qEe1R2XJEnm1D0UMgWPzBXAXFxfbfYRHJJ+tzIl+5KgXxaa/KKn9ro7NyLKHtQHjlb+UEq4B0cr73//+7fFbfRAdyDBXOqmrZO6ugVJKu1/Vm5MUUDX3+9znPmFcdcjaiBzLi9CyPT6y5M3H9WKeeDrqLNBZ4NpZoLl2bHsuV0kHcqV2peQXCUrXMppBrF63MUQURwkMlqGITBOxxDQd1mmWV6VvPp9eam+0IwYZMYyMqk12XBYXn3tGnP6Nr8RZp30zeZdyiIQpGTnspcV82LQf4AnAOMlzCTAXU4/F/iSjRimsjCJ2bI2lHGMyWc6IUkngSMQoJo5mTrMugY0Pr6z9lt9WdTWldY2jDIbpkOec0kFXPckxS7Y1SaXpZ0R3nDLHEQmkIznn+hm5SiG7M4pzboLN8y88r/2gdVfwoMMPj7VeHpRgMlogNc2o4iDBYT9KOufTpZyjs6lsV/oZWc1ZZX1JO7UIrCmJo5sYJuBck/qvSxpMc+yM6Ja0W5PUT3A8yPZ+2iOybWnHtjTpzoQ+KTsjajHfj9Vzg1hIQDJIfddl9G04WEgAO47d27dH3paNDE/FfE52n2epNBYAABAASURBVDJI8Lqc+SanNo3Jctov169petnaJAzqZzrNNFrKwpW/JbPZbcv2bbGU6zaYm4uFtWsikWICzElMRruilyCln2y9aZaB7YzkjpZ25VijSHwTkdHtAIJzHpwWDseqlLHvfpuiSeC6nP2muQ7TXJMzzz4rzjz73JhPx+LgQw6LGMzHJRdeEudffEkMEpw62jm3em3EtEl9RjFu7RwRsXf/LOZ8I+cXGS284OKLc26T2P/AjCQffEjaYBhfP+302LptR8zljZE15t8bhqlPrM/lU59Kc10lFrJZGIYjVJyLCy+4IC5NG0ZMY5B7MqLEKMea5ro0udedQJjPOxf93jgWeqMY5JrMZaR6Mety06UOTfQSzI4ymlpSRtj3vcimSe7yaXQ/nQW+lxbgKDtO6LtAtAcAoI9jgtrkgRIp8jyaaJ7olCgOB7s65QCBiBcZIpT45/Jzr2maKGV2wfXzulGPgKsf+ZEfkQ2fbzKALmDAiV/2magyaTQaBbnr1q1rj/GuXZufZVlffz2Dd6c73amNzgITK/tWnqtKOe2bN28Oemr/cEb5RNEcbzRH49FfmzHYyFHkCuA8j+ezwjOxPi/oifCzB7s6ggx0qEPqer38EMiC1HFPUUOgFtjRL5ta0GT8+93vfi2ABSTpW9voRRZSV8lYq1evDoC5lJJfaXljLG+yagcirRlwzub46KDNOgKO1ghAs/6DvEEgeummwyMe8Yg2Uo5XfSmlff7SMVjzr3qQN05/gRw6Kmuzruaqv3U//vjjo47PZvYZXsBTvT2AF2ljc6C42qCuMXvZD0cddVTUPuTZL9bM2G5CqNNXxBHANxbZ2tXRWRkgZgf2wUNv7famaD8QS45++OmqXn96qkPGYycpOaXMroFhgmi6icSygX2D33V1WgJteTdUTjzxxPYZa/3VkVXKTIZyR50FOgv83yzQ/N/Y91TuSfgYQDSclJxWk18opR/rNm5Kf3h17Erg5EM7Q44RCZyGiSj6CfzmYxTz090xn1G0JsFSLG2P3Vs3x46MjG3fcmmCn92tw8pXNYgPXV8M43Rig5Oc1EugtaY/jTW9ElHGEeNdMU2gNR5n3wRl8/ODEKHppSNcAM4EOr3Lv/Ci9KKUEiWiBTml+sA5h0m2Nb1+NvQijJc85XIGM17OsXdntGg55cXScoyWdsY0oz/JHKMEu5dtuyx7RKxJJ2Gw334ReedxvDO//LZuTXC3JSIjuYDCXDOIflJJMBSTHG/3JNvGsTC/JjFX2tKfewFGU8uSQFKEaT6BdD9t18s5L22+OC654Nw03dYEo5PoJeCMnHukbk3ylQTDkyTlSPAWCVB7WS6Zzs+vikF/VSztHsfObRkiTmAQKXc+2+ZaIJ9T0CfB5jTnOz+/mNNYHdGba4FHyUhlTEtqlnomq98WzKRe1tmzsaOYhnz00o7yacthfiEPUs+S4EUEuhlmW/bpZ136Z4Hm54cR7J2h682XbdEz9tm4IfoJnKY5ZpNrg7Zcti0u3bwl1q7fJ447/sTob9gQmy/ZHGclAN1v/4PigASga3MfRpM3ERKcWq5ebxB7/08TZTDMCO7OOPUbX4/zzr8wFhbXxEE5334C7gvOODtOP+PMWLth3zj2+BNyH66PyJsX/Zz7INcvr5Tol5SRyxN+Sv7XzGhOhHPTphikzbbnfl3ati0bZr9N9m9ybZZzL04cAV/ennJ3R9m9LaPgWzKCviPCdZaRzdwYufTT6OXaD3spPNc4mWOa+6tk/5nEK//vcp0FbmwLADSAohejOK44zs8mTjdwwpnm2HOuJ/n55xjg2gR7wBg98Tb5YQUMKXuBCkBzUkbFlOXx6K+MV4o49G9961vDMUIvovnxH//x9iVAjhkCCBx8fMjYvj/J8R2oDrAaJRCtY9NpKYEVvVeOg/c7ESe+ggSygVX61oiTOuMY47LLLmsBF3Chjn6Vz3Oajs4+8pGPDKCRHehTSmmjxKX4cIkgj27GNSd6kU0WwInUsZvU/IBh7fr0E7DXfuSUUtrPlljxg48dhglsEH9BisUaOy7smUyAppQSpcwI+HG8VbsIJ3uT5VgnHUVbyQDIpT7TpCLbdDGmMqKjdjK00VsKSGm39o77isA+/OEPb6OtopfGF6V2hBlfJeOvBO72JGCqnWzjlFIUW6K3OWvDK1Irr/H8888PwNc+JoOe7A5gi5SKvIvie04UP72RNbF+bjCoXznfxfRtlOmpDbGB60ffUma62VvayHFc2xFd+/7II48M1xwbO1kg6u95UboB//rYp7X/ynG0ddRZoLPANVsgPbBrZtqTOZqMaAS6XMkS/qVjX9KhbwaxuG7fiOFibN25K86/4MLYcdEFEbt3ZGQvYnUvHdEEmE06rU2CnMg0tm2O7Y7pZf38sIlDDtwUi8OUleApoolV6VDPJehZyi/ay7Zsidi1K2lH9Dm32SdGCZq2b40dO7fGYC7HX70QC6vE68ap2YwCCEsHeJzOdkQvIuWWbG1KZq/47YUXwIxLP9PkaZKyrX54TqYFVoz+YC7aD/J+k8B4HJFArkmgBpj2B00MFuaj9HKZU9/IO9Ylwdtw0I+5xYWIjNJdtjlB6XKJQfSjlxT5f3aPmA5jfUaHJ+MmRrvGsX3z1ojtOTcgNe03MM+dl8Vk25Y46/TT4/RTTknTXRz9MpnpkdFC81y3dnUOM4zp0ij7b4tIp2GaoLdJOb2YxvK4ROkvpI5z4cs9JxCRoGAuwf9gvCN6QMHO7THOGwC+1Obm2HNNZKeYZN9piy6bAACj/gCJqMl5zc/FJOVtd6Qy14V9okxiMU0yN017JUhPQdkz87u2x47tl8VSjleMi3Ld/e3VHbt3hejmYJ+NrX47E9hPstdFl1wal6QNR5MmVq1eE2UwjF2bt2Vk89LYtmspDjvq2Ni46cCIrI/xNCWWvAGyEE0zGyFF7OW/TWzLa2v38iRWrVkbmzK6OZc2Gkc/578ca/bZNw4+9MhYt/8B0eTaLSXgnuZ+n+asvXCql2nekwlrEvWnyUw6dk06ERvWr8sbGTuj/durWR3Zd271YjQLC7E99+GyPbj1kojxzij9cQwH00wnESX3W65RXHpRLGXU2rXQz/0epeTenoYfw2RJtqM90wI3G60cixQN8lyal+I0TdO+HMZn4jCBSymljZQBWpzr6nSXMtvBpcxSbYy23WmRzJRS8rNxGmRk8Ypfz7qJFnpWzltEOfp3vvOd25fkeMPrqlWrWnBnfJ30p9NyfodUp9v3Dqo8gFl1+nv5/abfNRH+Uma6l1Ly63RXDAaDWL9+fdu1lJI3GBeDPkACp994dFizZk3L4/nGxzzmMe2bc/UD3oFoz+KV8q3zXzmePAGllPxYKN9iI/K1mR+gI1/Hq/18HwE19NVeia3Yia5uEAB3dNau7fDDDw9RWsdaAdDTMqrmeKc3tnqOUv5nfuZnAlDVB9CWsoHUHpDSCxiquhpPPap19Fe2H+hL1//8z/+Mxz/+8e1ai04Cvo6pPiIjqGznpTs1UqkvqmNbA+VSiqQlbeZbyqyOfpWPjqXM1tD+0YGe+O05EWrztefp5aVBygAne+BHdV9X26uz39hfnl3l67zVraSqTykzHUspAbi7KeHlQm70sD09Xve618W73vWu9uVOjvVaL7KA12u7r/F31Fmgs8C3WqD51uJeVkrgkN5jtM5q+pCzj5KIaNKNzS/saPoZbdo39tn/wJjLqNTmbdvjjLPOjAvOPjO2XXxhRjIviQZQHCVo9NKTrVti84XnxoUXnJNffDtiIb/o9z/44ChzcxGjdGLT2W0SvM6tWhPjZhAXXXxpjM9LAHvploi8+xwZHYsEK9suuTDOPv+82Lx9W6zduG/Mr1pMpSatWiWBkMjkOKNjk2YY05JLUHpRkiODrtHL9shxIucwjl7sTiAzniZPU5Kj/pYovblohguxI4Hd7ozWRK+Jwdww1qZT349p/luO5QS2iUtj666M+OxISnmNv6c56Mf2LZfE1rPPiG3bdgQsuDyOnEKJANQT5MZgGGs37JcmnItdGd0ErJYyige0Rs6zByX0pnHOmWfGheedH1u3bI5J3t1u1U9YlQpEmFXqXnJc+kV/EJH6lQTwc0lN04u5VfvEuk0HRC8BxMUp47Lzzo5IwB/jjFgxSK7JrksuiYsvvjh2p/zhwmL0E/CnASLYL+UbLi3EalF/pk0JFfPr1qTsudiRkdPzL7koJhfmeqUzNs2o5SjBZaLp2LXl4rj4m6fGV77wufjS5z8XZ595WuxmsxQ2TaDuC3KS67u4Nh2cxfkwN88Jpslinw2b4qijj4m73O3ucfwJt46F9RtjPun4W98+7n7P74+F1esi0oGKSUmrNWmC3EulCT+7di1L9mryRb523T5xzLHHx4m3vl3s6yht049+OoOHHn5U3DLr1m3Imz72VM671x9GXgntnIfplJbMoWjSJrmfRlkej/NamyZl3ZqUs7Rrd+wQ/Z4mT7b3V6+JhbVrY9rrx+Ytl+b+OyNG550VYT3zxkLkjYVp3gxazmv8rHPOzv09zps+62J+YVVE7rnIi6KUkruzpLTut7PA994CXvbyuMc9ro38eG6MRsDTrryhyaFXHg6H0ctrZvPmzXnf7jJV0e/323QhPz9lPHcHRHDmlefyu6vyKFfyMhzRLMcgvezljW98Yxvp9CIYkS4OviOGTV6Dtc/CwkIo+yxURxcpR1wKVKkzvry6ayIgqM4Pr+hlKSW/l/LmZFb47BVdNKbjrcYyH/plc2uvd77znQFoeNmOFwp5Y+2jH/3oEDmmL75SZtc6OcorCQhTBsqkiD19tslbg2p7ZfOTljKTWcosVVfJuGjDhg3tc6J01gY8ih7T96EPfWh4wRBAc8973jMckfZnYuTX5uebebPjpk2bwjqyFRl1bZUPOuigdk+oZzupOVoH+UrGr3XveMc7QgTcM8BAufX30iqRRc/OGoue7AE8kmH+5l3tbgy6aWOnJd/NuT+VgUmpqKaUfa0bfrzKZGkT1XVEFrnh4hlQz1Aqsx0d8Bm/lJI3D5faGy/qyGNjeTLNsZQr10Kb/WNM9sanrqb209lnn93a3ZFkx7i9ZMgznY6HexGROvyuK7YwN7KMpb6jzgKdBa69BWYe3LXn3zM5OacJPk3G5037kVN6EU0CnP5c7HPgoXHo0cfGQkZgPAtwdoLOMxNgnHHq1+Lic8+KreecE1vOPivOO/fsuOCC82Lbju0xzMjgvvvvHzGYi2gdXfKGWV6IffY7ONYm7VyaxllnnB0XnXNuLF90YWw///y4MGWcm6Dm0h07o1m1LtYkmMrQT9qttA5uSdA1ShC5VOZiuZfOd0mZiYyadMMLrmn+l7/jdNBH2bZzVBJ0ZsskK/0m8Ink78/Px+La9W3bJQnUzGH7pZfGrp1bUt9RDBJUrtlnfYxi2kZ3L0lQPEraceHFceHpZ8Spp55pWIkLAAAQAElEQVQSp3z91OjNLUZvOB+jnOPSeJKizTMpdUsvPTYdfGgM8m735su2xoUXX5RA/aLYnY780qUXxI7zz01wfkH2H8b+CerXrlkXYQFSv2jSESpNzCVAnPYGsXNpFDu27oxpyomduwOQC3xzq2LjgYfF+k37x7aMRJ1x1jczYnpqXJLrYpyzT/t6nH/uOS1gXFy/LtfygJjLeUfKnuqferdy2jSHj0hLRs46Mwk699l/U6zdd2NEfhlelMDVs5YX5Pqfb71PP222XmedHmed9o0496wzYutlCZxHgGAuRO6racJEX6bm1U+QLEoZKVd+V67FrrzjP8qbEaU/F9EfJtbZEaPdCZty35QExqWXdgjUi8g92eocs5/65Tcr7Z3/78519eU7lzdVBqLmzJZRzMibDIO162LVxv0iBguRZsw16aUJ+jHBk9PtNRH5m7n8LSWi1wsVI3afpg3zhsNC7vPp8ihvZuSatHKzR3+Q19W+semQA2PX7t1x1llnxVe+8qX4xle/HKd99Svx9aSvnfKVOOXUU+PSrVujl+uw8aCDZ7oM53OwJnVoUqWSOmWx++0s8D20wFI664Z/5CMf2f69Ri/r+eu//uv2OWb1ri/pYDCII444IjjyX/3qV1Xlx5rvj8iPpxJ+RIzwcdqVOcdSAIHjLc9pPi2jar4L/fmR+oIUDvxll13WgjiOPjDaNHm96ZRUSl4v02kAYFlsf8mvQIZMYx988MFBZ+O0TNfwn5tKlcWxRro6cqkOUAE2qh6783qnozbkJUOed/XCGn9mo4IxcxP908+89MNfdaV3BT2AvXHIBSzw6QfQyTsCal7WiW7qEFC6kk8dueysvpTSPhurDvDRDmCZj+OayniliM2MCWiycbWLtZybm2vf1IuvAvTFxUXFcARWtM6YKsjEb1ykTlm7NfH2WGN4K6+10m5ebASA+bMg5muc2l8b27Fl5bcP5emtv3kps6s8GYjd1OORiqACk45e09U8ydBmDCk70JcOytrJRZWnytNOzspUmz7mS4eqNx6kjV3Zua6NMc1JWymlvemhP35gng2Nc1Xj4+mos0Bngau3wJXfJlfPt8e2pu96lbpNeK5RYmdGNWNxTexz8GGxcf+DoklQ4EPl0oxCXpjg8mtf+Wr48j7lG1+Pc849NxwP7M8vxL4HHBQHHX18jNOhHo0yYtgkoEiQGOk8L246OIHPIdHMrY7NW7bF+edfGKd9/bTwZf+1BHKXJKhatXH/OO52d4j+mn0ihqvSuWXqQXCql0ovdmV0bnezEOPST/1LahoJS6aZnyRFjKMXoqBeersMTKUTHgmlxuN0vJOjSaA2t3pdLK7fJ7Zs3xlfynl8+pOfiq+c/MXYnJG84bq1cfDxx0Z6JLEjHZrzLro0Tj3lm3HyF76UYPPrsSMjfOs37BOL69ZFs7g6llOPpYzCRX7QTqJEpGORw8QhRx4dqzdsjB0JqrwA57SMDn/t1K/GV770+fjsZ/8ndmaUbsOGA+Owo46JNftuisi5xTT7N03KaOLAQ4/K6a+PCy/ZFid/9dT43Oe/FF859Rtx0UWXxHgUsbQr44Rr1sfGQw6NhQ3rcpylOOf8sxMsfDm+dPJn48wEgRdnFGuaztbaAw6MkhG0Yd79HecQo9RxmsCzTLIQQevwU4IdM5fV8/vuG2szyjzIyO62peW8oXBR+6ZHgPPsM05Pm3y1BbS+SLyy/9hjj4nDDjss5uaHqduOKKWwepRekyZJucBoAqNertbOdH4GqdeulDseT2OQYGZVgqzeIJ3AXLPl5UnEIAGOcn+QMvoZdZ622qWkXJpeKrl3/87NDSKNlLYpGfwex3LetCg51+jlvk4bjNI2kWsU6nJv5DYKP8V/lRijZE0C+UmaZFImYQtpntMvEeo05Y5yr+3ImxWcIM/Jbjrs0Nxfh8ZwcVXu591xSd5wufjiS9PJ2xyXZUR0x9I4xnndLuyzMVbvf1gs7rMpojcf49zrItR0NUZHnQW+lxbw2cOh5/z7u4TAnignUMDBtt8vuOCCVkVRoOFwmJ/hp7afYyrxScnw/B95gJu6Xn5WSTng1ekGxoCoJj+jj0gAq913YimlPUY7yM805eqIk4cHcED0I0NddcjJ++xnP9uCUYBCGznSayJ8ZOLz2Ws8IGpXRneBgLm5/O7NRpFBR2X9eQvjZVX7FttSSgvEldlic0aAgZiDMvpXSmmjYmyjvX95RNg8lBHwA1DgOS2BOBnq67jGwl/tpw04ZT88VXd6l1KilBLWjO7mZg1Wr16tW4ho6uNPrjjWrK3Kxe9lOu9+97vbP8uiA30deSW7glRrye7k4Bel9Gc9zFsfuupX5apD6uhDd2X2IZed61yAb/lSCpb2OLMMvlJKe7ND2b5cm9/D8troXu0mr56OUu1sW0ppbSNia30ATsdn8awk/tjf/d3ftX8bU7150LnKpZ/6lWQsfGyjvqbmS9da1lap2tVznI49u4EggktXNyve+973hudcybZO+pmLlC2/Xab6jjoLdBb4zhZovnPT3tHSYo384rxC23ReE4e0DvA0QWd/flVkOCM4mgcecVTc9g53iONvcYs4YNN+sS6/BPrDuejPL8baDfvGfoceHkedcGLc8ra3jwP9fcppL3qr9on+wvoog8WIBJsxl2nSmgMPjxO+7z4ZATwyVq3dGDszClP6/VizYVMcfNSxcWzKGG48OGJubSQUSRrGKJXckQiyzK2J3pp9Y2eZDzL76QSXVJpTPWh6ydWE5zdLAtqFdfvGIPVb2j0Dmj48dy/tjlF67gcfc0JsOvTIGK5dn/J7Mej1Y1VGFM13sntXRMo69Lhj4/DjbhlN6r8zAdDc3KrYtN8BcUzWH3zkUTFYtz6WEoRPhv1Yakrq049mcT52cfDzC6K/alUcdswxcdyJt4r1B+4fZTBM3UpMe02sXrsm7nDXe8RhCcwX0k6TBBjLqdfupEnkPHrpKKxeHwcccXRsOuSomPYXY/vSJKOpvew/iEkCkL71KYOY33dDHH3rE+OoE4+PjQdtSjMnMMhZrd1nn9j3oEPigKOOivVHHBmRNo41q7zINqZNE72miZLzbmL2UzJJ7WKS6TSyVPqxLqO0J97ujnGLW9061iconmZ1rzSxbs2aOCyBrjv5nuXgDBxy6KExWFjI3hHDTH2J+QLnQPR6vYikyXicmkUM0jHDuJCAp+llW+63SCr9nHcziEHeuIhGPYrUpkSvKZlGS03cNH7YOkoJ9gC62zmXnF3OvT+Xe1z+8qmaf5qgLRX/65z2zAtWqaX+5XbNTZ4R420x7Pdjrj+MXtq4l9dr3v9Jvl7EvvvFwcfcIo6+5a3joCOOifnV+8Sk5N7K/dQfLsb8mn3i1ne4S7bfNiJv+kS2RzOIJvOlPx/T5E1B3W9ngRvUAk3TtOBQykldu3btFccCDdzv92Nubk42HOcTdfRCEw65zx/9PFPHEfZiFccfRaL83UAgg/OuM/DheTRlf1dRHfLZxVEupb3i2iOegCZdvPUWT3W0Rb8cS1UHhEk53FLRJvq89rWvjfp8ne8jYNhzlG64ejbQ/PADCCJ6+gMR6owpJceczM3nKxtIRSp/8id/MgAOx3yBAPzo3QnE/L1M0bxqL+CWDgAcmea+fv36ABz9yQ1z17fqVIGy8fCzqc8tQNb4nqX1+IY+QLe/5elZS3NwBJO+2vQppYT+Bx10UAvESilR2/HTC9CsQCzyx3wc+QXmveTImNYmm9oI5mMf+9iwdlVf9ebhxUD+Xqej0MYwvrn4O66vetWr2miceeMvpYQbE/L2hLSSOTs2qmztrQc9ATpyHLMGQOmPxx6UsiN7sIFyBdnm73OZ3avO+PDYU3QtpeRH+SjorB7VcURZAT51CAj3XLG9zUbGZR9jkMVe1g6vOikyL7atdfqpdzSXPv/xH/+heAUBlN4ObR/5+5+e3ayNpZR485vfHE960pPaaL9rTBs5+OXNu+qh3NEeZ4FOoT3QAukV7oFaXUuVpsnX0ux7NEuz3yuLTTT9QUQ/v8zTUY2F1THcZ98EMAfFEUcfFccm8LzDne4St7nDnRNQ3SYOOea4WJ8AZC4d2WbtPhGLq1PgIKZRYpK5aQqepjMbqJcyMz3oxNvGEbe9U9zmrnePO979HnHr298+Djn62JjbcEDEMPsPkmIh+/dSyiAWFtfk+IfGESfePm55x7tFj/PbSyc4W8t0HBMRzBIxv35jHJ7O9K1uc8c4+LCjYpjgOFXAFb2cUy8d8BjMxb7HnhDH3u5Ocecc/053umscf8zxsQ/9gZ3hMNYffnQcmDy3uM0d4na3v3vc9rZ3jmNucavYlJHCuQRz8wcdHLe4453idve4Z+x7+GGReCnMs7/Qj9JvYtrrx3DNuth4xBEJBm8TJ975znHbu9w1bnvnO6bd7hSDhVXRA3KH81F6w7T1IMog09Qt6Jg2X3XAIXF0Ar673vu+cY/73DdueZvbtaC3Sf6lHGwZOE2Ha27j+tj3iEPj6BNPiNvc8fZxhxznuBNunYD3uFjY/+CI1CP6gxinIWagI1pds9j+NtNI+0yTov2ZmoxSjhPr9okNhxwZx55wq7hN6nLrO94hbpE3Hw4+/MjYL9d89X6bor9ubUQLkMpM8DRyTk0Mza2U9q511kRMgOblGPR6sfIn2bPYfBv12/JMl8xe/lsuT29KyZVz/HYb5D5q1+LK2Zo/rjRrpJd2ZUPmRnm1iHJmtrWxGym9kjImJSynPTDJvRlZFxs3xeKBR8QheVPlVgku73y3e8Wd737PuP1d7hHKzcK6KEmRN4kiQWaE/ZOyIqKkuOh+OgvcgBbgmJdS4sADDwwOszKgwJmuw3Kix266ZMXq/Jz3AhzAU9SFI10B0Fx+RiZLPOxhD4u73e1uAQx5uQwA87jHPS70Ez3y4iEABeDD38vPKc6+tJb92YmHPvShAaA+73nPixe+8IXh7bSO8x6UAMrRVEfV8SNOPxCyuLgYR+XNv5NOOqnV4V73ulcLkt///ve3ZbodcsghuoTxAGRzByA9UwlEauSse2EOwGP+5jYcDvOzdhj+3uQRRxwR/twHp99zpQ984APjBS94QRjP0dn169cTE44DqxOJAiBe//rXx7Oe9awQBTWPCoQq6CtldtGzBx2k9PQMn7eVfvOb3wzP7Xl76xOe8ITWPkceeWQA34C146bWEEijO7J27NIqlP854mutax3bZXX7yx6PetSj2ucGRdC8oOlpT3taAF7WEagR5QaUdGCbW6Sf8id/8ietDvoCxQA+YA6A3v3udw/64jcW3Q477LCwDuwNwAF42s3ZPmE/6+/oNrDN1uZmX7AZ0ImfvtbdnMwVqa83H6ybfca+FZi5kYBHHaLTyv2uDei1Th/84AfbFxg95SlPCfvQHhSlv//97x8PetCD8jO6hDXSx9h1DGXXBoAqb87WoY7Djur9GRf7TxTYCOTrtgAAEABJREFUXmJn9fbGunXrws0VoJpN6MBO/q6rFwfpRw/XlD6lzPbOt+eVO+os0Fng6iwwa2tmyd76fxPj/AyYObpNZDbd2skVZFY9oKeXTn8ziGh6ESXzw8VoVq2N4doNGWncEE1GQmIxwYZo22A++QYhWpdBvgBujDGJaB/fm0qbHLcpEU3Kyqge4Bf5RVwyGlgWV0cMFmN50osduyOmMZ8yUl5qpW+UXpSMWJb1m2K46aBohgtRUq9SSvRTpj/9EdPk7M9l1O+AGGzcPyIB3WQ0jpEzqDl+D38/9UzQO4W8UkZvzYYY5JxKLx3q3aNYWlpujzhG6UfraM+vi7J6fcSqdVke5lymMZqMYyl5Y8366K/fJ8apw/adu2Lb7p3ZNglHVndmNHUpxw7WZcu5hYiM6AVbzc9Hb2F1lByfbSfBkW9iknOcpGM/TSA5Xk4L0mFuMWLVmihpnybBP9t6eZJnIHfuXmqP/SpHvxeRtmwW1wTqr9sQkdHTWMj1GczFuNeL5dQzyjQkMMg08qck5W+TVH8nqc8uR6LH2ZjR6sh1j1zrppWZ8uhtLnMLESk7rGdpIpKmJfvkPHq5b9w59aW5tLSUbdOUWmI8GkU/eZI7y3HFzzRzV1KT6x8tZXX7W/lrmqO09Xvzf01MUv0ZTdMa/5uy+fLfOm/p5VXRLmRWTFPOKMa5/XPPRP6kfTkVAOegXZ8SLrdJrssor4FAMYzo5/rNrYlwDa/O/b2YNLcqYrCQ+y3rrXvu3Wnux1GUGKXodo38l/nut7PADWUBnx1kc9qlGzZsaKNPHHZvMFUHBPTyc43jjjjsHN166gLQ4Wy7FvDf7na3C1FGES8yvN2TY+/PgbzkJS9p/zYj3qZp8ntgKa+nKzc6OWQAaUALkAW4Ap6ArQglwOPlMQAIJ76UEvpx4unGOX/CE57QHg919HU4HIbIHEAIQJGP15wBixe96EUBGJNhDDJFKY9IUAkYmYPPVzrr+9CHPjTe8IY3xFOf+tQ45ZRTAjAF8uj6F3/xF+Hvh+IDiuYShL/sZS9rAZsjp0DbRz/60Xjwgx8cz3/+84N8RyeBd31WJ6CXIvoZVx44E1kENoBtfxYEmDEnuh999NFtZBjwtHallGDzww8/PKyfeZEFvBxwwAFx/PHHB5BG9tqMaIuIiSIq+1MuoqbPfvazw7o7ivyZz3wm6AmYA4D4gKdSZrZ/wAMeEG4kANjkioCzIf1e+cpXBoDq+4lt9QXagVTr5S3E9gggp82fQQHMAVY8gC89gO5HPvKRcde73jW/gvP7GnOStVTnpUYAH2I768mua9asCXt1XQK4ZG//DI3U2uCxB+hh/nRkJzZi63e+853teHT0hlq29fZkewbQtIfNyd5gN0SO66SUEm6skGkt6GEtjA1Q003E3BuB9RPFBNCdDsBjzkAmW7CJP8MCoGv3AiVroh9e86iylc1N2lFngc4C194CzbVn3fM4p+mtT6Mf49K/wqkv+d1aphN4JBWetPXTdIInCeISIyRom8YIgALUEA8221tglnIiAYaoXgFSe4OUHTFJmfmb8jLf/p//5YfduFdid9PEUsoGQMaJooA05WkzF81gMeC50SSiSSrZLVljMmkSDE5j5+50rnOMmJbIpvbLp59MnhuNlEWnUQKmpeVJjJbHEalINidrE9N0nqep987Uf5zgtlU0gRUAOi1Ndp2NP8k5TTnl00HEqBexPE2wFLGUvEvZf/biogSlaUfmKAn4FhKA9ZuUkcbsDfoxbUoYfjkZAMhJ4q5IdQKI62ffHC9VS4A6juUEsaOM1I4SPExomuAyml5Mk2G8NA7P9Hl2jkxjLGYUeDHBQS8BxRRfjhUJCmJSQrB3OUH7eLmJSc430qaoNP3opf1LWiHyZzozSvaa5rpPclaRVLKliUHK7/USnHv+NvtFfxBR0g6pz8QxZXbOsVoUMkqNsz6mTUQkT/5fcn6+XKbJt3P7jggLmDo2OXbOPDm++9/y3Xfdg3qmzb5Lbdr5T6/szBFRKqVEv+QapK23XbY1er1eiBY0vbzWk8GIk2yf9IYR9kSZz2Xp53U9bV/YNMqLzvVin0WTe680sZxr6rp0kyUyQt2g3FUprvvtLHCDWaDJz1HCOc1SoIlj7Tgl8Km+lKIpgFORGvVAh7+/+K//+q/h5SbkcHg5+5hFaAA/f8rB8dZ3vOMd7TFXQFU7EOdza5RfekgdpxnJu56AThEd4IVzDsQaC3gBfAAhoM64vbwGOfbAjqjXQxMUAk2cc445OSJtZAMD5gE8KD8qI3pAEWf+537u59rrWdTIscWPfOQj4W9mlpLXfH7W1vkBKSKbAII/USGC+eIXv7gFZWQCoFIE9D3jGc+ID33oQ3HyySfHhz/84RDx1eaI8Jve9KYWeCqbC/Anb04IoDI3kcznPOc57fOTgC67iKzShT3e/va3B3ANbOkP1DlGrA8gWkoJtgEkPVMpEskWeK0FexhL2eMb5odPVJntAWdRPe1uMgDHg8GgfU5Vnag3IP6Wt7wlzIl+/oyJvVBBmPnhtb7Av73GLv68B1Bo7uZgnN/93d8NQM8aOJrr7biAl/0kikwOfkBSJPRtb3tbuNlhHvQiBzi3Vx13Blb1qfZhW/ZjNzYBvPUpZbbfAUR62BvAoL3sWK/94n0KxiavlNJG1d/znvfEW9/61iBHPVmAvpRN7E1RdHujlNLeIMDn7cXaP/CBD4R5elZavX50pYP5Gd9+eWeC4Kc//elBP3x4fDeZs7LryfUo31Fngc4C194C6dVde+Y9jjOdyGk6k9NUjBOaSYKOyQqKmEwniSUmMU6+JkFND5iaXxWRUcaQ9jitSfmFCvCMs3distidDqmIW/q8kVWR+CJBTFxO06xKyg+1udWrYrhqdTTzczHtlRhnh2nWlwR6/WYY4wR26e1GbxLRj8v7pxPSSyDWT12a3iB5EngujyJS18i2ZIvd43SeEwA1w/kYzC3GcHEhsVKCpXSSp6lMYr8Euk0MV63LsVen8PmInEvJqE4/51nSER9FL+eeOgyyrb+QPItJC0FmL8tNsxBzC+tiknqOcka9jAINE2BGpD7Zs0yTvfSilyC8lF6YU2RUtREZHK6KkDZmNU07j2MyGcU0wWZLKWOSemaniASxJefbSxv15+ZiMOgFYF1yLr2cbEFps6ZpIkquRaTMZhAlgeJgbm00wzUxbRZToz6JgX8QEQOZTCeZpqqZm/2WLGRVrlVJfjbox+4sLafcaaT8tFGkTZuFnMN82s5eyChyGiMixx2XJsFzpHYlojQxNzcfvjyXdu2K2Jmgs2livk+DbI5o9SkRbRqX/+RyZ//LCyuSyiddUb2XZic5528lVkOTnBHK5Ft+zbuShgmAL5M0zYZerlMv9+3EW2rT3hypwWAQw7zOIvemfT9O3kmuSyTfKNdzJG1yJ5V+lFyX/vxC9HM9B7mu02nJdSi5L6ctlSz1c28OyiTmcqOUlNX9dha4oS0AgHGEjXPsscdGKSWAwlJK+/mvHpUy25GAKEdfBEe9Y7hSoJQcwIXjj8+Rywo0yJxOpyGipA3wcP3o2+TnFpJH+CogAm7IKGU2PkAIhA6Hw/xcn13J9AECvLxHf31KmfFzwvEDSsZbOc4kv0vxAxH0EbkDZIE0UU5tonVSMumtj7w6487l94a8+dHZ3OlLjvpSZno4BqlMFykZdQz92A1pqzpaG3KQenL1004OXdhYVE67taCjvPlI2dLcrY1yXTdAVhn1er32xhkbKpMhv379+jAfwAbgZh/rh8fYQB056tUBXEC2/nRXZ1+wk3ydR9WNTdzE0GadamqO1sRaG5v+2kR7gS3jVbsD0sbUjpde5urzWd0JJ5wgCTbWV4F+xgOua515aEPa2U3eOPSRtxdE19UpWwOpKDNwLU83qT0kRWQZj361TJY8Mq8asVTPTvaqOZgLe7EtXvNQL4+snZT+9DZ/a6euo84CnQWunQWaa8e2B3PlFw1Mt1LD9CPbSFekc6m+hH/9LPVamibwCFR6IXIlOjlKcLeckc/l8ThEQUYJ/sYZYsvv7lZMk4LIbbKC09qUcUQZJQiaxlJKXU6gNU5H1oeeD6NRRsRG+UU7n07yoOlFk3JjaZSyfHmDYr0oCRCn6WBHAufRaCmmy8uRXnH00sGeS2e5N5iLaAZRWlDXxCRlLC0vtcekJjmnSP13JDDdlhFQUdBoDdGkiF7sGo9ia/Juzz7eMLs8aVJWL6mfICwBWOq743JqXxCU8438GWW/ndu3xmjXzrTQNMaj3WmjnGvqSY8m9ZlqmfQjyMw+0UyjSfE91CsxaEqkFpEMMUngQO9JhirHS7sCLWc6Gu1MuUtZRqOYLI9jnHNhs1GChNG4yXIvdR2kdZtIy8TSJFpKwTHI/4al5P+RPJmUaf43YZUZKaYW1nNnrsXO0TR2jiN25vqNsj7YtD+MaUmlE6jE5TTJ+ZGSquQ+SJGpy9z8fKxdk6A35Wy/+JKItM0gx56mzbJ3Ml2735m2eCf5X6XM7sW/CeNimis0zf+vilZO7Yr5W5vLaXJ5v9y0LWvJ1WNTX/iXXnJRW7ewsBCRaxB5PY1yI+RVFLksMc1dsHOy3K7pZNrLJR1EL6+pyLVpO674r5QS9qe92W8ienn9lnLTWIPofvYKC/QScFB0OrX5I4AA3xVA3dLSUn7ejTW3hEcdp5dj3DS5abOFEw6ccJSzGJxxbZzs8XjcyiylaPoWeSpKKYE38se4rjEO+yWXXNK+1Iizrl4KdAE6xqGHOm34gRz5FNMen9Re+QEl+dom5ZibT+0DWJBBJp3Nr5SZzvqyk/ng15cMefxsBlypw0uO/ObNmwNgIkuZTckwrrL++gEVwI8ykIGHTQCNKsuY5DimyQbajS2CRhbwpQx41vUppbQg39roW+e1EgSyt/7WUEr/Umbzpr9xgE/20V7XVt581JsPvdVZN7aS11cKTCN5oKzqrI/50E8b/WofZevMtuxiXuqMJzWmtMplR33JYjdtlcgxL2U87CtfyTzk2c++YQtyzVVZGwAMJONRphc51gWPejzazFGKtBm76kTvlXzarQ1ePHW9zafmjWFN2RUPXjKlSD2dzU25o84CnQWuvQVm32LXnn+P4py0n9VNOp4z0OFrvCQIuLI0jabl6aVLHC1o2Z1MuxJN7ErwsJwgJxJ4+BDxodITHekNop9O63yvH3ODdGBTXi/7JKaKVlQ6qhEcg3GWJ7GUoNQxUg5wL788BulUDFLmIOUMmiYd2wj9yyjd5ARasXtnTJZ2x2iylJR1adHSa2LQ7ydIzoFyvEg5kT+TpMSSsQwMJxj1JZFVQV88yZ0ArKQ2TZSmF+lNJJUgr8k59DKyOU19IuWXfvZMlmgyLRHTMgNy0iZ17WdksUSJYcpZyLvaC3lHucQ0hmmTQc6nn/W9FFLSyUcRvZiOSwrL39S5pBb9BH3DLBqqSTp9y9YAABAASURBVIura0qJppfUREqftNRPYw6yrp+6DVO34WAY8xkBHfbnot8Moim96DWZ781F4t9YSpCB2iBw2qIkJfpuZUXqGJf/tNowSuoT0bS1g5QxRP356GfalGFq2ssbBf1Mm9i+exQ7Ujhgmpg0JiX7pQ6RaxdGSCcuFlaHLy575MILLojtW7ZkS46cNyhK+Jn471sopVyuwax6xpf5Vr9vS7O4t/6WdJ5LmL+JXTmLq51/y6/PJHppmFLyv+zKQcikvS62brkszj/3vOCwcRAj9wqHwc2glrvp5fpNcpnmUkYvSim5E9qWFJGyJ+OIvDZjmmmO18u9mTs21yTb8hZR3t3JBXQ2XDm7dL/X3gId5//JApx9Hernt33OgVaHSikxzM9c+UpNfv6UUtrIF2e4vQayscrq5fWQxQB+pMBEKbP9z3nniJPpmtH+7UT+XH7GAxeAAwff55t6KfmAgH5VzuYEdfQeDAbt9TbJG0AAnHZ8yNw47eZKrjKHvpQS6oAFMvDik5pfnUcFZfRAdMRjHmTJSytwUNZGBrBLNhn60lO7cdlNvXZ6a6dfKTOb0QuvNnny2Fwf9WwiGkhngIR9fTYBJXjpgE9KBr3V40fybCqvnVx5tiNLql2b6J52YJdM4yF57drMyXdSrTMfeesBoMmTWe1qruajHrEhWfJkKbMNOeaqHrEzYCtPtrSUkvcHp+2bcZURGVK2k7IDOdZe2Vjq5BF+Y9m35Na5elGVOjzajV1Kyc/5JtjUnOga+WOf48lskE2mfK1TZmN1SF8kT5bUvrBP2N464Lem+Mwdj/HIkscnRVWGfEedBToLXLMFmmtm2dM5JlFWqDgtppQ1+RttS9P+P43ID8nknUyjlF70ElT0M4I4TT5RFh+I03RSJ+mgTjIqN56MAkVGQabpsGb3/J0m5W9+AEaU9l/kzzSdbh9IQMtyRlwmKWOaoCd93FjOsNyY45tyEvFEDPrR9PsxaHrpKDf5QTmK9gMyo22RX+SRUpGRUtW2S9NvsmkQg+Ewhgki+71+Os4RiZtj2I+WmiYyADSN5V1LsStpnEgtq2IYkeMk7zhid/rXeSM9dqVOkwTATQ4wjF7KSucdAAe8EtiW0sQ4o7G7tm9PodOYpmMxTuAlCjzOQbMYpfSj0Dnl58Dp108i0pglplGyrsl0mvJHGZKa6pAOUpP6o5LznyRoXN61K5Z2LsU0x43UomQ/vY2BdMuqSJPF/CBiISczP2xy7VK/1HN55y7NSdOklb9NWygZOV7KeabKbdl/o/zPDYLlXBMR7X7q0k9Q3cu5AKS9nFcT/bRKtD9t314/Vm3cL6bDxbj4sh2xeevOtg3onWX+D//bB/8H9j2fteS6s3em10bZb5t/KbN+eQmlnJJ7ZxrjXLNt23fHBZdujYUN+0dZszFys8WuvOMwzesyt0Hy9fKqzN2W19koNwpHZ5QR/VHui2n2T2ERTZNbM/dl7sNJ8oRBch8noo3I/d1SdD+dBW44C0xzz/nsNEIvPwOlg/ycV29P9vPzRx3SjncpP6R9J+BTrw7IkC+lSPJ7Iz/MM6c+kzayuZx7H3HeRafIMYb2SsrI+MYDmlY6zvrrhx8QADLxyQMs7XWW15f+dMSH6KhfKaUFBpWPPG14SilhvnVedFSP8EnJrak6cpQBNuORVUoJZeBAG3CgbHyygRzjAAz48ZhjrTcfso3FFtrlpcYgQx6PPvJVFj52EOlVD5QbA68Uka8NmDcuUKNMT23GIBfpTyb7ShHwj898tJMBBFlrdUBkHY9cAK3aSRkPPYzHDsrVVkAaHvYyd/3IKqXkx2UTfqouABg+ZfXmQY4+9Fy5fvTFo35lKo/owIb6KpsTYku6kl1Kad+sq45uxqrgmR30Q3il9jnd6G+ubKRepFtqHatedVwpfu3k6CdPB3kyjI3MXRuyZlJEL3OR76izQGeBa2+B2SfMtee/0Tl9yBq0lNkXrQ+FK8oJGiIBzbZLN0cvKwGb0vQjEiDsXkqElSAm/dH0PSfRz8xc8gybEoMS2aI6ndF0W7M6f5us66WcfgzyXz+BB+qVrG+SNx1lH6bpP8R00ksaxmQ6jLlmGAtJcxmRGzYLMSjzrYwmJSZT9AbZf9iL/BaO4Gik0zFNdzkmJcfLqn4TPtxSvVA/bXoxSeBmLtkSQcVsnGRaKYvR5H/DiFhIGiSlmlH6Jfpz/bxb3o/5pmnbhhExnBonaS6yPWIudVrV68eatFVfW8rqJ/+wPxeDJDZsBsOYW1wVU7qUiFJKJEum2SGVmmQflElMSxM5eMS0F+GobaZlMkg7JKVtpjnTaXa7giYlSm8Y/WHaa2ExIgFfnVtkW6/0ox2riVmafXuTCBSZ5iDRAIjD+SgptElKo+UvADKj1oZZP9drgg0GKQPNZTpXSgybXgx6JaHlNG2ZoDq3Swtyx5nPGw8lU3J3pxNHt1h/QOx/i9vFmoOPjfO27IwzzjgrFufmwxeVfrN0nBj0W8k6Ims8o4jWZpNZyoaz+knsfWkEO08S2E9z3VBkOqM09IQtJznfSVw5t8jylRRNCT+l6cckQ8yXXXppXHDuBbFraRpr9js8NtziThGbjoxo5mLV6rWxYT73zXQaw0mmk/kY5ti5C3I9cy1zTUuvyf04u4asW0m5pfSiiV4Oqm0Y05QV/cWYDhZSr0haqV+Xv3KtOltcky3sXdS/HDgCcBxZdch3BsecnGHecJOiyi+/kkopoa3WlVKilJJfH3PtPuUEa6uy5jJKqYyqgy2PyKl8yohOiF7K3069/H7Sr9avdMC9EVWkzYtqyMBT5ZTyrXrTpWmadi6llFZ3ZX1WUimzNuOqr/Ojg7qVfUqZ2QIfMoa0kj51vvrK61/KlbrRt5QS2uX10V9Ziq6qrsqS6ocP0beUEsBjKe06RdVrzZo17bwdk8WL6COtpL/oozK5pczsQQekvcqz1ggvPUqZ8Rrn2/UvZdaGl5wqw/5Uh+iCyFKuPPRAwJz6OqY54tEn8kdbpSy2c628+Gqb1BiuA32VV1IpM/utnAN5VRbeaiP5lXtSeWU/ZYBciup4tQ9bVH7zqflSrtwjxkb6I3n2kEfmZj7yHXXfETfkHrD3kH0rdf2u/H5RtzdRs6cr60PhqnR0wS8mWLnjHW8f27dsjl07d65ga6KXgCTSzfSB0ytZvgrS9q3Uj15ZSU2sbC+9JkrTv5yG0ZRh9Fr+5vL0qvpGlF4T0VLt22/l0qvJL2WEp1wuu7m8TntP19JE09bN+slrA5wrZXOOMxtL+6A0LdBqwVaJaHqXE3lJs35NAuQIspB+TeqASqYt9ZpoUvh3otJroiSvPpV6aZOarymeq6Re9k9q2jGunN+sHDl2zEzXXJlqa8ftNUFv1LT9myi9GTWXl7XN5hrtXGf5K/v1gc6kXjpavd4gekn9phe1fvXaNdEM57LzfCxuPCAOO+6EOPr4W+ad2MOiRESv7df7jmlzuR4r06qjdGX93pm3ZiupyTW7ejLvSmnCy3+bGOYNhI37bIgjDz8ijjv+hDjuxNtG+Du2g8WI/lxrYzeM3DDoJ2hEw6YX6qxZ7/K1aPq9uIKalbr0o+ReLc0wojfM/DB1pftKni7fNJ0Nrq0NOBuRP3MJ/EROvLXV33H09/9OP/303F+dLa+tLTu+bq9c/3ugs2ln0713D1zT90t+9exVv82erq0vcTo6CiF1nEFqIdT520n+/pi7ce4CuNtXSmnvMpZSopSOSulsUMp1s4EP7VJKeyfbUZ4Kbkq5bnJL6fqX8r9twIF3R7yU/91WSldXSmeDUr73NvCdU8rs+8ae9bZOf8rD99KtbnWr7vsnbVPK936dSul0KKWzQSmdDUr5HtqgG/v/9J1wTd8vsNDeRI2HtPdk8gwJci7fA+ReZy2k7FmEpaXZcywcU1/2jp8AoaWUAECBT/UdzbVHsjo7/G872CNXR14U4UiUvcV+UlF3qaM1V9dXmz4d/W+7V5sA7j5U2dKpBbZ1fIrtHB9xFOq6UB2nS7/zGnS2+e5t43vGnpXap/VPZ3AC/BmGzrbfvW0723W26/ZAtwduznvA98rVfb9cV+x2Y/dvPKC+J5OH8zn8lUSXOKQeJuf0+7tKb3zjG9vXuldA6gFzoPTMM88MD9R3tLWzw9artoE9c3XktfJucrjhIXXzw8sg9PE2QenVUbf3rtru1S5OLHgBg+tVHfu6mYQuvvjiuK5EZkdXvwadfb57+5xzzjnh++aiiy4K3zfvf//7Q2TT3yx83/ve133ufofP3W7Pffd7rrNdZ7tuD9w89sA1fb/sydjtqnRrRBj2ZHKU0d1iSF8e2FQupbRvqvva174WvtwBUQBUtFOKR4RE5OS7p0F7NLfrf9O1g+ja1ZF9pN2+EnVzt81+cNfJntN2dYS3o++8f+pnDxuJcCL5Wn91tr02bWR19J3t39nmutlGVNNnhO8cnw9HH310nHzyyeH5zaOOOqr7/hhcN/t2+7OzX7cHuj1wc90D1/T9Uv2kvSXd45/hFAHxBlCv6PamsPrWWlER0RDPcnJSfenXiJMIlH54HbHtaBQ3CRuMrv952EdXR+xmb10Veb746vpq07+j77xu325X17PrnW0dmXcdXxfqbP+dbd/Z5rrbxltbRRucfrCX7V83p9wMUe5sfN1t3Nmws2G3B7o9cHPcA9f0/eI7Zm+iPR5wiihB7yKcpZT2pS0MrL6U0kY565e7L3pHbUU2RUPxaOuoH50NrtoGIhNXR+xmv1UChtz4UHbX7er6atP/pkrXx7zYcSW5bl3vbOtGkmv4utD1oWMn46qvnc4u/XAHWmRz06ZN7TZ2BMqNEnvYDdHORt3e6fZAtwe6PdDtge9mD1zT90v7pbMX/bfHA85qy1JKm/VlLiPlnIp+iIao45hKAQIOq3bljjoLXF8W4EiWMtuL15fMTk5ngevBAp2I76EF3Ik2PPDpu8f3kvcOqHPSQeRz5c0qddrUS1eS76+V5RsyX/WoYzgVVOucKqr13yk1z+/UZh7mh4dM5e/Ee3Ov58+wQd1HbOXZYHU3ZbqqfWHuK+fsukHqtLGVaJeyvLSSev6genu51q9M1duT6vBKq3z9vE9AXeWRv65UxyGnXlfmotxRZ4FrskD9XLiq75dr6rsnte81gHNPMlqnS2eBzgKdBToLdBb4zhaYtQANHEs3P5G8Fg4ux7aUEuoAM6m2Ukooc56Vb0hyCoN8TrjUs+lSQABwlr86qjd5zYe+iO6VzBmPcczPnNlE+9XJvbm0eSmauTrNIfWOCrZ0TNupLnU3Zar7AghDgFkp33pD101exA6llKh5+4nd2Mue0lcUyb5Vby+rAxxX7jf12rVVWcbGp94a2MeugbiOPxXA0okocp3Ekze+tKPOAjcXC3SA8+ay0t08Owt0Fugs0FngRrUA0MCJNWgpJQCwyB9OLcpscJgRB1oZ4UPyNwZxhL1KR3JCAAAQAElEQVQZmg70rY77tRmb7hx6+uonRZx5Mqvjrs6c2URen2sj/3rh2UOFeAs/sA9gUlGe3Rylk1d3UyZA0d4DwhBgZg8Cf3XfKKNqB/YpZXZTho202VP64lEG5vRXh+w3beqlpZT27yEaG7/HsEqZycSjrzq814VcS264kAF8ki3vmql55Y46C9wcLNABzpvDKndz7CzQWaCzQGeBG90CHEvOK2ezDq6Ok6tcSmkjNpzo6hRH/mi/MQEZh91xrVJKC4orcIxr8VNKad8RsFL/2s2bvEWxlM1JWumq+GvbzSW1LwAitjfnCk7kb8z1N96NSXUse8P8a9m1IW//aWMDoBA4q23a6/UC0OFV5zoTQS+ltG+H1l/9yn1HDjCrXj/9gVZleXuSPlKy1F8Xortx6jqLrlZ5br7UfJd2Frg5WKADnDeHVe7m2Fmgs0Bngc4CN7oFOLMcX86swTm/nN5SimJ7nLaU0oK8uPwHDyplxnN59Q2W1OeDOMYG8ZZ3Rz1r1E3d1RHnvJSZrgACh94c9TF/QABYKKW0b0snV732mzuxE7uzh7/1DOywifqbAyCxd+wNcwbKah7Yc8xVO5sAmK6J2o6/lNLerIn8YS/gDm8W218y1Nt/UpVurJC1Uo4xyLZvXQvWopRyxQsq9ftuiUx9jVnK7BoxhjrRXekeQJ0KnQVuFAt0gPNGMXM3SGeBzgKdBToL3Nws4JggZ5PTywEupbRvVl9pB84uqnWllBaA6hc38I9xqxPO4ee0O0roqGeNul1bFcgCOEXpquMvoqNc5wJckQuA4722sm+qfEAl8MNO++23XztNdqn2aytuwv/Zc8gUzdk+KaW0b3927ahH6u0deftMigA611YpJfDbV+oR25IpLaUEXvXkAJnyl1xySRsNte/tU0eZrQWqPPi+WzK2vvSX0rVeb1J1HXUW+FYL3HRLHeC86a5tN7POAp0FOgt0FvgeWoAzLbrCoa3O50p1Sints2R4VjrSePSR3pAE7HDAjWF8eRGeM888U9U1kv6VCVDSv5ZFqFAppVa1L0NS4IBfHw49WXszecaV3c2BraS1LH9TJwCx7oOVe0n0jx3cpFlpg1Ku3EvqAUonCOynCijVI/b0Z4rk7cuV7faqetekcasO/p6uNdF20UUXSa4zrZRDV7qcfvrp11luJ6CzwN5mgb0ScO5tRu707SzQWaCzQGeBm58FOMRI9IXz/NKXvjT233//FmSK9JVS2ucfb3GLW8TjH//4eOtb3xpnnXVWayiOaZu5Af8zBrBLNxEeQ73oRS+Kn/iJn4jXv/71ildLnPXKACDU/Pnnnx+f//zn4053ulP8+Z//efibpNqMBdCu5FV/cyXPuFqDxz72sbHvvvvGJz/5yfaY6LnnnnuzMQlgaB+xA+Bo/z/jGc+I4447LoC1egS1GqSUK0GnfVvrV96gcR3d+973jne9610hiomHfCmyB6X2vDGR/Xqb29wmvv/7v7+9MWI98FxXqnu96kqnO9/5zvHrv/7r11V017+zwF5lgQ5w7lXLtUcq2ynVWaCzQGeBm7UFqlMpRdUYpcycYw4up/aAAw5oHWDHJx/3uMfFL//yL8f97ne/OOKII+J973tfPPrRj45f+qVfihplAdCqLA4r51yZPClHXVojNtprJEeUSBvCp63q9vd///fx13/913Heeee1AEcbPnJPO+20+MQnPhHXJsq50onXv+oBVH/lK1+Jr371q/HpT386OPbapY4r0hEvkOCYoUiwdmSeUs+Set5Tnt76yJsLfnXsQ468VDtSxlNlqUNVhnGVzVeKX4pqmzz5UlR55QEhKXmiYvJ1LOOqX9m3zgMfqmtTdRb50keb8Q888MAW9NCrysFrnaT46LOyTwX12vBJyWIv+ZrKr9SnAjpjVXl4KtV5VeCmnv7Ic6fKSF8y5Cu58VDz9K5zoftLXvKS+Kd/+qcWaOPTjlfU88Mf/nCceuqp7Y0K+0W9vivnqM5NG3WlzI6qk6ser3338Y9/vLWjOkdYq36uRXVIXr2/m2tO5lsjntrppV4eVXupt9bq6vUqv3JvkEWueuNI6azejSjjqqOv/S6PXBNIvTHk1SPrqF5ef2ssb03rXlSu9fIddRbYEyzQAc49YRU6HToLXG8W6AR1FugssKdYoDqqnGaggrPI8b3//e8fz3ve80LEk9P9b//2b/EP//AP8eM//uPxwQ9+MP7kT/4kOJqcUo4kJ5bDKlJqbuQBFdUxlq/8QB0e4wABxqx9S5kB4H/8x3+Mn/3Znw0OKhkAIoeXs/+nf/qn8bGPfSx++7d/m5j22TcyFKScXHmkrxQZiw4ccWVRO0cazZO+5qC/Njz6AqzsYlxz0OaYo9SzpHW++pUy091c8KtjHymgUcrsOT02L6UEHrKMZZ5ksg39vRRJSq8KWLRz5Okkrx/58ghvdeJFv+hLXikzvcjEZ1z15JCnjh7SSivl1rqrSkuZyTYWfdiD3fDSxzjAC70qsGELfHjwljL7cx/mi1c90GO95T23CNCUUtobA8ZRj9RXXTds2KAq6KLO/nLjxByBUetQSmlfhNUy5n/2VSZxxhlnhHXRT/m//uu/4pnPfGa8853vVIyDDjqofW4Z8CTzNa95TQB2Rx55ZPuMJSZ96VDnYD72m1S7fcHm9uEjHvGI9oaJ68ha0RFPKeUKAFrraj1Z6uiizviIbc3V/NSzl5RtpciaS1HNa7fu9FZPtjFcB2TSl63NB4/9Tnd2sq6uC/X4lNXjJ5ccMumkXd6abtq0Sbb9U0ts0Ra6/zoL7CEWaPYQPTo1Ogt0FugscNOzQDejm7UFqjNYjcBZ58RyRDmYwEFtu9e97tUeZVX37ne/uwVMgBJHktPMAeVcc1g5mkAFXv05wRxdjqnyl770pfaNsMoAFdCqHhmf48o55cRycsmjD30Bl4MPPhhrS2SoVzB+KTMQpKw/R1peG2cYKXOqzZNuyuZADp1FUdUhoEZaykwuXQCYWkd3Drb5qUP051BXZx0gKKWEsno8bHfyySe3QMZc2Z6upcxeSmNctqE3fm1IHskDkRWYqUNAkVQ/etX2ww47THUbnVZfyuy4tEq2kJqbFJBgO/mro29+85st4LLW5mXtHLc1/9rP+tW8OQKiyuxsLVApM12sR41KWm/2wksf6UrS355TZ472nXzVperPRuqsgXblKrfOF4jDU9vNwz6jg7VmS20VoAKd9krdO1/+8pfjG9/4BpYwBxmySynhWDJdRRnNw36lt+vmkEMOwRrWus3kf+zBRviRtcrqwE8Omysbp46vXNdQvs69ysWrnp2qHehCtn2ojXx7WB3d1dGFXOMq011/PPYmO1rfUsoVb80tpbSfDXSwJ0op7c0ppxWqPmxXZZLbUWeBPcECzZ6gRKdDZ4HOAp0FOgt0FrihLXBjy+dArhyT08kRBaLUc3yl1Zn/wR/8weBwcrAdaa39lT0LKQIKmN7nPveJH/mRH4n3v//97XNuZHBSObyOw/7UT/1UPOEJT2gd7b/4i7+Ipz/96e2zlM961rPiIQ95SPzd3/1dG928xz3u0TraD3zgA+NrX/taGxn5nd/5nbjnPe8Zf/M3f9NGN8nm+Eo5uK973etaYHz00UfHj/7oj8ZTn/rUcASSk8uhxsfZ/Z//+Z844YQT4o//+I9bh5hjzflWpp9nRM1RpOve97533OUud4lf/MVfDEdxRbLIAUTYiE2Ag7/6q7+Khz/84XG7290uPPcqSqvu7LPPxt4eD6YDh16E9Rd+4Rfic5/7XIiYmfdzn/vcoBuZ9F2/fn0LWHS2LgAAvX/u536utZPjzqJlT3nKU+L0009vn7etwMlaqkfveMc74lWvelVr58c85jHxgAc8IO573/vGv//7v7cRP7KNYUwpMjfp1ZEInzUln07W3ro/+clPbu0KfLIVgAWYVN3+9V//tT2ufcc73jHufve7x/0zoi6aDiwDc4CJPViBknnTgwx56Yc+9KF40IMe1M5F6rleMtihlBIAOTkHHHBAC4Cs5e///u/Hox71qLbfXe961/jLv/zLOOmkk1q7kf/GN76xtavnF+luT9/+9rePI444Il784heHOnpZt0MPPbTd2wAyOebxH//xH+0epZ+9CLiSa1/bP9ZZf+OQ+1u/9VttZNWewIdOOeWU9ji5fcsu5vX2t7+9vVaOP/74cHMCn7UCnvW1d51AsBfsve/7vu+LBz/4weFacHMHfyV6sYubHfab/eCZTXveyQE3Jjwrag72KdCtj/5syMb6+Cz4oR/6ofbZbicS8Fob16L95JqgnxMJ9PrhH/7hoJf9+C//8i9XAFRyO+ossCdYoAOce8IqdDp0Fugs0Fmgs8DNwgKARinlWs1VhIUT7rnO5z//+a1j/wM/8ANx+OGHhwjI7/3e7wVASRjHmPMqSgQ8cng5uS9/+cvbZym1cdof9rCHxa1udas49thj44/+6I/al5eo85IWTrbICVDB8a6AV0RN9MwRxV/5lV9pn8sEdPC94Q1vCDr97u/+LjVa4kBz/B2pBYTppo5Mzjgn/dRTT23BDEDx0Ic+NO52t7u1L03iyHOYjamvfnR64QtfGBx4MvHi86IX9QAHYGaOFDAPETEOvpcgveIVrwiRK/XsX3mAJo48EKoOqADmADZAisMv2uslNOYN9AJpxtIHeKMrpx8oZCOghc6OSVsfgLeUK9fbeMYiR3pNBMQ96UlPCmDLGrkZAGiZszZjmhPdIn/MAb8UP2JLNxJ+4zd+o43AAqgAc7K3AK7qVNf7N3/zN9ubCtZ3/fr1cctb3rK9afBnf/Zn8exnP1u3YOvK/8UvfrE9gg10A00Y6Pj0vNHhBoE1UgcsK1s7+w+gB6SRmxeeXaUX+4p82kNsDDjbJ0CwNazj+vM95H7hC19on/nEq79rwMuHyADMKr+6P/zDPwx2YB/19pDrwPX19a9/vQVq9qi+oqeAoZcY/eqv/mqcdtppUQEnEMoergl7gR5sIv3nf/7ndq8aS+TRWtuL1gygdG2yT7U7AGmv26tsZf5uBrlhYx9bD+CWbPOX0svnAh3cSPCyo2OOOSbcgPF8OJCKr6POAnuKBZo9RZFOj84CnQU6C3QW6CxwU7IAR3/lfDiZHNUaiaqOquOm+AAd4IqjKcIDTPz3f/93G+kR3eKMivaIDnrxj2iN6Ixn5OpYnF6OuqifyIpIpedCf/qnf7qNigIjt771rUPfRz7ykW2k7Cd/8ieDk0s/TjigywGmE+LEA12e6wTEgCtvVAVsAS5A8s1vfnN4Ng8/B7qU0r6RlzzzqHMVpZEX+eJEI8CEnpx+er/pTW9qj8KShUQ9gQ1zY4NXv/rV7XOuH/3oR0O06L3vfW8AC3g54hz5epySrck3nmgqAIIPSDNnoFPEUwowAfIAqigwfV75ylfGE5/4xPjABz7QRuz0pYc+5lbtLqL5B3/wB+FlONYEcLwXLwAAEABJREFUEKDfpz71KV3CeDLmL7025KU3wJwbBF7yxO5uIHguViTRmmgn27qQyTZAH9BjTczjta99bQvorZkIbtXZXgRgUITeEcDLf/7nfwYwZz8ak13+9m//to1Yv+c972kj2rhLmT0TaU+qFym3L0W8jeVmCPtbT+vjJgXgdu9737u9AeCo7dOe9rQQiXQTxTzsQfsH2TfGAfyByJNOOkmxtaX9aZ3p+pnPfKadnygnBuCbnQE9ZfsNvzW0NvhEn5ETAYCbdvZAADldyQD43va2t7VA1BqwpWisa5D+gKQXFNHdWIjd9TFXpxDoTU9Rdi9DsteOPPLI9plZ/ACutdTHunqBGGDqmjCm9XnBC14QbrbQja5s/Ja3vKV96RjwjN+4L3vZy9pTC9ad7I46C+wpFugA556yEp0enQU6C3QW6Cxwk7YABxh4cywOKARa6oQ5rhxzdSJ+nErOuughh1/0o4IojjaAIdoFoAFOnGOyagpYiSRxcuX14cBrB5hE4YAAfbTTzdiiOpx9+nG+qyP97ne/u33hiogOwGpMjrJoo0iO44mO+AFsZJIHPJgrGcCZenrL+5Mpjj3Sq/YBih059KcjgFlt+px44oltxEg01bFBdUAVXYFz0S+gVD0wZVz2M9cf+7Efa6N1AI1IK0BK71JK+4ZUDrx+wDJwQQfHE9UB/9odAXUDgIMPzGgzDv2AAVE7USUApLY5JlpKCcehjUcffUqZRTv1xXt1ZH2f/exnB+DLzpVX1NUxV/MUhWRfbQAJoFdKiTvc4Q7tkWhgCz8gwn6AMbuYmz2gH5tYa3q62SBazR7WUDs66qij4j73uU/7bHDdN+pFDd3QkHczw1rJ27uOSDva7PizSF/V05rRwR7DRw96llLC+Ma1F+0VstZnlNV+ARBrxNhasj097WvHzd34MAdt9hibA3dkGdtLiozzhCc8IdyMIdsechLg0Y9+tGL7HDBeayWlq34f+chHQnSTzYFyN4nqjRp7sZTZutq3wKU5WTv7hmCA2XFXx2WV6SxFbGHPk22v2XOTyaR9QZNrxJ4Uoa9RS2vleLr5iv6yE13JEi32OeLIsHJHnQX2FAs0e4oinR6dBToLdBboLNBZ4KZkAY6k+XDoOcIcZABM9Em0kFPoeT+g0pFC0RfHDB354zRzegFUYENEhCwOdCkz55YDzHFFHE5jABL4OLgcfc4pJ1s/zj1HHD8eIEwfxEEGNB0bBBwdb1THCXa8UJSG4+7oHrAEtHKMyeHkigSKcK1PcKAOCDQuMGsObEE3ER46VOBonrUP+wAC5g3I6CuPHwi87W1v2z47CFhx5NlVtArQo7dx6UgeO9Pfs6bqPSdbZRmn2ot9ABORSDqzGX66Gt/c2dIRUGAC0NYOJJsfWcAlUKdeP3ahlzFEn5XNoZTZuuHTT3pNBHQ6Co2P3aVsxp7y9DMHeWtCf/N0TNT47KHNUV/gBK/1Nzd8yDzYij3xu3lgzvaLvuql9qB9BDwqkw/wAmAizY6BqrfGUuQ4KKBuHtaE3YB2cuwLPHQqZWYbY1lf+66uGQAqyonPcWxy9EMAvbmwt7K1pLf+5JcykwsUAsYAJnBqzvgrWV/ATdm82LeUWQTXnrTHtAHEbCPvCC/gZ98oI8d7rYlnMMlQh+ju+nLN2Z/q6CplC39CSFTZdUemvuahnV3NpdrVfLXhcxNBhLeU0j6fjB84/3//7//JdnQ9WaATc90t0AHO627DTkJngc4CnQU6C9yMLVDKzKktpUQp5VsswXktpbTH5ziRHHwOOufXUUTH/ERpACPHMNVxijmhVRBn2VHNxz/+8e1LWUQYkSN45AEJpZQAbDjSxqnAiHOvXRtebRxdDjBe9QiYQZ4D41QDfMYHbqosEVbOPxl4tZMBwJQymzfAoL4678ZURhxljjMwUOdX5UjxcsgBigpqqpOtzXFNxx/ZAUh31PTnf/7n26OGjkAaA9EJgDJGKTO9jEtvc+f4WxcgEB/Abb76/czP/Ez7rCwb4AcAzNkxR3kAyxjGI4fewCN56slEQId69qC7tlJmutABP/naSint22hF/OiDtxIA60/nOHrqZoQIJcAjSmfd2JLe+OnpeCqAJEopIiliJjoNnOAhn9760MPa1f1mrfFYbxG3Jz7xicHWAA+w6SVNbGV8fKWU9igzOfe+971VtS/fsYfsL3NkRw3sZGxgC7DShvCptzfw0a3uHXzWkA2BYPWiveZJHn7PLLp5AWQpGw+oJUc/stUDheQBjvWaUI/XOiE2siZIX7aVZyM3g9jDC3qqPawJGa4Le1YevzyATU8y9K96sDHbI3Xm7/PAzQzXuTkCstZWO3LDgRx613k7BeEmlf3ouL0yW4iE2jN0IdvaSJU76izwvbRAc/0N3knqLNBZoLNAZ4HOAp0FVlqglNICmFJK+ycdRFI4rhxYjiDAwZn0jKIjdxxi/Tm8nFfH4wANz+2J7ojyefmI5+NEODmknFCkH4dWHbnKHG8pp7fWcYQ5+Ppw+rVzuOnjJUWcYUdblcnjlMtX3TjU+IEBYFa0pZTSvlgG2CLPM6JS/aWVjGdetT8dtNX5crjpBiCo89Ibzjgn3xtFyQVuvIDGs3SOQgIZ5AJD5OnvyCO5V0d4tevPNkApoOZFMp/97GfblyNZF9FPRzkBfJE8fayZ9LulUq4En0CBNaM3ecp0E/VyJNWztl4a5M2v3uDqub5nPOMZLbgDokQ2zV9fQNzNCc8YihB6Y6tjxeznrbDkWiPrBtSYs7lbX+viZUeOfQKX5k22iLtnFx0bNg5wbiw2YHN7jAx1ZErtN2ORqQwE1TbHwNWVUtrnMeUR2XQGrOwb/aX0FUEWpbUXkf3j+LB+rqkqW5kt6WNuxlVnz+tDFoBtrCpfvXb21w8/PvuCDew7dmcbwPuXf/mX27c+W5dSSphP7Ud3stmXTclwfbhmyDWGvUk+27iG2Aq/EwL1BlR9/tdzvK5714C9SVfXp/HsR58Lopl4AGBHn32+OKXADuwnNTa9kHxHnQVubAs0N/aA3Xg3kgW6YToLdBboLNBZYI+xAOdTBMNxQQ4v4AJYUJBDyDnmHCojTqrUG1ABD28kFamSerEI4MkBF2njOHP88ZPFKeWQKnNkpeqRPF2AOU56KTPgo54TLOUES8kgi5OsTlk9p1WZPM5yzdNfGx7RwFLKFS//oSMyhrnqy+HWJ/Kn6sl5Nxfz4rxnU3CsvdwFuPQMaX3jKgcd2KAXIpO++ojSSa+OABft9DIPEUbHYx1LBSw8P+cZPhEs6+XYprUz37o++l8dlVL+V9S7lHJFF2vADmTWSgAOiTJac8dJvVTGn5QR6VOmI359Synt85rK7Cgi5vlCL7PxUidRTwDeS428CAgfAGQfyLO3ftYGiPM8MYDqmUljsruj1G5wiL4BZ/pJ2cH+qHuZ3ckWyQRI8SHzkRrTXLVbe2umHpVS2psyeMhDpcxsZRyRPGDL6QD8bsaIiJuvciXzsKb2mTHUmyMbqDem1F7BS1/XpWvCmNroqJ/jwIAm4O8FQPYfQC7SbD+QD9yxAf5SZvqWcuWaqGcrKT3sa6TM7vY6HdiOjd1YEKWWt85uutiPgGrtQ3dji3TTy7Fa14mjvCLiTgIYC38l12YpM/1qXZd2FrixLNABzhvL0t04N2sLdJPvLNBZ4OZtgerkciwBT041h3GlVYAm9VL1+ETbHLcVYRHlUY/05dBzwJXJl+rPYQZE5DnU6gEbKYe6lNL+OQwOtrEAL3ntIjKcWXVAmDqyyPdSHU4rRx5/KSUAAWBCGW8pM9n6oFpfx+WYk1WPnNJRFKqUmSNsDHI42qKdQKC3dRrTnxnxHKL50QMf/ekpJVcdEimTXh2JDhq/lBJsTDfAQx+6SwFMY8tXMo7xavk7pVXHUmZzq3y1XlkeuKFHBQhVtugkYObNvCJX+M3dWrKZPaCf/urIYtc6d2vp2LFjqP6sizX1dlNy7Bv8pZQ2Al/rAFtrJhpq7uTWMdjZWiM89gmbAUrVbiKidR6AlD1qDckxBtsBTuqQuZIlrx0ws6fkzRXJI0dnrYUX+CgD5P5kSz1Oqw6xi1Qk1njyxiQbOFQ2fzY0B/XsbL9JrX0ps33sDbCuWVFOY+nLHvSgm/nqQ442NgciHZMnF4/6SsY0Z2Oxm7nT11qIote1Y2tEPtn0LeXKfWQeng+uco3l2VQ3qNw0AZSdViCj8phXzZtDzXdpZ4EbwwLNjTFIN0Zngc4CnQX2IAt0qnQW+J5YQHSIg85ZrY4wRTilHE4OIeIMAmicUc4mxx8f4mhKOZheUMJRL6W0z4iq1wcA0a+UKx1UbZWqE1vH5DDTx7j6cphLKQEw6ON4rZcbcYYdMVUHFFRg4flGbyT1JzTINDagUcqVUR4gxdxKKWEO9c9zGJdNyPT8GSfaM4J0Usc2nG19ax09SyntG0WrQ11Kad+gym76sbH06qiU2ZFOskUzgXPPiXoLKxsAaNrI4MB7QYvn7UopLWBXf3XEFlfXztalzN6Waz2Nj5/9gBzHKNlHhNU6s6m1I5f9rAHQUm0AYPnTGBWQkaVO6hk/bzXFD/AAYHVuNWXnChw9h+k5WuMj6wfM6k+/qqtnia2XI7+i08YCumoEzzFQfx5EhFqEUTuwZV3tnyoLIGUP61f1KWW2Puarn4ifGwPeAmv+9oobEOyjvZL+pZT2rcr2inqRUJFDc3JM1f4oZXZ9sLW3HJNnfqWUMGd5NjF3EXty9Ncmz85sb6/QWx27iUiKMpJXdddmP9nj5m0NrKX5WwvHxOWBTrzWtl4XItX+zInjvcazF9hbNNqeoH9dN5F4px9Kme1Rdibv26mU2dy/vb4rdxa4oSzQ3FCCO7mdBToLdBboLNBZ4JotcNPm4FgCgWYpLWXmzCpX4miWMnMAOcscXFRKaf8eokiFl4PgF5UDNEUyOJvqVhIHk5NbSmkBmDYOrhSRz9HF99///d/BqVZPB440p5iTLq8fgAVc+JMX+omW6acPkOBZM29EdVSzlHLF8VFteOgiJU8qwiPleAN3HGhlz2Y+97nPDU40YAFEcPaBTMcL6VnBLn0AGpE/kST92csY5qdcnXX570TmyQ7aHcvkrHPqgUttxtb28pe/PH7t134t/FmKym88bVdH5l5pJZ89oVxlABfm6uhmBW0AKIAE5HurMYAEyAHr/iajNQAAAR1t5LGpY6aebQWG1LEjGzuaa/+JfpUy2xvW3DwRXjcYHFtVjx8wVH/yySeHKLMbC2TRVb1+jjR72zJdHDe1LuZFJ0dfRWm9SdZNE/LNnQ3xkFvfLqxs/ew/etayulKK4QKwdYzVi6S8XMsaW7e2ccV/9LIPADkg1j4mxxFsbfRkP0DR/najxNyIoKPUtSXvRgR7fPGLX1QdbEJH4wO99rMxRCkx2EMisUCgl/jU9XQsXvTYcWV8+lRb0FV00jiuJbbHo9514XdbpPwAABAASURBVEi0NQXY2UW9zwTHaT2va071+WrXD3u7ueAGl31ElrHwySNjSTvqLHBjWaADnDeWpbtxOgt0Fugs0FngZmcBziGAZOKcTM4vkKDMWeV8y1cCUGpeVMZbMZWf+cxnhr936c+PiHaI0oikaFspg2NdSmlfxlKdSs4mPqTd32gUGfLMl+chOcZ13Ol02r78R5neHFf9vHXTs2tADfDFCX76058enhUTieMwezkNXs46x5he5KhD9Khz90yaPw1jfg972MOC8+xFSo4tevMsMAEQ6PegBz2ofbbvZS97WQClnHKgC1gwDp7qTJufMjtLr4nm5+dbFmDuIQ95SHDcvZTHS4mM4c96eGEOffxpFu06WFfpNZH5I3zmL61leXqLigEH5u+FUF5YpM0xWH/+BeAFcF70oheFduAHGMUDVNU5i8J5rtfNCXxeHsNW7OkNyHT3UqFSrrzpoW8FS9bGvEURzRtAevaznx3sIAJITyCMrYwNGEqtvWcaHXF19NSeML68ubKbvWosNrCvRFwBKDcwPJcMkJVS2kg9HrxkV2Inec+SWvP3vOc9AQzax+oBPKm+VS83Keyheh08/OEPD2929Sd+7Dd62dPsTr41BWrJkZfqY+09/8om9iCQ9853vjOAczwrdS2lhOds2cMLfTxv7eVC1sDNGUDcDYYjjjiifb6ZLciwx50icDPJc7OOj1tv4BiAdBPmPve5T2sfIFJkmc6vec1rwsvGvESKvZ00EFk1pnWqupkPYh/jddRZ4Ma2QHNjD9iN11mgs0Bngc4CnQVuDhbg8HLi61yBG84vx08dZ1NZnmPOgeQQInnOIqcT0BQ5Ah44vJxizj0nFFAB7KrDzRnXjwwp2eqkVReRHs+EAhqidkAs0IiHk0o/43Pc5UW1RPuAFs42h9mzgCIxwOvrXve6AEzwVhnGNid6qEMAdiklACMA1hFVzrxIp6gRAGtegB/eGknjrItCAeAVfJkLUANUiTrRkR2Mc22JjniNLXX00zheuEPvV7/61cEugDTw5Q/w46vHVOWvidig8tR8TYFiOpgD8C0a6eUvjvTqA4i/4hWvCLYHXoAQx5vlATY89o8jlvKijXQmy/O+733ve+M5z3lO+9Ilc3DcVrTYDQH89gw7yrsZYj+IZFtnz0V6WZCIKb3cZNAGMAE0+gA+9gid7AFj2eMitQAZ0CMqTW/89pRxROndOCBflFO03hFRPKLopczeeGwN1KGqs+Oi9o8/YeKFTq4F7WwpZds6J3l19j8bAe8itfY+PUVg7T/A3g0UgNzxVfvBHjc3wBSoO/HEE8N+dePHXjM/YNX4dTzXu/FcX+bkrbFkuU6Mpy/Q6iaOFzLhRXSrNnzpS18a7O26NC79RPLdBHFzoUZMAW1RTiDTnnFduI6sj/l4izXZK8n1Wcosur3Stit5unxngRvKAh3gvKEs28ntLNBZoLNAZ4GbtQU4z5z4agQOKieW06sOWJCiUmZRJ3WIk6xe6m8hehMlAMZB92cqtIm6iPIBb5x/dZxqDjCgpIzIkFZdpMCDP8EgGsbJFhnDI7oCFAALnGR1nG8pEomhiyOJjkNyikVmVvLgE+Hh1Hr5jDJnHLgScQKeHbEEfgBMwEDUDgipenC08eqLRI2AGs/QcbqBIgDB2BxvgIHd8CJzMn592Q5wr97cpdUm8gCdFAEx9ACUAD9gAYADrLUjgEDqBgAQBcyVMjv2WXUQgTIvoI+jj7+2mZtyta+8P7WB1zFNUTV1CHgBJLxAyvqbp/FFKsm3jkAGXsTGT37ykwNQBMrsBespKu4GBR43FaT2zFXZw5j6k28fAbhAvbfjWnNl/VG1q/UHnOnqT3SIWIrKikLiQ3Sra2qd3ehwxBSA0xcPEr1nVzcYlJHIqtQNFtcA3UTm1SEgVsrG1kN/x1DVoWojfPRnZzLY3F5lUzZ2M6Huhzo3N0AAvnPOOSeAQ1FHPI732o+ApTFc71IEGAOdIsPWwLUGtIpMezEW8IoPVd3kfUa4JkS5XRPm4A257KvdjQSpdaODm1H46GV/APtOLeC5Kipl9jlT9+RV8XR1nQVuCAt0gPOGsGons7NAZ4HOAp0FOgvczC1QSrnimU4OM4DF+RaN4hzfzM3TTb+zQGeB62SBrvPeZIEOcO5Nq9Xp2lmgs0Bngc4CnQX2EguIIAGX1BV5kgKapZSo5eh+Ogt0Fugs0Flg77fANcygA5zXYKCuubNAZ4HOAp0FOgt0Fvi/W6CUEiuPC5LgSLE6wFO5o84CnQU6C3QWuOlboAOcN+4ad6N1Fugs0Fmgs0BngZudBbzQxwtUvDDFs2xeWHOzM0I34c4CnQU6C9xMLdABzpvpwnfTZoGOOgt0Fugs0FnghrKAN816cQ+w6Qitl5x46Y0/M+LtnzfUuJ3czgKdBToLdBbYsyzQAc49az06bToL3Hwt0M28s0BngZuUBbyN1dswgc06MW/+9Dc4vUW01nVpZ4HOAp0FOgvctC3QAc6b9vp2s+ss0Fmgs8B3ZYGuU2eB62qB+sKgKke0U96fJFkJQtV11Fmgs0Bngc4CN10LdIDzpru23cw6C3QW6CzQWeCmYYG9chb+DMpKxUU7a7mUUrNd2lmgs0Bngc4CN3ELdIDzJr7A3fQ6C3QW6CzQWaCzQGeB69MCnazOAp0FOgt0Fvi/WKADnP8Xa3W8nQU6C3QW6CzQWaCzQGeBzgJ7jgU6TToLdBbY4y3QAc49fok6BTsLdBboLNBZoLNAZ4HOAp0FOgvs+RboNOwscFUW6ADnVVmlq+ss0Fmgs0Bngc4CnQU6C3QW6CzQWaCzwN5rgT1G8w5w7jFL0SnSWaCzQGeBzgKdBToLdBboLNBZoLNAZ4GblgU6wGk9O+os0Fmgs0Bngc4CnQU6C3QW6CzQWaCzQGeB690CHeC83k3aCbyuFuj6dxboLNBZoLNAZ4HOAp0FOgt0FugscNOwQAc4bxrr2M2is8ANZYFObmeBzgLXwQK7du26ovd4PI7RaBQXXnhhW7d79+429Z96JI/0q2V5dejiiy8OcuSvinbu3Bkr5eKZTCZtXZWnDm3durXVRx5PlTudTmN5eVl1S/rVNnmVtSy/tLQkiR07dgQ527Zta8tX9Z92/KiOoe6qeFfWGW+lHehY27XV/FWl2tHKNnaqZXrUdrpv3ry5NrUpXVfqKM8O6jGwd9VNHTuor1TblPWVVtKXLPOR0uvSSy+tza1N8SA8Gqq8lbKMWctbtmxp94g5IX2+ncxZnb1Y5Sp/O9kjK9tX5iuvOcvTf/v27bL/i+p4VXcM5lr7KpOtbB74pWyhvs7D3PAi40nxso88ktdXH23qlKXmU/PKSJkulVcdGcrGqKl6pI1OVVf91X8nwmveZFUe5ZpfmdJ5ZVleP+tLjjxd1RtfiugorWSeK9tr/VWldKnj1jEqHxnGru3q8aini/JKwruyjIduxqj1rrGal7If+ZVPXn0l7easvdZZg5rv0r3DAh3g3DvWqdOys0Bngc4CEdEZYW+yAMdpfn6+BWEcpl6vF/1+PzZt2hRAzdzcXDsdDhXepvnWr2S8GDhtF110UXDyNm7cGORwvFc6XRw9YywsLESVq05/ctXpx1lUZ8w1a9a0+pBf6zl1dBkMBlEdQ3roq5+8lEOL5IfDoaQd11irV6+Oyy67LDiZZLWN+R/96Uy2PlLjqcdX9aAb2cAQGdm1nTNbyuMFbJD++PVVL8Xz7USfSy65pLWhNnaq9qFHnR/d161b1wLxKo+u5qUfki+lhHplNjEHc1O3uLioOqyHTNW76omPvZWti/51LHrts88+LdB0c4E8PAiP+UrNU3+yjGFMesnX1JyQOnasvMrmTIa9WEoJY6k3D3aVt+fskVJKfO1rX2vXtJTS7md85JlHKaUFuKWUWLVqla5X2LnKMp4Gc5Xav+Zqfsp0MTdl+pujlC2MY3x81kaKjC0lu9rHPPVD5l7XoJSCNaqd7O26v/DShRw2xUieMn1rqh6Rq796fZF5uqZrf3xsRMdSStgDZJmnNmWpdnzyiCw6k2/e+PWjdymlvV7pipetXCdAOV3UkcWO1k3dSn3Uk4dHH/zshc+clPHQSZ5sYxhb2ZrRrZTZ3qcXHm2I7MqLzzVHLvnkmA/Z+uFH+NThM3d2kcd7Teujf0d7jwWavUfVTtPOAp0FOgt0FugssAdZ4BpU4Thh4Txz/Dj15557rqpYv359C0g4aRwtDm4ppXXqOVscL04sZiBo3333bZ14/GRVxxsPp6+UEtUR1YcMzh9ePJxFAItzp92Y+nEwOYB0RZxD7dqMK8/xq/04kWTSn1OrnWztxiFP3dq1a1snm0NrXHWcTjqWUoJ8zmYppeUzNp3YSko2MMQO+IxrHO146Qbc0BfVOUiNddZZZ8V5553Xgl78gMuGDRtakMiG9GQfvPLkVz1LKUEH/ao8fdgBX+SPNgADMJA3X2uYTe2vtTZXBX05+GzBBvQtpVwRRWYL45grefqYs5sL6ulV+5u/eatHeOlPNvvor51O3/jGN9rINh6y6ae/MjIXuiFjnXLKKXH3u989Hvawh2kOe47cd77znXH/+98//uiP/qi1J9uYB3mllDAf49kXdLEX2ObEE0+Mpz3taQG4EmhsPPL2Lx5jK5sLmeZtDvLmre8zn/nM+NEf/dH4t3/7t3bf1D7GtefMw7h0ME/15OCra2BcdfiNZ//U/aWs3TVDDkCGzIMMeuBhC3x0tT9LuRJ8G8c1wTb6nXPOOe1Ni1JmQFd/pM048uQZjzzjyGsni37VvuoQPehvHuZsvcmxt6XI+OxAXiml3cf42VofbWxL18gf9lJnvuRrq/bTliztLx5rRjcVZErZQfpbv/Vbcac73Sne9773KbafRa4JMsmmV50PufQjw3hk66Rs7eXxXtP64Oto77FABzj3nrXqNO0s0Fmgs0Bngb3QAhwqIIBTf+CBB7bRIE4n542zuXJKHM1SShtd1I8TWtvxIo6Z+lJmESVOH1kcOw6plMOmH0fP2JxFqbJ6pB/nkvO3koyhTUQQn76lzBxnTiQZHElO7Mp2spA6QIGeQB1SB7BVmeRzNo2FjzxyleURkFXHMC492IQsfdDf/d3fxXvf+942IqisD+f8kEMOiQMOOKAFmGzCOedw4wEaqp5kyZMv1Rcwwm9seuChFwcYnzJZnHb6kKkPYnvyrfXKvkBBtQMeMsiUsoUUVYdbf4AEzWeUXH97g2x8xrRmxmA3POyDR5mco446qo062ytIX2SOZOBXrnqY7//8z//EF77whajrZH7G+OY3v9nuSePoi/Qlly7K7McGF1xwQZx++unxpS99KcjDox2RZ/742E8dWyrL28f0MQf2Ym83D4BhdWylHS+yp/EY256relc56o1vTHV46/zpzYbGVueaQfYlco2qlzdWKbNrQF4/aSmlvRFEvjIqpcRBBx3URlOV3VCw9+V/6IkZAAAQAElEQVTpYwx5tiTbvMzJWrO1mxWIfmxcSolSSitPXzZkB+tn/mSZgz1LryrPuPQ3b7a2p0opoY7ss88+u83rTw/6yCNlusqT7RoiWxmRaY/Ju+asz+c+97k488wz2wi4evPBR1YtW2tzMl9t5kIuW9u7yHrhp6M249PZ3BF5CE9He48FOsC596xVp2lngc4CnQU6C+xFFuA8UpcDyOHkPCFOFseJQ6YdqeeI4eVMcbzkVzp96vFyMsngtCkjYylrq3ycODK1I2NwHFfWceT0W0m1XUSQs8fx0x+vFAEDnFhttZ4DiZ/DKDrGgTWmOn0ANjLlV9abCxl1XLIRkGUMcvUBiKqTrO7Tn/50PPnJT46//Mu/bJ1xdWRVR5g8NmYTzjmwUXmMT2Yl48uXUtrju3VsesRV/JCjj7nJGxexfQUftW+NatNFH3Yh0lrQQx2wpA5IlgJO+JB9gIdcQES7Ma0ZPWu79cannS51/nVv4LOfSiltJJ3u9MUvf+c737kFDJ///OdVtRFiY9KJDeXbhsv/q/KkdR703X///eP2t799AJ4vfelLw00WOuhPL7xSYszBuhgfqUN1nvS1Z9iy9jGvOk+yat6ew6s/29oH9qJ+9GIfpD+eakPtCO/K/ayP8Su/OZRS2sg0vUXQSynhWsVLJhnGpZNUHXBo78sjOiN54yGy8ZEFGCL6GZ8s7fYPUi6l6N5GfPWnvz3uc0UZj3UppbRRbkCPfdWXMgOvBx98cAtkrYs++AmlG3l1T8pbf3PWjlyLdDVHa/Oud70r3BhwPZLDZmwij59dlK21OuPRRVsppdXD2pifdvXmb0zjIzJW9sPT0d5jgQ5w7j1r1WnaWaCzQGeBzgJ7kQU4YhxFKnOEOU8cP2WOGgdMVIJzrI1TpY0DyDmsYODUU09tQRBHjCN3xhlntEfllPEjY2mr8tRxPlfyGIPjqE5UAk8pRdJGtPRV0C5FHECOrDwHW8oxlCJOYCklzEHZHPSRL2V23NJ8jMcW8troYn51nvTSVp1QdtKGtxLwWZ1kzi2nVyQJnX/++a1jzaHluOtPFqe19qeDenKNrx3RnSPLucdrTiJ0IkTKK4kzbv548XG6tdPFTQV56yo1jhRgk3LgS5nZmx50pUcppT1iTRfzwmuu0irTuOx16KGHqm6de/ZUKKW0Drv1rnXmbQy6WL9SZmvEBuZrbPL0Z3d7R54O+O1XelsXMvUhCw9SrkDauOZh3e1r7cpAVtXX/qSTtq9//euSlshhZ7rYOyqNA3DJs7G1YXPy1dmfpRTZ9plGtiEHD35zoLe1sU6V39yNgaqe5k4+YXjpqI4sddUu8sB9KSVcf8rsI2UfR2itLxnGLWUGRM3N3nRtVVlsg+hpTsZkH7LU0VPeXKSlzAAiu5DN3uS6Hq2V/m5QnHbaae2NBOVSSvs8rT3INvPz8+1nSCmlPRatv5s35Ffbm7cy3aQAvJQ+IphuICijuj+rPuqqvvJsLkXqzYtNXSf0YadSZmtoPehgTeQRm+pLp6tbHzwd7R0W6ADn3rFOnZadBToLdBboLLCXWYCzxDmkNofzKU95Shx22GHxgQ98oAVHnm/7yZ/8yXjAAx4QT33qU+NjH/sY1vYYKKeLM/q6170ufuzHfiz+4i/+Iv7xH/8xyPj1X//1OOmkk1pe/3Hg/uEf/qGN9j34wQ9u+R/72MfGP//zP1/xMhh8iJP5+7//+3HEEUeECOF73vOe+IM/+IP42Z/92fbZvV/6pV+KD3/4w1jbo4Icd87pYx7zmHBEUx9z4jxiAlxExACLH/7hH26BJ8AHBGjnaH7iE5+I5zznOaH9uOOOix/8wR+Ml7/85a0NzJNDyhnnUHPaX/va14bn9ox33/veN8zF0VkAisx/+qd/invd617xi7/4i+E5xbe97W1x29veNhyjfdWrXoWldbbJftOb3hS/8Au/0I55v/vdr52j+QKUdVzOPtLxox/9aDv27/3e78VtbnObeNCDHhS/8zu/E//+7/+uuQU4HGDz5ySbp2OE1uT7vu/74m/+5m+uOFJo7joZ54//+I/jjne8Y9DPGrAbu5KDh7PNRv/v//2/+Jd/+Zd2bR75yEcGuY6zctDx/eu//mv8yq/8Svz8z/983PKWt4z73Oc+rX71pTrWy7j23vr164OD/+Y3vzme8IQnxEMe8pDWlp7FtDeMTyaAQT5QQUfPcaqvhI++++23X3zlK1+JZz/72fHLv/zL7XOVT3rSk+Ktb31re6QZ0AFA9AMYyLW/7WPAR51ImDo2dXT3N37jN9r1MS97QF82YWN5pL6U0j4XqMzm7CWPPvOZz7R72Pp6jvBRj3pUvPKVr7zi2VH8xgcQ6WQ/vuAFL4gTTjghfuAHfiDoY70/+clPEtceQ7bHrZsK60wHetn/9p61BiT/5E/+pL3u2Pf+979/KLOXvvaScX7iJ36i3fuurZNPPpnIAOJKKQHEqvj4xz8ev/u7vxvW/J73vGcce+yx7TXz/ve/vz2Cjwe51l//+tfHHe5wh/Zz5KSTToq/+qu/iic+8Ynx8Ic/PB7/+MeHdrx0YEc3D8zB/IzhM+J2t7tde82/6EUvCjcOtJdS2mtSX3vInrcn2fOnfuqn4qd/+qfbvcbeeMiWIutJ5tvf/nbFloBgGdfHG97whiDj1re+dbCdz7GvfvWr7XjGYls3GexDNn7+859/jetD9l5LN0PFm5vhnLspdxboLNBZoLNAZ4Eb3AKcp3qnn9PnaCGH8VOf+lT7chYAinMPKHGQASNOHsW0AWBAgwinF6ZwJDmXnH5RPXwA2p//+Z8Hx/+DH/xgOBbpZS2cagADP1l4EXn0UudlMC9+8YuDA3mXu9ylfe4M/7MTUHz2s59tga8+ACSwwXHnxHLeOeTakDJArQ7gUcexl/71X/9160S/5S1vaUEfR9PYT3/604Pe7EGfKht4+e3f/u3Az0EFOs0LMHnZy15GZAvQga5HPOIRwUkFMgCgP/zDP2ztCuCQ9/d///dBljlx7NkDKAJ2H/3oR7eyOLulzCIt//Vf/xWAB3DPSf65n/u5Fjy+8IUvDOOzqU6iSuYKhJgnsO1GAiApQskeHGiAF8iyBwBCx0SBFfvAuOxa5VgXfMDlRz7ykQA6TjrppFCua+2mAvsB0Ycffnj86q/+ahvp/rM/+7P2hT7AN/1Kmc1H/hWveEULiPQBcsj70z/90wA6OPWAqXnQlz7SKofuZNDLnIAlAOolL3lJfPnLX25t44YIPYB+vIhM0TB97JdSShtdA+rV0YEubiTY93hdH8aJ/GET65TZdg8CsVVHdaWU9hirPIDvhg0b3OIWtwjrSp6bEWxlHGtkXDb3nCEQb6+4VgBsPOZlT/7nf/4nsWE/25dVJ5X0ErV1zbETAOkGgj3v+vniF78Y9sprXvOaAKABWSD+rne9axuBfvWrX93eaBG1th8BNvNyw8YNCXOhq5scQJ4bA/aq52CNj4zFVj4T3LgyR/vV3H2W2CP0+tCHPnTFy5z0cz27wWUc83KDSfqbv/mb7Q0qe1/ZHM2dHYBxe4QNgGn72d551rOeFeZV14h889BPnTVnb3ra99YCsb/rCDD927/923joQx/a7qNSZs+VkgN4u/n23Oc+t/0su7r1wd/R3mOBPRlw7j1W7DTtLNBZoLNAZ4HOAldhgVJKG/3RBGhJRRpE7Dimz3jGM+KNb3xjvOMd7whO5K/92q9haR1tGQ4oACX66e2hjtFxmkUKtYtQcs44hJxGDiHixN773vcOebLxAjwcVo4hJxIYBDgBWW+Z5BCLLurL2eU46sd5pAMQx0nmeKqvBGBwVr+9niNPrqiNOYusAorACTD37AS2QBU5xnBUUQQGuAVKKlg0X6ADqAAm8HOegQsRvCOPPLKNvIj6iUqyGccZQKWzKJHIi7EBLyCMrURd8JKHgF0vurEeoryirF5IJGV3b+AEkEuZAToONNKXk8+mnidlC/lSSruO7Gi9RXbcDNCnlCudbLy1jixjc8iNSXdzYWOgiB3obhyOuTmIqolYWkv9gSFrAfSw4QMf+MD4j//4j/YFPoAiQOsmB3sC82wgwiW1ztqATQCRPODIvNnidhkZA4AAEjdOjKsf4EJf/CJ8jmOalygX/dWTYf9pt5+BEPamg4gdvfEh6wbEyLOfvCirenNTrjcFXAtsBvxZq3e/+91hr9lnz8nIOhn2Vykl3IQwtmvC/mcDN3Oe97zntVHlesPHTQX9jKMvHZTpSIfTTjstrJk9AfDZt25IsIW9CZSJxFsfIA8fAAdgrzxSzEauUcDMHnEN0gUgFg12c8nNFGMj4xtD3n598pOf3EaY7Q2Re9eKzxlA1VoCgHjtf/uGrvSyXsApvd0ksQbsiVcf+8teA1ytu/m4CcTGyvYAXraQllLa6L99Y/9bI/UAphsYTmdYD9coHayXvaGMz801ny3q7VVzuzbro29He4cFmr1DzU7L770FOg06C3QW6CzQWeC7sQAHTD/ONudbZEVEhLNWygy8HH300XHMMce0L1rhiHHA9NEXGHBklLPPkS9l1ke7KEcpJRwndGRQHSdWH1EM4JJzrV40UIo4ywBYBWjqOJp0IwcQdGRQPeexlNJGqegT1/KnAj7HREUBdeMsiwaK4HCeOft0YReRH0clRZGAC7z6iPBxmIFFYBQAUM9+AEEFA+oQcEYmRx6Y/qEf+iHV/5+9N4G2JMvK+r8Twx3e/HKep8qqrJGu6ommgab7jzLoEhoERBRsRBBx4QQKOKyFIggIKssBFZRBWOhiLUBUUASk6aarx+qu6hozK+d5fvN7d4iI//c790XWy6zKrOqupiuz+t539zvzPnvvc+Le/cWOiBujYkTxiCbCG2DNWAjnHEcdAEuZAaTY8j3veU+8bBFQyRrSBvANIcTIFWV4YjvGEOms7cQ8ABH4vO1tb6NrtCOZEAJJjBQiL31DCOIyYkAiutWgD8ef+wSJYgGw40D/I1oKoGdfAGqIvmFL1owH9oQQ4qWWDz74oHsrzkWeSC6XerIuzMNaQNgO2et5GYS92RvIz2XRa+dn/yATPGoQQl/4IEMIAx3hE0KIEVn5xTpywoDInItRLtKasEWdv1nKnmCfYyuOp7ofa8HJGSJsNWhDJtpZG3gzP2NDGMjHGgNGa3DHfqB/CCGuMetHGZ0geHAy5cCBAxFocbxy/GJP9ivHFmuDLRkHaCcqzZzYmTpk4sQKl5ByIgJAyv5kLwDOuZQe27LugEXqkQOegEHsRx8uDYYf+vLAJvIAVfqRhxfrwXEHUUeZFMAKsGNvIzt16MbVBVyK/fa3vz3qF8LgkmYu9UVXQCt9b0XsRS7XZb99yZd8SezK3uQY4gQD60Y7xweNnKACjLP3uFcbW4UQaNLN1ic2Dv/dERYYAs47YpmGQg4tMLTA0AJDC9xpFghh4CzVjh8ACSeTCBJOKw4khF44cjjNmEULTgAAEABJREFUABmigdRBOPI4oTiVtXNOPUREgAgYQBLnDWe05kfKJafMDXgEzDEGoh/1ACTKEECJFKeZepxFIhPUQfAjDWGgE/maQgjRKa/LdYoziV44suiOE4/zy/yAUPrhbBIZo46oErYh0kukh761c86lde9617sYcm0ubAgBiGKD/5EPYRA9fPjhh+M9eq6OQB4ZsCcgHKCAs48dIJxo7Mv6cA8l999Rz1gu6wXQsw6cDKAOwILM5JGRPJfswp8IKfU1AYwAQVwqWdfRr86HEOJ9eqwnc3BvJgAFniGE2I2IGrIRJY0Va/7hwAM4WWNsThOOO1ElQA9ABv2oZw0AK1zOStSKExnMQ3utbw1G6A+xN0II8b5CbEQdtiRlXi7/pUzUk7EABtaOtQkhXAOTzBNCiL+7unPnTmETeEC0AUbIs9cg8rciInTowj3BgBPkZG0Zw72CXDZM1I57BamDAGXISlSY9cce1HMMfeVXfmV82jE8sAf1IYQIkpFPfpECyLAVx4mr4uW3pKwP/JADoMhc1EMhhHiPMTap9xD1RHg5ybIWxMOfNaUduZiLEyEhhHiZLPuNMUR2OV7oVxP9yXMMoSd5jgnGHD9+XFxGDxhFP6KRgGOujqhlJfqMjux37MF4gCApbexb9j46UncrYs9y0oo9Qj9kgAd59gjgGL2QlTpk4bOCOYjYvpL1YdyQ7gwLDAHnnbFOQymHFhhaYGiBoQXucAvg4OGQ4kxDOJakOFg4zEQ5cNjXOsiAEMbVzjgmwNljDI4gjifOKo4mjiX86j6ke/bsiZf+cTktY+jDvMwH0KMO5xOnlrkYA+jE4cVZpwzhvDKWlHI9D/kQBqBobR31AC2iXtxnBvABHACo0AUKIcQHu+B00h8HmvvekIlL7bgvlUsQAYDojIz0I08KDyiEAWCjDhlx/HGaKRO14rI+eAH4AF9crsj9drUu9IPe+c53xoexcJkoEVgehMKlhUSXaIcvjjJrSLmmmg+RVCKzXNJJW20PTgqwDgAz6iF0JIVCCDGKBF+c8lp2UvShD3YEKHAJNrZk/QAvIQQRHecyWWxR82WNGUdECyBfy1jbkJSIG33qMfCkXMtNHmIscjEfZYgxtWyAHvJcEo3MtKMLaV0mj0zwpg6AA0/6MZb2tRTCYE+trbsxjz2oQz9S+DEHeYjIGin19RxEBVlbTsJw7yeRXu7xZT/QF8KOpBDykq4l5F9ri5p3CCFGrwH+dZ38QkcnEWizd9cCTsAtQBAZAPMhhPjQohCCWB/ul+XED/LRFz7wIAXUk0KsByn6c7KCPJ8bpOxJHiYEMOeKCAAmDxhiX/LgpsiPjiaOTycRRHNZK5fecnLi67/+6+NDp7hkmXWugSN9b0YARvpybyoAnM8ZZGGfhRBE9JnPL06ysUbw4RjiOETOV7I+jBnSnWGB5M4Qcyjl0AJDCwwtMLTA0AJ3tgVCGAALgFcIIUbqcFxr5xRAE0KIv/NXa4ozCBDE6acOB5j+OL21A1pHiqinD0Q7KZfH4ugBTgGzzEcbfes8/SDaSXFe6YNDy/zU3UghhGtVIQzyyHat0hlADVEMgBtRP+7N4l41HmBCNIwHhHCvItFbd4/OOveUcZ8Y9x7Sn/vZiLZwiSQOMv1qQIAOyIoeEGXaIZx+QOs3f/M3x/tjAV7w4cFMgAzsgvNL39rZJWLFfZBcKgkw5ZJUwDKRHu6XJOqLLSHG1YSe5NED0AAQwt4hBAEmAO5Er+kDCEBO5K3XlPoQQtRffoUwsKez8UnBpAABgAQOP5cWc4ktJya455BIJlFxHHhOWnBpMHZhDACZtWQ++ABIWCdkoMweAvAjF8AIMFDbl3YohBBlY6xWX/SjP0XyIYQoa82XOvLMDdGP8cjFniKPTNiSlPraHiG8oD/jbkasMTKEMOjPPJwoqfvDlzzzAZBIH3nkEfEgHPYZxxXAk/uJAWPsUwAQMiE7MmEriDy86pS5OD6oAzyTQlwOThvHEuOoo0x+LVHP/NieiCEysH4cF1z2y9pyOTgP5+HSb+4LrYE1fEIY2Bs+EHMwJ3lkR1f2C3OQ5woBLp3l3lZOWHAZ71/5K39FgDtAZR0ZZzx5Hn7EJfkco/Dh2ACkEsXHxvWxQ/+bEccVc/F0W/hxIocTJxzXXNnA/bPsY3Rjv8CHCD4nmbgcH9lvtT70f73S61GvIeB8Pa7qUKehBYYWGFpgaIHbzgI4hQhVO1e181oDFhw9nElAGv2gui8OOuUQQnwQDXn6AlJxWsnTt+aJ00wfnGIcP9rrOupx5oiKkqeNtHZocbpx/gEsNT9kDCHES/rou5YYD9V96zbmxunHqQXsAbqInhKR41Jboh7cA4iDzGV1gAJkJALDw16oA5ByKS0PKuEyO8Ab/JEPRxo9QhgADmSo7YRDjQPPE0J5kioPUeFpqkS3cL6J7gIKsQ084AlxiSngElDCZbXMyWV+OMA8bIg+awkZsHtdB3AhT8SRlAf3cEKAex8pIyNpCCGecCBfE/tjrQ3REd7MgawASSKl2APHHNDMfZWAAZ7USx36A8JYL+zJJY3wDyGQxAdYhRBiRJUK1hzAxDzMBzGetprgCT/kq+tIAR6k2C+EEH+KBlmpow1ejKVcE/rT58Y26tfyZ0/UY26WYlfGIDt9kJG0phAGOocQ4uW7dTs2BGRxySfRc0AYl32y1lxqW49/qZT1gW5sYx9BIYS4riEMUvohXwiDMnlOAlDPsQtx9QEAjmOB/ccJKUBofbxweTB2ZD0ZF0KIl/4yH+WasCknDup6Uk4eUE8fIqaccOHEDcCWfY7ePAyovieTdQAY8gRpLiXnQUScLMJe3OfJ8YP8nEiB562IkxnMzf2Y3JfMZwCAn0vd0Y3bANjLrCEnD9gX8ENOAPinsz6MH9LtaYHk9hTrlUg17DO0wNACQwsMLTC0wO1vgbUOPM45ABGpcbRIIUAe0QycWRwu6iCcZPrhCFKGKJPiLAJOecokzhl19GMO8oAULmkjQrGWJ3PQDsAlxTHFMSQPEWGhzBgcZOpwXEMI8fJcyjcS80J1PXmibTzwhCejUs+8yAZPwCwOJnWAUoAodYBU+lIHaOGyOhxgfgeUqAhAEtnoAzglrcEJvLAN7TxBlYgklwICxOhHmbWAL3NhP/QCuNCOPbi8jzyXieIY42gDfkMIItpCG4TspPBbm+JEAxa4V456oo847jjWlAEYIQSyMWpIBvmxVwhByF7zZk9Qzx7AQQccEiFmDGuG7LRRRnccfPLMj36sO/avgUptW/rg4LNnmI8ygAZe8Fnbr54fmQC89KUPRB5ijxFdA5gDlhjDOpCyjvSpiXry6IwO9KFMv7qNOtqovxXxEzPwYf/TDx6MpY4yewCerDNlCHvU/QFngG2elswJBXTicmjsxbgQQrx/M4TBeskv+DuJoJJ9tNZ+IYRYD596b9J3LdXj67q9e/fG+3d5uix1rCl6sCdrHuxb2lhTUvRjjdhLlGsCCFJHyjpwUgU9qKMPxzUpvIk8sq8B2/TjZAo8kZ1LeDlOefARQJEx6Mn6c28w/djT1N+KOBnC8UH0HR2Qm88+ZKrHAbbJs2fZf7TXdS+3Powb0p1jgTsecFZBimSbvyil7joqVcUy6YBcvOFduvxy5C7D9/UW+BwqsYeuV9f7JVZ+Gmlk5HExfWX/4lSvrOuw19ACf6wWYC+upT/Wye5A5jhviI2zToozidOF4waYoA6iHXAI4MEZW+sg46DCBweQPP0h6nDSAJzcE1ZH/kLwlyIdTABYABQRRaIMjHF1BI3IwmV7lGvHFjmQAYBInod4hDDgByBhPMCCMWtlIb+W6naiFORrkIRutfOLzPwsDCAOB59+AEp+OoF7vyhDOMM4olyuynhkoB55cJzJY9O1aQhBgCD6AHppw37YFV0BHMzJGuDg0o5jTESTp+YCdmirARyX1zIvoKCeC1DAOOxEynhS5iNyzKWIlD/84Q+LNQIswg8dqIcfKYTtQgjCNshc80Y/yvRh/ZCVSBT7h/Wr+xEJ5mctAOY1qAAMEfVEPvYG+gAaqIcf9+5xyTCRY9aCdUU2eNZzIiOycYKAdvYoY+lHPXlkAbiiPzJSx5wQ+RBeOEnBmBAG+ymEcO1eRfpBzMc8pIAm6m5FRK8BPwBLxiFXCCGCdtYbe7DmXOYMH8AmvzkLAEIX5mAf0EbkDZsCdkhDCBE80gaFEEheRKwpldgNO2E79KSupnrPYBPshGzoSDtRTeQm4siepR6iL+2sK2vEcYmO1NX8iYpSrmUgzxrDH7twGTl1gEROfKB33Zc+tBGxZE/wWUGKHuwzdCESTB+AXwhBzMexSJn9RNutiMuLsS/HP/PBmz2NvszBscYltciHXBzr1HGZ+CtZn1vNPWy7/SyQ3H4ivXKJAJil/yWNpgoPS/OGek77Ck7LWFfq1n+V2z3Eb5x+U2VOJWROpSlycTn2c7tTxtTkgcP3nWyBwZLKy3odVfaiI1k3Z1dPVCimDKnrdOPAz3C5nmdtev38FvAl3q+4CmamqKsneSGtolN6Ix93iTao0xvbP9tlvnhfDX225X09zcce8NaJn5CkEHXXdKRQ02plXazT1erXbYJjhXJ1ZAJnjTKXev7ET/yEcAop40hybx6XYX7rt36rcNSox1GlDaeZiEUIIUZDqK95c5kbbUQreLAIDi/ABeeap9QCgHhoDvxwZDlecGbhywNxeBosDiTjkAc5AJzct4jDST/G8jMGgDUiIZRDGDjg3G/1vd/7vfG+Uy7xDGFQzzw48cjOT02gG+MgnGIeksI9lgAk9KEeIMj9lURWQgjxnkB4Amr47UQcXnRFVhx39MQOANW6DB+iKURgiF7hsKMffWnDmeVSQvLwwckmj2OMPYikcg8mugISaWNMo9EQl+JShnCgIeagXK8xdVy6C2gmegRfImikyI+uyAwxrrYveYAufJiLNaIOvci/613v0rvf/W5xOWT9Mzc1D4AVwIGfRWEMhG7cpwiowv4AhFofAACXj3KZMeuDDsyJ7ERF18rEHOwLQBhryH19AAPAA/sJ2/C7iuwVACBz00YKT/Y8ulMOIYg5QggRbFK3lpiLMfV4yrQDUlgPQDx6UQcf7ifkZAr3+QI6qYewMfuYfVDbgHr058m82Ir1qe1NG7//yDjszN6lDsL2pNiAFPswrj5GOblAmTYIm5CiR82HdvggO/sX/SjTD/uw5wFc/J4ufbA19dgZHflNXGzIOHjRTp7jAh6UAXDkObaYG9sBUqnjSgUiuOxt7p+kDnuS8lnEenNSheOEuocffjgee5yUoMweYl4uP+anhqhDb1LGkiIP+4gya0MdgJdjABDPpcp1PW3ITvSUhyJxwoK1YZ0p8+AwPoOYk+OB/jdbH9qGdGdYILkzxLyVlFYB7+WmXdx+XRtu0dqK1faqTt0WYOgvzYq+NVEHud2goq6lNKTPHQuw7qIZJS8AABAASURBVGhbp+QjAvOe+LTTyASOUCzc9F/dgxS6acdhw+1kgdetLHwisg9Jr1PyRRXXtXK0RLq+9vVXwvmqHVC0w4nE0SPiBTjkdxD5fTqepvmrv/qrEdDwu3qAAJxVnDgcURxnCB7UhRDivXiU6Q+wJMrFk1j5/Twe0oGjiuMJfy5toy/ObAghgkP48yAeImZf/dVfLYgnRP7CL/yCkAcnGKcYwMNYgCv3CuL40Q9ACm/AHveY4UjjWMKX/ji83I+Gg0+eS1txeH/kR35EPJSHh4jw0BLu46ydSgAqwJY54AmQAVCjC/PQd8+ePbCP97FiRy5hJRoCUAfoPfnkkzGiyNNIie7CCz48oAS7EEElqkQ0jrVhTWAIgODyWWzE02yRFbACfyK1XIIIUMH+9AeoYh+caIAKeeoBtlwmCT/uHWUNcMRx2kOwX0GnVcK2zM+c2A15iTYCLqgHJLJfQgjCRsiEHDzchkuNOcnAPXY8RAhQQR16wR4e/PQMNuYyZJx7bMkDWniQEkCcp/Wy1vSHmI99xr6lzLqRIifOP5f1ElWHD2uBnjzBFLDwt/7W3xJrRn9shD7wYRyyUw9hH2yCrpRvRbVNebovxwTAizUAeGJ/5uNkB3OxlyHkYJ0BLpzQYJ8ylnkYwx7Bhu985zvFHueYoQ8Alf3ET6kA4ACYrCsAjrGsByky0c7JEexCH+rqNsaR55Jl2smz9ozHFtgYYAcP2rANJxKQhycqs2bf9V3fJfYO64ns6METnLEr49i3a+dlj7AG8MMW2Jd29iB17C/2MSCRteMzAztwAgVAiN7cN42c9GddaWOfAeY5VrEPnxVc9QDoRn/61mMAkKwpe4Y1pg3iN2LZK+xR7uH8nu/5HrFnOenDscznDr/1SV/0wP7ogE1ebn0YM6Q7xwKrKOvOEXitpOBCKLVzk7ohkr2fNFKi1HUomOjmf+4ywAn190CSusoFvxXzAw6uHL4/By3ANoBq1V9yNwTXfrpUM75JytxQ3eyZvJvr0mcgXWVof0bXU3A5xGPDh9e19IUZfZDdBpAhhIGcIXx66Qv6DHOfjgWCB7GFSJ29Q96fPTFx/HBYcf5wPnmAC84dZ/Bx/AEXgCUcYBxBLnHEMURCHH/a0jSNP9XBPYWUARIhhPgTCzi3ONEAD8AD90FyeRqREZxNopE4beRx/nHk4I1jxziiVTh25LnUkHaiizypFScRJ5m+jCHqAb/v/M7vjPceAi4BMQAOAC9gET2JWNI/hBCjWUTXAHk4uURcuLQPEE3UFXAA3xAGO4ioJA4uMsMPh5eoI5caAqQBETje8MexJQXQAjaZF3DJE3ABADizRLEAvTjVRPRw1AEY2BqAjN7Yk7VBdhz83/zN3xTgmIgZD0vhEj8u58UmABnm5BJVeBGxxLkOYbAetEFE3dCLyA1ONrJgW9oAHaQQaxvCIGqNPYkI3X///TSJiBXgggLrjk7YGfn4iQuiQdxvyIkL7mVk/QFj9KcvuiEjII0o9IEDB8RJCcAaoJRLGQFr8AEsAJyxKYAfQA5gYjz7hj7sB0A8YBy52WOAT+YkSsZ+rucmRXbACSCHtYE/Y9iz2AegRb9bEfPTzjHByQAAJscMtqrb2I+/9Eu/JIANevCQJo451psTBhwT8GAcKfuV6Dr9eRoyNuSyZ2zPvqOeftgvhBfWFX3gy96FJ2XshX1IGcP86AaIZ804/ll3dKYfdmd9GYs88EMP9gqyAMawNZe+cuIHEPjzP//z4piEP/0h+PF5QPSfPG3MQwpfPk+wL3JRph6ABy8ALZFLIuXsMWTl84OTKvSDiPLyhFyOA37rlOMQm7PvsDfHJscyxwx7jTHsCcAnulHHvOiMvuw/5uBziAgrl6Zz3HB1BetKHl7wYU9y/zOgG5vcan3oP6Q7xwL4CneOtC8habDTC+isKbF3zFdXncZ6j6Mu2FUfkBRW87ruZXMQ6QwGnRUj3FinHqFIii/3NIeYHf77nLYAO+G1McBrN/Nro+9w1tvTAquflPHzsM5fJ+lqpT+ar6v+XCngIOKMAdxwCnHcACpEbbhnEOcLJ4xL1eoz/dgG54xIAtEoLpUEoFHGQQ0hCGcSp1h+UU8/HG8AHfd84VASiYSPuwigE8JgMXAIIZzi97znPcKp43I5xhAJrB+ywzjmox8OIVFOLvvj9/lw7AF7PJUVBxVnlkgijjDj4I/DSZ4IEs4jv62HA8vPM3z/93+/4Cd3wEYAEmdjHU4nDjdAkPl5iAlgnIfS0AcAgy3Jc58itkN2nGQiJER0aAPocdkofAD7yIizjJPNZag8iRPHnLVhjRiDrNjg6aefFvfVAVoBne9+97vjbQbwwqHH/vSHsA1pLRPRJoAHPAHatKEfulBHmTGUyTOOSBY/BYMegGuAB3aB6jWkL/oCynHiubQWUAy4IgpMO7xIkY+x5AGKPImUCBprQPSMSyhDGOwH+iIX9zoCHolGMSf1gCaAD/MBOACe3HuLbf7gD/5AgAZ4MRf6cJKCvYZ+gGHWnT0BqAAg8dMa7FNOHiDbrQjwAi9STlywZoxFV2SrdWWfsz9oZx9ztQBAhnnpgywcI/VcnAQAdAIeOR7ZG9ilBl0AsXrvhjA4IYB92FfYiOgwoA1+yAbQIg+4Zk9xPHFMcAxQzzjsyMkOTr6QEvWmnqggtgPwEkXkhAKXKQO6AMwcX8zN/qE/xHryUynsk/ozAHswFzpzfHKMMI59RD0EL9aOsVyizkkm1poTKSEEcfKFkwL05SQLNv3gBz8ojn+OHU7eAPo5NjmxA3/koT/HELJQZg+gXy0Txy0/L8TeQi9k+JVf+RVxhQRjIdaA6C95jkHW75WsD/2HdGdY4I73WWtAGUMwtnks27MhjXXOvzi12tS7P/escYcmRegapkwMOoP7QbHS+ehS1akHD9+fMxbgaxmqFWYXkGfPVKv74lNNGf/yVLpLGXfgS83vxlf1HsivFx8i5kqbk9V36XQtuTh8f05bgP3IcVAT5RcZ5CUq2UUv6vc6rsAZrZ1XgCaOI9EBnDvUDmFgJJwtohW0Uw/hcJHiqAOMyNcpTiplCKeaFKodPaIt8IOor8eRrwn+zEuZCBggg/lxwmuZcSRx1gETtQMNoEIXZODyQMYTnQTgkYdnCEH0q8v0gxdRMerqKCF5nHEACWBurV3QC2JuQABRX9qRM4QQLysGTMADZxcgyZzogN6MrWWGB/oCYJiHS1DpSzv94AHRBghAHuwOUc/c3BeLDjjV1MGLlPlIsQcpIBUAg92wK3U43xAAhTJy45iTr/mRB3iQ1jKgB2X6Iit2ZF7sD6hlLPNiF+pDCPGna1g/7Eqkib1AHp0AtkR3iRqzTvCmjH3IYxf6MA9zIyf1RD1JmYc9jV2wOXXwoR79KDM3PAA7RDmpw0bUk6+j1ORfjuox9MMGXCHAegFQQgjxnmb0Q9Y0TcXJgBCCWC/GoAf2CWFwnLGPkDeEINYa/pThSUpf9MNe5OERwmAsfSmjE/uA+Wqd0Q8e7CnWBXuyNiGEeL8q5RCCat2RA17YkX6Mr/mzTtgOGVhz2uiDPOxhdGJvsVbwYF7WnjzE/BzvjK3lAzQylnb0Y33YQ/DFdvBkPuShD2XmJc/+oF8IAztw/MGPthAGddiu3mvMSxtjSFkfZCeP7ZgX2zNfrTP1zMN+Y15kpA/t8EZHUvjQxlj4DenOsUBy54h6c0kjuKT5eg+ZmldGHgfwfKGzzUKkMwIJal0mWaXB4bVaGCZDC9gC3kL+rwjcyLySchX31/V7i7G3H5W3n0hDiW4LC/BZWNOtBKqPh8/VnYSzifOEs4SjhDOI00UZu+Fk4UzjwONsUkd/nFccSZwu6iAcSJwvUkAJvENgFRSdb5w1+MEHfhDjGEMbeeYOIcR77kIIwpGjjTnhS6QGOXEgaxmRD2I8vOiLQ4nzh4w4qKT0x3GkjfH0pxxCiFFW+uGQEvVgLuSnD4QTj9y0UyaFJ/1wwHGSsR1y4PAyN04/8tMfxxnZ4IPeIYTrHsyETAA+dGM8fCBkBmQzF2NrUAxPnHTamZtLIqmjH4ABuSgzhrSmxx57TFxOy/1p/N4o9chKik6kyFKPp1yvMe3oUMuA7WijHlnhw/pSph9tjMcu6EZ+LXECgvWmDpBWAzGALbzhQ1utQ70ezINtIfRlLvrVhM2xGfsAPgAg6lgDbF/3I4UnsmF3yvVc5G9FzInOpOxP+qJvCCHepwvIRT72BilttT6sF/2RBR7IRjt9kRee2DGEEJ8OHMIAqLMuyMk+ZTxUrxP1jGM/sH/Qizx92LekNVEPr7qMncgjCylysLfIQ4yHP3lkZZ3SNKUY5WMc/NCHFPkYT98QgqiLnVf/YQfkI6WK9eHzBPnZu9RBtDOWetaIOmQNIYjPAY5hTpChD/xI6Q8/+kLcz8kTr6kjMoqs8GMs7ew/xjAXxH4ipY01YD7yEPxDeOHzLISXXx/GDen2t8Cd4O2+rBXjVa/sTxP5mq6FhVz/knlzjkDT7aXpxZFOzPPSFAwWIA1fr7EFcGFfDeEKv5iCNwZ0o3LeJtdtpRvb//jKAx0Dl5CvoVc7n9WMTxll7w+ocrkycB6QPNcLcwxkoG4gxwstr1mOp0q/GnrNBH8dTfziw0fXDhJd/6o/Ta+vff2WcAbRDgcbIo/Ti7NFihNGHc5y7exRhur+OGA4vDhljMGRI08doASHDScfnvDBcWU8Th/z46jTh3F1G44jTh/3iuHA4oAzH/zhy3iiEoAVZKzHUw+FEGLUBjko0weAgg7IgMxc0sd45gUYIA/t9GNMTcxHn7oML/pSxgFnDLKiBzIhYwhBOLfU0Q/5SdElhKAQAsUIpGuda/3QhTkZj1xEWpkP5xobrnXGYYKTjkzkmRuQj44ABsYxhjKycY8r9wByKSTjuFcUfdEvhAHgxmaMQYaaJ2mtC2tDO3UAOnhjB8axztgWPZmbOvjU8mEn5KAPY+hPH+rhR3SwBmL1HLShV11mfvpC2IwUHtiKPMCWFBnQse7DnNiWemSqwQbt1FPHOAidsAn5WxF90DOEoHo8QAtCbmRBXuwUQogPkqI/8qI7/eQXY7ERqYvxjT7ISn8qmIsx5CHqsSF6wQf7sEbwhhf7hzEhDPYaY0II8SdZ6IuO1EHIiI3JryXsRxngSPSc45Uy+5l1CsHftGUZI/nISztzIxe6MJ7jgzHIiE2QkXbkp425AYy00S+EIPYueQh+9IMYSx3rxXGDXNiIqDH9mJMU3ZiPvlxqzX2dXHrLvahc6UB9CEEc/+Qh7Mh4iPGsHfXMg6y0IytyQNiQuWmjH7a+cX2o/+zScLZXY4Hk1Qy+HcbeCC4Bjvg/dRrbVwWlnuyLUldwzydE+5CGFvhcsIC3/aegJmDzxu7UQTfWD8ufMxb41DbRNbPwxQNdq3idZnAcUa12NmtnCyecPE4UTiQOHv1wuHBoSSlTj9NL4+FXAAAQAElEQVRVO3khhAimcNhohy8OGX3gRR3EeBw25sehCyFQHYl+OJbIAGClEmcPOYhEhDCICpKHP+3MxzgI3vQnTz3ttTNLG4AHeYkG0g8dcC7pS5n+yExaUwghRmcZTx28kZ98CEGMxQlFJpxp+YUOIQz0wmbM4+r4DmHAD/0ZRzsNgARSCH2Ri0v5mBdCrtoZh3+tP/IgO+3YDP1q55c+yIdsPHyG+wep475bHHDmqu+LQ3bsztpTzxzwJY+cdQo/9AcEU4dzj6yscwgDnbEza4ssyEc/eCAHeXjTn/mop4xcEOuFLuhAG3LVctS84AExN8AGW5KnH0AkhBD3In3gjRz0gzd1a8EG9q/Xhzy2rvvR92aEnehLO/xJkQMQj9yUIexEmTWFLzrTB0JH5qQOHrSjQ20n+CNbCAMghn2wLfahH2X4UMbezMOcEGNZq7U2Q2bqIOalD3XMzxiI+Ugh5GGd2IfoRrkm2pmP+Vl/5ocf9awZKUCUlHb61jIzBxFt6gCMpOypWlZkYxxrScq4EALZCNzJsJ6MIw8xHnuQRybKPHyKnzDh4VH81BPrzgkA+tSEPvDHJhDrQBv1pHVdCIOTMsiIvWlDX3QJ4cXrQ/uQ7hwLfMa/8z+bqgMmy1CqFwpHZaS+4zKUC5cGaRXjM7jE/bLQSn9FvaLvutI9pbIqfdZMynyM+a3E//wWhB5Ef0hfkirXQk6G79vXAt1OR7rVQvpDTLegotf3eOvnta4K7xtT3Dwu8wFaeF91uh1B7Cf3jO8qdpJojxUv8e+F/olba2K3vkBFv6t+rxOpLHruN2iryr563a7Ln503x8SAKjuGPZU+jj47M7+6WfjiWru+lPnCZO1i/atjPxx9owUGm+TGWrFfoeBPXzkizb6O+Rf1fH1W1M4hTwzFyfryL//yeAlcCEE4mThcaF47pqSU63ryOGAQ+Zpfna6tI08/iDwEP4h8CEH8zAEggad/UocDiMNa53GAya/lz/gQgr8zkyg75XoOnE/5RR1OqrPxDV+IQggvvuyP+prQlfGUQwjxPkTyEDzqNsoQznftxJMynvqa1pZpv7Eeu1NHP3hDa51r+Nf6hxCiziGwwRkl1TaqU2p5oA2fMTwpmIdCUQfh8JOGEKJezEmZOWrb3ShjbVv61X3I12NrwERdCC/IRRl7wZt8TZTRB6r1RPZ6HtrpW5fJQ/Xc2Ic8vOs1rmWpx9K/5k2+JvZW3Rc94UVat98qreWpxzP/2v7wqsusaT1/CAOboOPauWhfy4Px6AUP8tinti396jbaIfqQQjXfEAZzUUc7RJ72tXnqoFoX8jfKQ7km2tcS42p+dQrAW9sHW6MDfYlor23DliEMZEU22uoTLJQh6uhHeiNRD++6njInWNjvPDyKhwrRxgkA0prQp+Zd15FST1pTCCFeOVHrRj35eg3IM3+9PrQP6c6xQHLniHoTSX3sEM3kckBjAAFCrxHOzSoFo8ncFAxOgwFpJZz3vnB6Ihm4arVvPZP3fp29U9PPebn5QFS9kAaeRd8nHIrCAK6nzsrKy9onzTI7y2XsX3jc2gFZkgpqNpoxxdGoyjKeyCj7hbq9bqxnTOCf6bq0ZMe68hZvPmBphndp3rX8lNMUbgBQevxx0IB3WfYicC4NFPoGmuiGLH8cM36meYYQhM1YF3n9kRubpmkqyp/p+T6n+bEdbzAAEZFOZ1mALIB+5TXg8xbQqRs+b28YOiwOLTC0wNACQwsMLTC0wOvEAq8LwInbXtl5sas/+L8GPFYGl8kqZUkSo5iVo1Kq+krpV6zY73EUzE51Fakv2bGWOb1O1nioxqoForNrAJKkqbI8j2fSxB64FbEPHE2sHF1MnI/Osstxj8RrsEtRl2WJwWWQt5j3lUS5mWdiH9E+SMvryvR1xS3fISTmlfuseKbM/NIsjXs4Sb2X01Sv9mVzKJhJTalLUKJKifPUp5bBKFqJ0yzNlKdBmUnu46G399sKcqKAtZfzpUF7YsMHE/W3t/B3gHRskJpWxR18Hg92R7OZx+OMCEjL+RCf8Ob9k+WDDqtjhsnQAkMLDC0wtMDQAkMLvH4tkNzxqtm7WevvoFCyCgxSO8RhFVwOnP6+EoOL1GAzMQiVqeoZcBZcmthX8Di5f2FwUZqqIfC8/beHIyYxUnWTlMvGSiKTbud+A6Is/V5PRLwK6l9OQ4+jC5fWJLmdZIMWImaFecgRyt7yireMo+XuV/S7MZom9pEHlewhA5wITl2u6+tyCOzc2HDzfx5feq7SkVlZXvJcStvnUmFHUW8+8OVbXsHsUTfu9eg5WltZP1mnvmVBhsrpy8/y2vcAYCZpGgWJwDPmpNK2Xc0Ok8+ABfxR7E/c6xmxVwY1pYqujxP2rO1esZ+8rwdtw/9DCwwtMLTA0AJDCwwt8Hq2APjsDtevVFKVwp2MRN7Of2oCeFbdZRVLCyoX56WuwWUHWpJWlqV+zwGuvnGACZBgMBoclBr4plV0tgfGKQfJ2v9469DaumH+tbGA19wIUi9FI+2WkoSFqtRo5GoRJcQtLvoanFB4GZG9j0KWCYo9K4kgDWQGyhuZkpTDqBLRxxj4M++y21Fhpzr4BEblsjeTLKDf5QvEnnPtLd+eKMlTJZZBBqhJEpRbj8x6REFuOfiVNSbuVlNwHnIS34mCbdZQq9lUSDMpJI62psod0Q3YUbfB6xbrj92zLB3Y3Mc7nxUQ9SGE20D4O1sEHw5xF5DWmniH11mfIylEVJmTNKRirQw4gxIFopx64TXMDS0wtMDQAkMLDC0wtMDr0wLJnayWffHoc6f2duxSGnSWBp+VMns8iZ0aezrKHJXKKikQjYkPgOnLSOAadZbm1DUY7S/OSkQ7cYjMODFySCOQMDMNX7enBbw2XtuXk21pfl5zV68qRgXT1I5uFom98XJjlfgQMegsul0tLyxoZXFRIQQNop2e3PsF/vNXr8Q2IxvJcyQGObn3nryHiKouzM6os+QTHYBP+WUgGvu+HOhMPL/n6zmiOWMdFq2LR8tCDEifhZfBpYLP0Vj/hbmrg4cVBcuFbJ+F6W8+xStYf68d4xfn5nTx4sX4yHrZnpWjxVF8LyHtQ/rMWMArch0jHvaAndM0U+6TFqDT7uKSlr0e5ZJP+g3tf529bqPCUJShBYYWGFpgaIGhBT5jFrDX+Bnj9Zow4jY6iDPnDlBGABp9eBwZez/PP/64Pv7hD+lD73uvHnvfH+iJP3yfHnv/+/XYH7xXH/9//0/nT5/WqZPHdOr4MZ0/c0orBgZEPqMydkxj6n+wg5wdvu8gC8wapPGDxI899piOHDkyAH0+GQGA5LLQV6LKioHi6ZOn9PzBQ+Lx9oXBCqCFExpzs7M6fOignvjEYzp6+Hktzc34xEVX6nf95t7gvi5dOO+2Qzp14rhBqSPteN3epBWXGL6MAL2VlQh0mf+Zp57WwYMHNXP5svn3tWy5Xmb4yzaDx6Aokjc4l5xCotLEHGWnq7lLl6z/QT1rGc7YFss+TnqfgflfVsDPRAevFz9MffToUQH+ZQTEGiZp+png/jnPwx+z3s2KVBuDujofU69B5Qjz8vyCTp86pUOHntPzzx+KTcN/QwsMLfByFhi2Dy0wtMDQAne2Be54wFlprQr2mOVQTASK1Jcab+YaS0s1uW/TQKN0e69M1SkqdfqVTp45r5MnzujM8eO6dOq4Fi6eUTV/Rer47LsdJJl/ZQp2pyDJEdJI5Q0rT7luc4ooaymOcX1M6VsPJ1/X91W4mpIhS+w5mK/nWqhf44KYunLNe8Cn8qjKssaGev5YKD0GzjXFSrky0nVd3UQZWSDyropv8lA97loa54Q3cgykNtzSC3q43msg90M+eKwl5llLdVuc9No/83CetkHfRFWSeolMwQ2ccUhCrKuSXDJNTI6r7C1p6fJZFQtX1SQc7j6pI5Cp94IcoYSQqYiyFVYJMm+vu5lo0U7y2VNHdfzIczp/8ZyWDSYVEgfKS01MTSgte+rMnFe5OKOG+SpryOEcZU57y8u6fO60Th1+VpdOHtHy4oIUUrPN1PV+rJR5vkSDF/qhnclvNyhvtdRu5Eq6K1q+fMGRoatKgxvNuz064WFrx2J/U9TJTe4GD2wu9ZyF+k49j9v8VhEUSa4NKjxIik95Jmc+7ZGmzZgo8dqtzF7R8pXzUmdJrUZbueevbCP4iH/uI+8/KBbN44XUctFGH/OlnhpmxPay7d1dkY8ztNMGkY/1MVO6FWK0U9bcNbIcsi3ldWFZFRjZcYt3YHdBV86f1bmzZ7TSczm42mA68nT2M/+2XFGfl0pfarYb+71Un1vV3Tj+ZuWb8XD/2rbXpTfrf3194iLk5Lq3uQ7K2NodQp6KS7GL3rK6S/Pqrcy5nc81aLCeTH8juZPfcHuB2DP0c8PwPbTA0AJDC3x2LTCcbWiBoQU+ZQvYDfiUx9w2A3CMyyS3Kx3E/XilHdlekqmfNVWlDcmO/Ujoqjd7Tml/Qbt2btX9j3y+Hvj8d5jeqfve8sXadeARbdm+T1PNhpbOHtPK6UOaO3lYRhEislNVtYlwdnpypSoDmOWVBc0vzqlv4Fp4XlkKe+KSVlT1lw1y7OwyxFQYLMh1tEFV5Tb35N3rLTpxuVyyA2YnzCVDXc06vcIDWkrzWiGiZaDiOXplpRV7WmYrZyP1ir665tMtF9xjxUCmq27HLpnZ8hBefF+X1PEc/ZL5rIcrO8tdg6RFi7Zk8N3zWMms1Ot6DoPxjj3yxX6hnufrdkotLXa12O1qqbOigntg+U3KFfNynapu1JtLk7vWF2nPW8BL5jFv+/CQENnR7BfLnqcP9JDF02JhWQ10cDfRa8mKGRJEoNp13tOr0+lZLmpLcyutR9dW7puPNOfIyXKvr2rJFvOadK3XjNfk0kopeK30FlQsX9LeiUSTPUcfbU9ZVkLhwUBR8/PqL8xpvrOohWpJS5rTYrUQ+c73bA/LMDk2rqZbtm5sK2lU6oVK7L201Va5tKKGjTxRzmk6LChLg1cuqCi9b/K216Gv9eNtHdg0pmkta3J0xHujVGVwFBqjWjT/FdvaCkpVocK8VhZn1Z9flFa6sjpC1rZPgGwfaajtPdEMnsP7sqpSLVlJbFTahoM92PO4BZUzduYXOyoWrL/t0ilmbevLWq7m1LP1Ca4yBfMveX1VLFnZRVUGcIUBQtcnWzorrjO4VHc5nrRZlxfanHbVv3hKIWlK1gEbIaYcBZXXXdWybCGLXXoWReqUXa/ZknWzTvAzCF+0zkvmsOwec16j5ZVFldbNVfEd94YVm1leiZqZobwRbA8brLIG1YoWe/OS5ZXNwVKWRVDfx3yf/eY1VDErLV/UwQ+9V93ZC3rTIw9p3eZN1t+Sc6LC+0qv8tXxJl3pFOr1Cn8GYUjLZ9upZw0Kk3X3mQlpFWgLRdzN5xrU7fY9u/tTdwNVLg9ItifEnhlQaYvUJPe7ngrzhbmJbwAAEABJREFUfClaO48iT3dU33JCUca1vLwXBa2tW5u3DjDxoaBIZpasIWfjO9636VzRtS289tlYU3t2b9HEeKbLF07o4tGnLAyfeN631stW1Jz7ureWLbLfHs3/F6iyHOUqIYY7DN+vwgJc0XD16tVrHHhIGIVerxf3dL2GlKF+v+9juRApVwwwnhQiz9ghDS0wtMDQAp8tCwznuTMsgI9wZ0j6UlJWFt/OZhWjGnZI7HySx40rghs8Jk8qtV3fSqVmnilvj4jITD4xoebEpLbu2KN9+/Zr3+5dWm8w0Ju7rKvnTwkgktiThQ2R0BU7yeWyXWQ7uyGX2q1c46NtZUlfITqVi6oMansr8/a9l9Xtl/Jb9kNj2icqZsCl/opCf8mYZ0B5aiFxgTvzBiJL6tpJNVbUSl/ii77sLikJPRdW1J+7qoW5GcmAKvGwvoGA1VOeJHIQTA1XpuqrtIxuln1vj5WdShm7LKo06K36i5bTetgpbtpuSbNpHYIKe+zIWOFkOApU4iBb/yQLkUcjTzTSbjiy1VDmfGQKwAhSYUey7CwohL4hSGn+HXWMXAFmpYL65lVZD3RPAHvASXuKmaSWncyG6zITPHsGr0tLPS2tFHZoCmW2j88FCL1sNHPrKDdgTw36C+vSTFPrnilYDvVWVJWMSZVmiQoDp3a7qXZeqm2g2zIhgw0tS62Q51KW+Z2p5Uky20Nei7Jvd9eIsunm+dmesnZLD993j970+Q/r897wgJ3lScWXwW6iUrnnbBrIQhZAMp/Cxq8kjU5Pa/te77H79uue/buUjI16RKKeN0fpOTqdjlaWF7WyMKtqaU6pbdhyVDFrNYRDL/eWHf+G907qfol1bCRmLBSW2u1ENoF63gtdA8uon22aGHTZgEpbTaXNRER2W470B++lwnvMprHekkWwOfqK6+N1QZ8kSE0fK00D3MqAxI0CdPYc+U+W5zXG/G5HvzSXeu7fX1qQIMtZqafgNU9sH0+pphlCqevjSQfvL+NNNKNGKJBlmRKZI/NZx6zsqJn1ZHyi1HJVPq6Yo1oycDVQXDbIK2znylwqI54QUkVdzKIMUvAxL6Kc85eVea+0faBl3hNu8fHhDnRyX73KV8OL0WymSlNLudJRxxHs0ntfSSkrJB90EscjdfycjkF0ZbQZgtRoZJ7d/YQgNbnKOvH/Uyd4MAqea4k6iLq1qZR5bbI8U2nZuNy1x0kG2NimPU4q0f1mhI2jrObrMVbpRT1LBfMuo33kzxL5OM/yoDF/dnpaLc76ZJr3/QDwFuZWKPjzLPJKbmRXuQJyMnx/RiwA0AwhaNqfUzAsvTeb/k4gPzMzE9cu8XpQDiEoz3N/bmRxPTMfs41GQyEE7+VGbJvj3lzzoP+CT3aRDmlogaEFhhYYWuBzxgI3VTS5acsd1mD/6JrEOCsAMdkhCgYDdnmEonkaFBqZmnbm23bEW6bELk7eytQaHzXoyNU3mAMEyM6sWiN2FmWHNygNUpKaS5AARsUSIOGK84tKigXJoDMEfyE322q1RlU12lq0b7TiIVWjpSxvyt/M7tf3GIPOzoxCZ069WfOwE+1GNQ2Gx9NUI55jJJWm8obBlAuO/hiRKGvnWjc5pnZWKdiJzR0d7F+5rN7li5IBi+y+pwYbOY62gQV4vMqlKump4TEj1j1v5Ap2+OXIkTy+unpZRCUz8xtxnyyv1DBobSZFTMlnLnfc79LJo3YQzxtAVErtaNu7Fg51abBTGiREJ7uRur1Uy/OPWI7MMuUGOIl5yOuReJ7E/WWAnVmvcOmswhVHoFdmNOro2bpWpamRUmOtvlqNropyRpLtmxgkd51fuKR0eU4tU3txXr2Fq6oMdiPQMu+c+ezAN2y2HNBl4FIYCHWXF5QYBCm3Ye38l16/3tUrKk3F7LwKg4WGZ2qZcqMxm0E2hzLzksvyGBmMJ6bUe8aqqE+Y0P1thLi/Yval/jkiEHl4f8gyJR5Pt8yirDMgnh5ves+kCnbGS0daAWVRH5+cEEDd65TZlql1S6xPBFJe59IR5sLh51B6zdJKOUL5xIEMHkTeB0H/ygX1Zi57e85ZF9vUc7PWmXVqJpJ3pXID+MQnI5irtF0X5y5p7sp5dWybHvKkltbgs+k1Ty1HYpLX09P7v9Q1zwqAxYkIHyOJ7VLOLap/eUaaXVBY6ipYXhnccFYEkNoPfS2b7YqPtzRpK88siY9VdRekxQtKl86q2TkrzZ/w+HMev+D9nyq02gqJ++bjyrJJz5yZixS83lZJA1+3coWVSxItXrqiXrfQ6Oho/D3IQkFgTRxrfQZentYcJU+lnL3faihpWCYL01+Y1+yVS+JhU33vm8p19ZTIW+cHaXACWW5BLl73pm4trW2s6xkP1eU6Xdt3kKeXVDoo7VVgTxr9tUdHlKUew173SY4sT8V+jTQY9sJ/9te1Uqm43/TSrz7rymZPzI8zcP5cG5+YUu7PxCuXL2tp5qrkE2Cin22Upe5nVpbE/298h2hvRRu9dI8bRwzLN7dADTTpQWRzdnZWS/H7SNq4caP39cDG7N0QAt2uUd+fax2fMANkFj65FELQ5OTktTFjY2PX+g4zQwsMLTC0wNACn9sWGHybvE5sYP/6BU2CnU6/y6KnMjoz/YHzhFMD2bGRneDEji8RJLyY1I4OVDpUUjiK0ndU09+jPpsr5c2GjFhUGHhdOHJYh559Ws8//ZQ+8r7f1yc/+H6dfOITWjp1QiIKau8ztc/ZT6TSaWL/qerZwb5wQZcPPqujH/uoPuExH330/Xr6icd19NlnNX/6lB3teYthof1FHvxFnhkIzJ0+rqc//AE9/YH3afH4YXUun9fxg0/r4x94rz72R3+oY08/qdMef+nkCVWzl6x/V1lSKjjy2gMEe+48lwFz38Dyiq4ePaSjjz+upx/9Iz353j/Qc089oZNHD2vBoC86+wY9Cj2DrZ5S2ycQmTUYmTl/Us8/+XGdev4Z9RYN1BxpPXn4kB7/wB/q8Y99RAef/ITOP/ukOlyOvDCnEes+YW1G7NS2DIYEEDLwuXD0OT39iY/q49b/E3/0Xh194qM6+fhHdcFjuxdtg96S52XuZeuypKRakcKy7TqjuZNHdOKJj+n5D71fz9keT3j8EdvvlG3av3jay9mxs1MqLVcUbMNWFiRHafqdZQU70Sl7wnuhM3NFx48c1bNPP60Th4/q+OHnde7YMS3MXFLqBW9nuQFz8IkEGfg2JAOHw888pec+8hEdsa27BqtWTZmd9Bc549c54jKunhf3B5/2XKeOHpUcwQ0hKLMDnkpm0/EmWZYWr+riief11OOP6fGPfliHPvkJHTv4jObPn5EFU2ow3fAGz00COENEYiEDwGBgvOAI+Onnn9NTH/uQPvGhD+ipjzyqQ5b7edNp79mlmQvGBR1jbtvIY7xN1CilGLG0nfuXzuuU98eJQ8/piG367JOP6/SJY6ounZNsz/G2T6Y0M8Wop6PahW26bNQZvL9yR6xkwFnNzeviqeM6efCQ9+lBffQP3+s98n4deezjmj1u/e3MhjxVM0tsulJ5SJUbPFSLS1o4c0rnDj6p5x57VB//o9/Rx9/3uzr0iQ/o+LOPue2YtDQv+Xjmsr6VTj+C3b73l3gF/kk4xoOc//sYv3Lpsgqv6QRXNKxGbtyiAeD0JqXwKginu7INZDkSALWp5xMh50+djA+p4sm4cz5W6Bf8+aIsKBjUlZVHmF7F1B6K/C9FwW2QE+8wRdJLvp588kk9/pEP+bPsSV29dMF26Q/6WbaQZYP8Lf97A11rL180U5J4nWn3Oltxdb0W4vgyGMkNOFd8bC3NzSoCTgPf1JSHJPLx8jHSlMjb21Tr5LL3jBuG78+ABYhkdv251Gq1YqSTlLL8qtNlfxem7F/X8abMMdT0McWxtbaNdoAo6ZCGFhhaYGiBoQWGFsACfHOTvm4o2GFBKVJ7KNarlL1sZwvJDrIcLRJOOtEjUoMq4braoa8MFqrEMMAOEWll57HraI0TySB1+eI5HTv0rEHKQc06312eN7uu8cisLhownjtyRAt2NHGMg3kG867sWVYGfguXL+jCsaO6ePy4rl44pyU7WpV5FgZAVy6c17HnD+ns0SPq2TltGhiN2CHPHGWYGLGTb4W45LG7OKuFq+c1b3DYmb+sYCC46AjW7IWzuuDo44WTx1QZNEkryrK+Z+9aio59tWUtu/6Uwcjx557VlfOnVBgU9hz5W3F60UDv2KFndOy5T6o6d1LqLsqKqeovKbXsckQycV1qWpq9aAB1WEePPqtTnrNrHnIEc3n2qk4efk7Hnn1KcwZ/aW/RQKIXqQk4cjRz3sDl4pkTWrh0RuXSrFLzDwYQcx575sTxCPxmzp1SubJgoFkqteSB0PLiYrTvSQOWi+fPatG26zki2TW4785fNVA7orMGv3I0SXZoc9stNV85Ze3H2y2N2Y5dg8/l06d1zOtw3jabs6O7tLyomUuXdNq2P3/0mPpXZ2TUosRrQDARoOUQmYOOSwbac5ZtRYnXzZ65+3lvSdE51k1eudE+ss4a5C7NA5gK+92pgn3nChlt2/LyOV06cTja9YJPMFy8cMaqXHR07LJOHD+imfOn1THYSolwGihG8G6bpgafmaOO6Lnk/XXO9uFJuFetz9LigroG2iveo/OOgPNArCunTqlvWwv5HcEO3v+ZT2rIfOV9cMEynD5ySLNep878rFYW53Tx7BkdOXRIF488rwXXcTKjor/XPF2VpY3ulqe8eF5Hnn9Wxw4+Jx6UtDI7oxGDy75luXD6pMHs81r0+slyjXhtRyw/YDcvVrSEDXxCYe7cafUMnDlRkHmO0sD26vlzPkFw2Ots0Om1bxrEZN4XpcOZldeb6WV7xtT/QnABHX3SZh6bu25iYtIRzrZhYemuwcdGJS+yW17lmz3GMWKOsg2uGrQ///xBnTx5UgsGnplBG5TirCPX6nSAqcrSWAjXBJMPckHO3uJdum1ASRxtLWxJrRLj19JavmvryZuR3xNjI+KE3Hmv83GfeJr1CTXZtojSiydWPIOPBcXZmNmDbnxfa7+xQZYrKEkArpYlJHJAW0pyJQ1/rrW9cwzWu9574sSWpNSGyZwGk7eHXpCUXE1aU++Ow/enbYHCxw9RyUajIS6v5Snc7FXKHR8/XQNRmPPzNqQcc6QATfqQv+TPG1JobfuiP7epG9LQAkMLDC0wtMDQAnyDvw6scBNHyE5SliYOKoToQwWXhSMayWfyHbWRIZmRm1T2jSFKlUaXmc+8Z2PjytujarUdvrHPVdopOnfyuC6fPa2G+ezctkUH9t+tt33Jl+iRN75ZOzZvE8Bk9uJZLV86q6o7p9GsUCvpKunNa+XqBXUNOsZ9RvievXfpTW9+m97yjnfo3gP3aWpqSvOzczp79qwWHCFK7fA1s9ReVaXu0pwyRwhLg5NzZ0/qzOkTlrXQ9m2btW/vLm3asABhOOcAABAASURBVF7TE6Oqej2DstMGLseluTk71aUaeanM+nUN4Gbt6M+cOyOA5O4dO/TQmx7RI1/4BTpw4G5tXLdOS3OXdZKnsJ46aj2WpSzIplDSyIxvlm2iFY02giqDzssGrKXn27Nnj97yBW/Vm9/6Zh24Z79GW02tzM1oxZHMYHDXsBOeEtnsdVXMz2n+MiC5r11bN+uND92nh974iO564AFt2b1HwQ7oxSuzOnf+shYXO3KFLIRUBF0+f8Xg9qwWl7vasHWnHnj4zXrwi75Yb/2id2jn9m1q2T4zBjtRPwMzJVIePLxrPl7XZitXnqfinqKzBvfLyytav3697r73gDZt2qDJyXHr19OV02d0iRMGgBSfuADQWWE5HKd1tvHE6KiaaWrAyX4z2Tn2LC/xLpW4LbgFXxwHDgeNyIEFEYDWzcK+XmDxZOSrjmRmKrTTa3Pvvffq7rvv1u49O7XsyMLs7KzmZq6q11lRap6CKeCl4b3pExrLVy7rpAH7Ba9xq5nrngP79da3vUWPvP1t2rt3rzZvXK/Unv7sxQs+UXJRMvi3EObUlzgWFma0YJA745MXMsibsj2279iq3bt3a+vWrZKBwpUrVzS3MKsqBDW8J4QdbCMi2Q2vcWWgcvLYYV04c1Kp986OXdt074P36MF3fqGPj4e0aeO0+itLYo36PlmTGnROWN+WlpWszPokxFl1Zmc01m7p7rvu0RsfeYseets7dN/9b9D0us1amF/S+fMXtMLaNFJNNFO1HKIlah1UiRdmSW3U1Lu/8Imi3sKCiIbmBv0TjnAmBn+FHWwp8RIEhrxKKr3OpUKaSD5xNGdgf84nnthn0+umxDputf0m100PrpDwolcGyYWPZSYO4dXKcLPxlsc6KhIz3YxK7fdx+8hb3qIHHrjPvSsdO3ZM5/0511/xXvMa32zkoL5U3IvyqzL5c9Ebisz1ZPvQXFZBeaNlsVIlWa5xf+41/TnXMTCpfPIo7kXvKS9OzHrYgA+DLV1c5jrvlsQUTMP3q7NACEGcmPkLf+Ev6Ku/+qtF1BuOSZKovix2ZmaGKgFCydBWeT//wA/8gL7ma75Gv/RLv0S1z88NvkcptDmhQGZIQwsMLTC0wNACn/MW4Dv7zjaCHRAczYESdoAGmWv/OUse7AglJtKBQ+R+dvzkqKaC8wZkPQOiZQOUrNFUY2RM8pdt306kv4vNqzQgs1NsIGVfV7u2b9G23bs0umWz1J5Qa3qzpqY3qqk03ve25AhfWLri8oJaWlTenVfXUcmeI0RjrbbGNm5R0040Y0c2bNK6TZs1uW69giMBywYVvV5hV9yK2TnGQS4NmmT5AS3T69dpp+feedc+Te/bq617d2vHnt2aWjcZAcn8hUvqG3DKkZfMTlqwl7Z49armLlxU6PQFuJ02yHJGMoBq79ylPea1zSAw9awLXJa7MCMPsw3SmGLDyhHhfmfBGhYCkOywDFsP3GMettX4pMampw18J9W0w9/F0V9ainZrJLlYn8X5BQFaOnZkx0dG1RgdE6BFm7ZrbPfdGt2+Rxqd1lKRq9O1JCuWfClI3Vxlv20QM6WJDbs0sXWfss27pPVbTJu0Zcd27fA6jBnsLsxeMbC/LDmSnabB4wyoDIy5nLHTL9RzNGXE827btds636NNu/dow7at2rNnl7Zt2ujtYNB5xsCHM/ZEwkGtzVzKEpuzUL+7on6vY9MUikqhmOqX91GdXZN2eysGPQbcXstr1XbUKq+ncZFWDFKuOKq3aKA+5vXYuWuXduzeq3VbtmpqwxbtsowjIyPqOtLAXgh20JUm8tKaXfD6lIr1np6fKpn2OmzYtEnZ9DrJNpnauUPbzGvCNu8vrmjx6qwqR4fldYp8DBbnDFQvnTurRgjavn27diHD9l3aYjvtvPse7TBondqwUTJI6JeVysT7Is+UmMeoQUTW6WrFgHTJwDfNpB27tmrLffvV2L7ZY6RkalTT6ydljCj6zJ86rcKR5ATg1Z8XT5LtzJ5Xx9HqVt5Sc3KTNOb1baxXvnG/pjffpfF121SGXEuO2Dpc7xMEs3K4VglRVluiflsFmzXY5r3oRFPfMOAMtqHcaNyt4MoQ/B9y/tW8bQIP72vF0cwrly56zxXa7j21b98+jXgtmmNjyhw9kufCQXdnZ4OJXE1JnbmWBucGVCqodGnte9BS17ANI9UVTv3p4X0K3xto0OB9M+jUcfTZE3ivrdNGfy70/Rl47NgRXXLEPGl6McXcUD2QfGneHn/t7ToEWFtezVfumSiTtw04UllzVHI5eJ03rN+kZpqq4xMZHUfTfXDJ3VX5867is9c9r38nLposChZwYfh+lRYIYWDJ06dPR6D5yU9+UqdOnYonuvI8VwhB/+f//B/9zM/8TDyeMp+0qacs/R369NNP6+Mf/7ieffbZCEapI7JJmiReq7rzMB1aYGiBoQWGFvictsCd/Y0Q7OhcW761eSl+jdoxKau++PKrHMkJ/oKUnX2tnkWXX3OnT+rMES4RPaq5+UWNOBKyadt2yVHOqsRxLVQuL2ppYUalo3ZjOPFTkwKE9GcX/CVrUNMaVWP9Rq23g9lIpK6dp6XZi+obdKpaVmfxipbnrqrqdzVuwGPvTvDvdi2gAdn01h2696GHtM9RrcmpDXbkM8ufSmkWLwNcXu6oaxA6vXGTduzbr0nPpZBIvb40NaVk80aNO2IX3L+/1JGIEPaxR2W553Xl/EVHHec1PTahHTt3KzW4kgGDvXLJDmaYnNQOR9amJ8a1srSomUsGbQsGAgZplSNFsuPRzBsqHKkcaTYiIGlv3Kie5RLzhCCNjmvDhg0aA9gY0Mw5Ilc4Oqf4SmWsF6nVHtXk9Hr3t+OJF5q31TR43HH3/dp19wPasvMuTa7borQxqqpoSCn9N2nPvgPae89Dmt6xV2qNq2untUhyyesECN+wflqV13bOYLu0TkYicWZlDfuwifoWIG+2tWnbTm3au0/5+JSDi8vSSEvp5vXavHmzRq1bxw54vKfMwFLsryxIZVeLjpxim2DHOnM/2vqOBsrlwURy1javIF174bSV3ncrBtqQ0WFsqyyPvB+6tndl53qk2dL6dRvV9gkI2UZy2eF1bbrnXm3YtE2p7V95zdMslwtS8P5wWUmmsal12rNnj4iK7ty1RwlgMwkqvA5y/7w1pnbWFNis4PHHxsveYJKBtAzOZx15X/TJkNHRUe0w0BzfsFVqj0mNtudqqumTKVM+KZI0WlowuOz2zSDN3JYpDUEyQJCPDVmP0VYz/japUlfblqUj9Nh4ese2CMRGvZe4VLPnqK3cLgPIamVepe2NrSa8/zW9SWpNqCoblnFCEzv268CDD2vvXfs1MTEhObKZpIVaWSqm15qX1Y6lwsdG15HsLEkVnWTPS2fWwkedjJNFWa/2lZiB15dL5Nl7jWYe91JoOXY7NysAXK/bt5l9rLprSBIlJm+W+LkkwcANL/MOq+1re3MiqK5fbb6W3Kz+WofVTNP27HpvV/2+tu7Zo/vuu8+fOc14eSVRztVurzDBstd3xd7U2ESqoq5IZi2ShhqTU+Lw6nvv9Ihwev8ofk5X4lhm3DWqWd+YXuvwOZL5DKvZ97oDEInG//Zv/7be+9736iu+4iuUpmmcqfCJsp/92Z/Vj/zIjwhQmXMcuYV1pc9/+S//RX/0R3+kf/AP/kHcNy3v+/HxccGXk2TuOnwPLTC0wNACQwsMLRA9gNe1Gfji40uS9MiRI/ro+9+v9/7+7+uP3vc+fcRflIeeO6jz58+rb6CwZ+9d2rz3brXXb1CxtKK80VBmDzbJEp0/cdQ+dF+TYyOSv1Rl8JWNjfpLtqWi05G9WrUM+viC5kEhfNlmI23hWOI8jTnS0W63xeWR/hf7582mPIn75EpHxjVpQDniL+skTVXKDrtBZt+ZkGQCcCRpLmV2wg2yBFk+2cGXozfp5LiaBntlp1B/wfJ0PLBbaiRrafbirPIy00g+qmzLNikkqqyX1q2THJ2suoUy8xkZH1OWJ7p89Yo0OinlIwpNA4+8rZAmSlJJTrnsWHlL+Zj7jI5bUNdnmTIDup4BDDbI86bH5G5IVQWT5Uiao7JImllw9NNzqjXisaWBaKXg8eut/4aNm5U3Mo+Tkszjk0yN8SlNrN+k3MC+5xDVisFaERoKAM6G+1juy46wMXdp0Jk0W3ZYg5JGU8py9b3NS/cdm1xnMLZB5iyzUWNiSmqkUp5qZHxErVZDbdOCgYJsB4c83beQ2g1l7mc1lBqoc99tYZCVtZuep3If29rgmXV2hctyUkUKIYj9NzraVp+oaTNX4cheZn0x6NXLl9Q3iEuSVC3smWTqFUFqjKnKmpInDes2aOuO3ep5qr6COt6blVJ1QE3Wjz4Ng9QJg7WQeowBjryHUp9IsBEl1qjKlCl3lGLR3d0npKrSTDK/K1dmRL+QNmyfjXLBYD9IWUsyMFB7XM2J9WqNr/O5jJ4ywGiZuJ/f7H0D51MnjplTqcmJMbVsF46PxDZNvJ99VkayPOM+PkIImr1yVV0DcCG79egWiUKjZXkauuQIrBZ8IqDhPTfivRcsY8iVjk1p3Hsj80kTWRN39jESLIBsz75k25Q+hnuAYbfkea7Lly9HUDcxMSGHbNynEnbv2P4NjuGQxPGv5l8EZUmqKz7BMjs/p02btyj1cVgY7LYnp5R5j+eeK200FJIX5gu2Vupxg7kH9RWozLJrlSrvMS+EVSvcrTQN3ol19Tb3/pJ6HetONc2up7yy0qVG3U7PYxUpVqz9x8kUyj5e2TshpC4FjU1MasR27/V6gmxARXHqCd2Ld+DfK6Bax8R7jXwldGW0KcmVeV+0vVadxUUvpHXJMnMtlbreh1TUkamjEpWbVinWlS7fAW8uV+XS+FpUrvSo83V6Yx3fIXUb91ZCdZk0nrwis4YOHjwYS3z+xoz/vVQ/V8c330UN70tONFEB6HzIJz7JU0/K99i4j+F1/q5YWFgQ/PguTRLWUeLYgvhuoz/EU24ZH4LXmAoT42obcGLm+eefd+3177jfXDUzM+P/178ZTw08XqqdtjIeP+QkZBjk/nj/D7kPLTC0wNACQwu8MgsMvjVeWd/br1e1Vvy1eUX/RP6+y+2047zg8GTNpjgD2zQgSe3YhBDEF2phVFeUQaXLMlCSnfeQJvEyucBltyrUbqYaMfDAkbWHK5BT1SvUdfSzwHm2g6aiVNpsq7TjvuBIUs/gT2qrNT6tEYOdvgHC6TPndOLQIV09dVIrC3Pq4Wj5rL78xS8DqmB5+d7EoUqQxUqUdrBLHLWQeQ1MTivXVXbYCjvNVZqqNLgqk1RGV5atELK4syNHHmkA0ygSZQYdSjIV5rucNtQPuSpTgTOYN5QZWMuv+MXfr5wzP5ksN2DqGnlOea6ex1bIkGRSSFRdvwTiVVr+kLfUHp9SarteNZg4cvyUzp04ocXLV7Vw8ZKDwIvNHc2bAAAQAElEQVRqGny0m5lye9N927U0VUmhwhEwOcJodZXkwYk52tbd+XkDl8taNtCUHevE8jdse1K81MIyyzIiV7SR7VegS2Ihbb9YF5LBmntOe7hq5Lky1/UNoKKjnaUimia3lwFtoJJ/Hre6x2Lphn8B271Qx1Cz4NxDrKQcM/5XOoJM98QnEhLPr6ShTshUmMq0JSNxU3DZslqHyvKVTgvbtQjBkVc76gZa8t6RT2rIe5s+y45cLC0tq7/S816o1MhaGnPUsN1wZNnrXUhaMTgDOLOuSZIppLkU7dO0fpkUchWJ65xWtl0RUgHcK8umENxuW6aVbDS1DNRHRlqeJzNO70sGXAL4zM0rpl4jI26rl6uyngvY2MeL2lNqTm3R6PRWdT3XybPndPjQQc2dPqHeApfNWr+eAShGym2PzGR5Oj6B0rNMlSyHSssilwJLFWsqH0Sl9WM9QwhSSKQkqJLcG1sG5179O9rMrEZHx8V9wS0DTAQIme0mzxmnIIXc8VpdbIifP0jEnq0qVsX1CGnZQ0RcWrNvSlirfsEtZe291lW/IzmfN3wMpZ7LPDI+4+rON0s5RqA0EzYKaarW6Ig/68ZcpM7HQGAmSXWqm70G/fhvCV7UqYy6J14DWqGgzGsSLHfFXoC8OiEETxXi+NJJZRIUa/yv0nVF3cavvtdm3IANQAZY+q7v+i594Rd+oX7rt34rRgy/6Zu+SX/+z/95feM3fqO++Zu/Wb/xG78Rtdm4cWPcG5w04TJ56Pd9ovQ7vuM7YgTyC77gCwT9m3/zb+IlrQy65557SAYnCmJOeuqpp/RjP/Zjestb3qL7779fjP/FX/zFeNnspE9I1Q/8AeD+iT/xJ8RVKlxWC6j7oR/6Ib3hDW/Qz/3cz8UnLn/bt32bkOsd73iHPvaxj8UZvud7vkfo8F8c6Tx+/HiMhD7yyCP6/u//fn+EllEWwGIIQdjgV3/1V/VlX/Zl+rf/9t/6vOusjvLkbnPiMt4f/MEf1Fd+5VfqrW99q772a79W3/d936ePfOQjbpX43u745BY8pqam9D6fMP7u7/7ueLUNIPnd7363/sk/+SeqgSy3IZw5cyaOHf77nLHAUNGhBYYWuI0twLf+bSzeKxDNjkh0SGLXF6uDw1K6Q2KHfmJyWtt27NKeffu1d//+mO7YuUdTjmgac4oH1syfuygZBCSNtiK4xAm0w9td4bLaeZ07d0aHn31Oj370MT36oQ/rfb//u/rEh96nZz/2QX/ZHdKcIw79fMygYVS9dEJdtaWRDZrYvk8bPVdjtK2rMxd17OCTevbxx3TsyGGdO31GpQGUmMsOl30wZehjxyq1azWgTMEOv2gJzidNlaEhu+LqCSfejniSy6FaO/h2XP2W+3E/aHS8q1SpSQYWhR32lSTRkufomWdl8KlGrkajER327krHkZOeSoVIMvrFIQx24nGKsaksR98ApWtHom8eskM/qDdTj+K/PH6lZ/CRNtTetFnb9uzXxPrNmnGE7vkjJ8T9P5ePHtb8scPq8XTcxRmFYsFu6YKqsCAly45sScqWVSxd0tzZo7pwxBHp55+JP8Fy6umndPLoEV29eEFLy8vqGbgXlrGwvLrmRKeS5asg6sxdcp3Bd+F8P5GcSAYIjbzlbFCv21XpKJg9eJXB7SYvhTOyRlp9JarcmwJYiPRTo9LsS/W7KwplpUbDczdGPF/D65mpb2ZlGjyHZfWsVfB8IahkziS43sPdB0cM2WXHtn/5ii6ePKnnvaeeef6wnjJw+9DHHtPBp5/V6dNnNT+7oB4AtB8GANaApONoaGWemU9CpLaBkobkvVF4bSuvcZU2pZBFoFl638h21DU7Sn0AZ+hr2YCHCMj5s2d16Mmn9bEPfFhPvO+D+sQHP6anP/GknvvEE3ru4BHNLC1pwQa76ujdnHl1kjFVEzs0vesebdqxT3m7pctXzunQwU/omU+8X6ePPq7LZ55T9+o5qVjxOjUsy6hWNKrlckQFaym/ghRCiCS/iqKwSfpKrAskzyX3DTF1B95V4P+rotQ29KJobGLKUeidavqkimzPxJ83ivwT84ecrHkH56FGI3OOd7CsXutK6i0vacWkxD0MxgR5b6t+2X7BTfLEiS3gRdX81SvqzM+q7Kz4Y8QnGUKp1PuHIbErGcj13nDkpNjg+VnzwNyu8LrzOTkxNa2oAxMFyw8NBmjwKgdJ/O/269pipai9kTyDe9a1UsNAN1iPorTM8ZjzWM9ZWffK2eve1lvQaiW8VrO3bZJ5fxCdvOITYxyrAMdjx47pf/7P/6m/8Tf+hriUf+fOnVrnCCLgiktXf+/3fi/qQ2S0jj7+83/+z/Wt3/qtEahyj/Xb3vY27d69W//hP/wH/fAP/7AOHz4cxxDlCyGIk0i/+Zu/qTe/+c3x/kvm55h49NFH9Z3f+Z0R3B7yic/169fHcQBJZOXy2k2bNglQ9/a3v11/7s/9uQiQmfNbvuVbIpD863/9r+tNb3pTHAfPZ555Rs1mM8oDQEWW//2//3esy31yKU3TmJdf3O/5oQ99SIBjAO/evXuFnH/6T/9p/cf/+B/FrR1/5s/8GaH3L//yLwuA/n//7//1SCmEwYo/8cQT8RJegPBXGqB+xVd8RYy0Ar7h8+u//uvitW3bNpIhDS0wtMBrYoHhpEMLXG8Bvvmvr7kjSzdTw+6YnfmeQYiSVON2Ctdt264te/Zq86492rB7r3buv1s7du7VyOiELs/M6+jJU1riEkODljRPJe4r4qcrTIkdo6Yd4tbYuHL3b4yMaf30lCYnJ5QYsFWO8kxs3qqprTuUjU6pTO0U9zKVwU771DpN792n3Qfu0ZZtm5XYoZq7clFnTx3XMX778MjzWj7rM7KOlvK16mbJHldiooyfFSrriWNoqkyyTmV0aqUkS5UliZKissO56gxmiQOxXdEl87+sSr26iYIy1yXiEs3YM7XTaacgT2krVFhnHInSLiMkzxtUyYxd49RcKudK5ne+SPxv9R1st6CSVte4l/v0y0rKWrbLNu07cEDbd+0WNgRoLc9e1vmjz+vwkx/X6YNPa2nmghJHNtO8VAgdKXS1Mn9FJ489p+cPPqWzxw9pmQearCwpL7rR/8TJ4nLafq8UcuNs6dorKFzLk0n8LyiE4DSJwE5y3uU8y2wZ54muOsJkqWWzDZolA3ZTOSAXb/nGBsEMoFt1LBytDaqU2v7KUucAmwEYYSvKhLyJHcjCbMzQNc5Y4mAbWxZARWdRV08cNbB8SocMMs+dO6e5hXkHfrsaHR9z4HNMEwZCI1nD+mWDyIPXpDCQ6Xl++RU8d2IyYymxHCGNM1XOK3j+QYMSlwNKrZ4cwT79oq+u90xIE7UcZW4zlyOt7UZLjbyt3CnnHUrvzwmfeODYG9+8RdnYtOaLTCueKx1fpy279mjvPfu1ZcsGpQaxswaZJ73uRw8/7fU/pPnzZ1X5+JBtFTwXcpW2mMUX4oWgay/2BHsh8ZxEOUUj5B7IXPLP+Vf9TrFnZQd5XNM+mRLBvzIpMYXU7Fm/4BRycuPbx0tpcFz2vNdtx7krl/Xs00/quWee0tzlixJ2LiunpRRBZxn3/OBzoZT4oPBxcMW2OXzwWZ0/fVLLSwvX+t443fXlxGscJORMc+8L5y332MS0xienlFo3N+rWL48RdOteN2tlfUIIntu6eD9GVuhEndlac5Wkpms82H/XCrd3huOLqNzExIRCCDEKTsSPaOfXfd3X6Sd+4if04z/+4yJC+O3f/u16/PHHY/SPyOjY2JharZY+8IEPxPaGTwjSH2D20z/904IAnr/7u7+rn/qpn1LXJ8qwJ+APPv/sn/2zGFUkBQQ+99xzAsS98Y1vjCf7iJiGEATI5DJXPjeRk5/0ofylX/qlIsoJCCTSSgSUezV5mi1Wn52dFU9hZl50oo4xX/zFXxwjooBc9KCd6CTzAKaJ+H7VV31VlJcxP/mTP6njjo7yxFv0AFyjG7p+9KMfFRFZIrDoT///+l//a4x8/uN//I/FWPoDPgHSAFVOZNKfvkMaWmBogaEFhhaQdBsYIbkNZPiMilAFnCiJVApK7UhVpR0aHEwcqMzgL9gZLK06Yc2spdbUem3atlMTk+vV6Zbx4UHcg1Xi3AYcob5wHdvNhjZt2aztBk33veGNuvehR/Tw296uAz7be89DD+mu++/Xjgce1K7992hyapOFyO1wN1Q6mqbK842Mqbl9qza7/e577tO9996v9esmlNm5vnTutE44enfl4mmJh9FUnteR1WCwnKw6mrruFZT4LzelUgSawd5ZHqQMEJK50rL3klKlo1AhuMFRJQtjq8ijgoKncC+FECTmsOOaONLAgzyMVRXsDKdymxknliet+gpuT5xnHE2wKN0uQ7dklVLGIbdK5bZ51440kRcliaY2bNSeu/brvgcf0BsefkgbpqfUaqRamruqsyeP68KZU/GhS/Jc8Fy+eE5nDabOnTqhvqPM6w3u9zoisP/uu2y/e3T3gf1av3WrRtsjMhYSDlcaEutjYxg0SlWM2rpGaWmpXe0qJXbirZmUBJXsjUJKvR8y97G5vN4B9RRV8xjG2pTmYU7un3hPDXqYJ+/YkcwaigY2Q9thTe2arO0TpMwCJdi/rJxzsxXxlHFUBfR0m6VUartDwXYOrk9MlSOkF20bfkd0cfaKxkeb2rVzq+49cLceeOB+3ecTHNv27tZWRzImWy01PENgPbwX+uYnzxIBpFNAmmeXvB+CbYgMIVhA+eU15chKnCKDkT2Vymy/EIKwO87xhs2btPPue3TfQw/rbh8L9zsSc/fDb9RdDzykPffep63e89v37dfouvXWQqryRCs2EQ8iSgxSJzdu1q679ume++7R/Q/ep4nxUa9FpZkrF3T61DFHs8+rMjhrWiz2aYg66DV6JVLwKvjYTvhc8boVRam+AaQbJFnISO6nG0mDVwg2ZSEccyq4n/fcmbM6d+a0+jz8ymsvQCeNkO1PAsUt52OWTbqyMBt/M3VxYc72olUquGzZ6ypTtUqDFv7b6CQh9/+4A70zBjJmjna32qMKBp+6mdwe9cJ7MG5t3+DGlyJPorXkw0g+nMRe85D4phzrXUJK2iAX17ypgdZU3YbZPM/V8nGXZVlcY8AcYu7fv19c3pr65All+n3jN36jeEr0+9//fnE/ZtNRQ4Ap0dDz58/HS1f5CRL6Q1w2CgAcHR3Vf//v/101b9p4suwHP/hB/eAP/mD82RLqoM/7vM/T3/t7f0/f8A3fIGQCDDIeoBlPVM3NiTxt9IeI0AIWkbEuk05OTsbLYgGbgE/2MLpyqS9y/+Ef/mGcA/7ocsyRXaKhDz74YNSTE0L/63/9LxF1/VN/6k/p7/ydvyN0on7MYJvoKgAW0IlNmJPPKMBpCCHqQD/qsSPR0H/1r/5VtCsRW+qHNLTA0AJDCwwtcHtYAE/h9pDkMyAFTso1NngtXTDKgwAAEABJREFUQcJpqqJTGOzUxIro8HDpZWXQWTkqJkdhJqc2aGR8wk5BoaWlJfGll2Q2Dw6fk1D1DEaX1e30pbyhrD2mpDmmHtdklpnkiGdiMKWRthrmM21qebqGpNTz+5tXahnsjkxKk9Ma2bxNm3fu1gMPPai9e7ap2Qi6cvm8Lp07ox5P9jSYkEGBvetBdMuONZezyo6jWV5759Yqdd/KzmnodQXgzPNMSio79H2FVqbEgC6xd1o5CiX3sYus3PbBzYRR5MvPdywvCDAy2syUNRtuKqO7rDQx39LAqIygRxEMlnrhRb6031u5v1PPHEyyrKUpeO4kSxVtkGZqjrQ0OjWl3CBow117tcfgaNO2rWihSxcuafbyFcX7/sxt7spVLczM2u1NtH3LVu3cf5caBu2aHJdGRmXvSPboJDvlFQDTDnkIwf1LV5WSI77yGgbIfcirdD1lzxhCavtWUren3nJPxv5qp7lkOeVXMFkF6y056CoAKWWb1/pKsV2rrwgwnTc7/3/5t/uN2s65ZS68fqXXoPJ6hlWuiE7Zinj+0rV961XIEjstnZZadvR3/sp59ZfntHFqQnfv3aXdu3Zp47ppjds+zWYa5agcyewuL6nPJZfYyUokiZQ5ip8m5m3b9L03fADE/jZhTBPPapEUbLPgPZgwzvIaDdnmHmchU0sjg2WiGB14N7x3RkcU16fVdNpWe/202hs2S+NTko+dPGura8a5Z/H2srkryftU3hv0Gdm4Tet37jfofKN2792vdmtUs1ev6Mr5k+ovXlZTPdOK0mjz0lwsjuWLGf9LrFxuZ76y3DipXmQ6uGXwDiGoDIP8q/pvsBmUSsFkO/QL8y3kV2ZKVsnJLd65j9eGSUkaAfboaNsnqlJlnDiyXYVeXp9BWnpFINvLx1VcB+/lot9R5k057Yj2yNiI3Eky+JVK3epVWWbEraxD5SO8clmmsKoP+evGs/ZryX2va/+UCt5NXh8ia6yXUuxlic2/NB9r6B3izOrbH1mruTsrAYwhMftwampKXEa6bds2Ef2EjhmI8Z2zfft2ff7nf36sP3HihHi12+14jyb9vvzLv1zNZjN+P8GT/J49e8S9mdyvWAPOmZkZ/cEf/AHDxRjAI3NznySVRBe53/GbvumbImDs9/tUR96JjxvAGsCPOQGTyLBly5bYTkcunSeFAJPc90kUlHmoIxLKpcKAXuat+/M0W8pf8iVfQrfIDwDK+h/wSVzmoyH1cYtMFy5c0J/9s3823ucJKKUN+Xbv3i0A7V/9q39VZ8+eFdFY2rDpO97xjnifKWXmIh3S0AJDCwwtMLTAa2+BwTf8ay/Hq5ZgrTOCoxKdSTuDfRfwu3BglGQSYMJp6mhK8JnnALBIG0qaTft7uXFO319mHfvP/hJObZ7Ossck/nLMxRfjCk65J0sb7p9lWlZTK9yn2Z6QzKe7uKSV+avKcAAN8NKVjorFOQOCBUXnMDHPpGmoM2JI1pBG2lq/cZ02bphQkvTtTMyo40ieO0sGAnJEEdAZosNZSHbG5JdFUHA+wyHtdNVbnBc/B5IFN1pNOSS3rI4SA87gcFBICpWWx4hZRNPatktTwX/ub96VI2UdA87EIHdspCl7vG7Daqag6MxmobB7CZWxzSwYLF1z+vtKzSs1IE2toXCUzU9+YTt1uyr6KyodYbNXJWHbdeukHTs1ZfAdWm0tdQsDv0Lqe9JeqtA19RKbaULTG7dJ0xuEc79igNghkmQQpeVFFS5XnithTg8NTgPOtuVJbKPEwCg4FWPsoCcmL7I4GVDZmH2fSOgsLStxlHPEJyCU5LZ1GKgmyea03RKnieQTFcF0zRsOpXt8Ou9KY+2W3Xzr7Gh6b2XZIvVs4wEvq+M8VjZhU+uSrq5BsH1TlcpNlSPh2HtqrK3WxJishFY6897L81KWSgYzDbNshaBmmirxJkkNVkpP0Gwk7pKo8L7uen45eijzpF1WMNrQZXnuxHsxtRykcj72XVxxt1SjedNdSi0bOMtTaqShaqypWe+rBYPdMm1KmW264ONppStsPOZdlGlZoXfJQHhG8t4Qg4P7hjHPygmFrVq3da+m12+xLYKj31cVOlek8rLy/hX39l6RX15b9hjkkvIkFQ5waUADqaoEFdaJdiiEQPKqqPC8wZ8hlXlx6XhlKeW5PZtnSq6RqI+0Ot2gg1XuqOr3fWh0xTGRJIkmfbIqtW3OnTvrztZvVXYXXvy2feXoZsfHQKuZa/30pCJwK3pKfTJhMKAcJC/x3x+R8qERb/0urQPn36yS5ba5Qj0gccECI0fpSsgfqtGusYvbo26kseKFfx42YOaqG/OuAlhQHdinaSqr7Z1dee0ViTakZ0rxiseaa0gh6m5jIjI4MjISJWw0GuK+TIAhdXmeC+Ky1BBsV/cCQLKHiWiSQtz3SJQREOcu8T05OSnAIAVAKnz4LU3K5Hl4DkCQE6fUsa8AheQhIoPIA7iEz8zMjCgzX/0gIfi0/B0JAerow9iaD7zRh8tX4cEJJ9r37dun9T6Z+J//83/2x20hACv1ANBdPhn2nve8h6KQiUguugBSmQ9+1HPsou+9994r+DJ/HOR/X/d1XxcfLgSA5Z7Nv/23/7Z+4zd+IwJTZHKX+K4BbCwM/w0tMLTA0AJDC7ymFngJD+E1ledTn9weiX1nyZ5TFZ2eEp/FOTtqdkhwnnpVsFOVyr6n7Fk77cUvQjp27DjJ4ER5S6PtUbWy3A5wLz45VUuLUvAErbZa4+tVpi0tr/RU2smu3JYYQI3aR0qC55LUcWT09KkTOnvmlDHQVam7pKqzKCJQZ06fjD+/0uWptHYu7KMqyxOVVy9Ijp62x8eVOfLTs+R9HDvcrdTt9kNwAnDwc/dTuWQdlgx+uqJOXFIHcFvuOluo4zHKG5bG715fTTuwfHlTvxJKjzXZwU3LrpplR02P517Ists3QKm0khitWg5skyCHgYY5qZ801A1tlaFhk7BtSkf7usoMm/No2ExVyNUxmO4kLTuNNkwlWUUBZmcundeFs2e0cGXGstteDbcb5MtARyFRyDKFkBpABOXOK0kly9Q3mO7ze6UekqUNRJEsV8POW3NyXA4xSyEoa7bUaI6K9aM9GEwJgF0EVWXqeFim0vtApfW3zsHgJukvqeE+me1RWQ7A0lJIVCAX8vU9KXujDNanqX5oWv/E85mHawTRXnmMoV8h5LPSBmUZaxVtV6rymnbS3LbJPVZ+rfL12iJ34baugXBh0NzsdzWmFY2qVKs3r5TLq60LPPohV1Xltl9qHlJwH1n+nvdkjLyXZujpZYDXMuAYI0Lmkx+au6r57rKWLGvh/SDbtlHKuveVeV2DV7FXZTalB3usUZDn8NraRsE24hLv1PwS8y/KXKX7MrUK9y8l+dhpjU2I42OlU/iwWfF5jUXTvEaabs4KW6Aym47Onzmjc2fPq7Mw7/1TqOE92LF8l703rlw8J44reT2VZkqypirva3lXtHxiJnc0ODiKF9SXN7v5rSh4epm7K2znwrl+rEnZS9at57WJNbahvB6Z02Dh4/mC4K6hlLxenxaZT+FjLITguaWykJIkUZrkXidF8gy3fAOAg/d7njdUeW8mrYY2+ARU07ry8zHyXpdlHsjXNa+eGfesdy+mpddlzie05uZm3NXr0cxdX/mjwe2WxQP8Tkxr39Z5tWhzqnKx9FC/BYDuWY6+C3zuxKsf2MvsdX9mqFyReHiT08THEWzc1YmZsC7yvPSPhOUh2tzlJd6F91DwGmE3rcrLvLIxkfoaeZJQBes2qClDIuglWN5WVUQA8zwX9zOiF+ANkD3uz3sEBRQ1/XlTgzLsAEglghdCUAhB9GccBMiHD2MLf2aQAvC4NPbYsWMUxZxcdgpw5PJVxscG/6vHIpOL8f5NwCegLzXgb/hzFaINGUg7nY4/UnrXgCOgkHpk57uFfC0/eUDzn/yTf5KseMAPMkO/8zu/I+YnmglApQ4duD8U+RlAHSllor5TU1MURT11EPeg/tIv/ZK4fJbxv/ZrvxYvG37ggQf0D//hP4w/h8SgEALJkIYWGFpgaIGhBW4DC/DtfRuI8emJEFTaIS/suHp8MKCww1LZ4UmI7FUdV/a0bM+pn7bVN+jAGZYd+mAnrWPnqa9KiaM98het7PhMjkwo75Yq5xY0c/KERPTAfOWx63bfp6K9UVfn+5o5e0H5gs8Iz59TunJBjWRZWriks4cP6cKp05q9dEkLdqLL/rKCo5YdA89zp07q0FNP69zR56WVGamcdXpRCaEzA42rcx3NdhMVjXGlo/6SZd5eoZC1lWYNjdtzP3vkKXWPPy1dOm7ZFiSDWS1fVffiGV08eUaLnZ6qTZskKG1qvMjVXC61d+tu9Rz5OmtQdfzp56SLFxVlWDgnLTk/d1lnjp/T2au219hmTd11nyy4sJU9DckO4ZmFSpreozNXCmXZhKqVebWqFTXtZDZ6lVS21a2mdDmb0FxjUv1s1HP0bJd5ZSsLmr96WUcPPauTBw+pP2vZbXsBlB1ZdFhMqWUfSRONNRJDNzup2N7yEpXF6S0N/nh6pxwx1sqSEvNUZ0kA9pNPPOHIaDAobqnqBWluXsJB7q1IBkghn9T5pVIX5ld05pMfV3X2qNTzGsxcGNji9FmdP3VM83agFycn1Ny3R6rs3JfLcshZWi5UtTdoIR1zn0Jiz9BmQKa08vbJre+kFrqpyvk5iTY75NX8JfVsp651nana6o86mmsAHU9QFIuSvf3mhm1ayic02yl15bzX4spFNRZ8suLKUTWWzkkXT2n+6BGdOD+juWpEVbpOobBtO6m02LfdgkH2qJrNaR8NRnc91xtNpXYSNXfFei6qc+WCjl++rKshVTU+LTVGlBlkj3mvy4B81577fEJluxZXUp199qB0wZG1ecty+aS0Mqv+0YM6+fST3g6FymxSV5dT62hSkNLEtg6a3nmXyuaE5q4uafHcJTVsy2a1rHxlTk3bqX/xvI488VR8OMgV69i5elHJ8rwPgyUtXV7Q6eMndOi5ZwxGvbdtO/n4lO0QANw+fla81zuOjPcMzqt0REomfOLDqcFvmmbW3Udz1fPSVNa5F6Pkk9Ob1cuaurLkfcClupajWprXeJJqyXurn5TWo6tLJw/riQ+9L9L5YwdVLXlvdBdULNh+BtwrV8/r0BMf1aO//7/19MceVXfWtqk64oRSo5kqSSxOkBp5GgmTJC5DTrCSXvRabcgcGeZYCwadIc9kjzxGhzZuWq+52cs69OQntMw+DT2Jk03LV6X+nFTMem2uamHxqk6cOq4x79u7D+yXN4LkiauQqvAxU1XBtgmWITGtkQKUaQDuruLcikUXcudZUOpMCFJwYwilit6SZDuoWtTi2cN69oP/R4c/+LuaPfW8cWFXK9jVnwPy5+7y5TM6/Pgf6fE//G198gO/q8vHD0m2VW95Tl1HYQdCeI2Yf27eOJg/9RgAABAASURBVLry4dxV69pVBVIjyZQYATck71Mp8aEYbG5/tBt4BBVm0rFey4VkTu51+795Cu3KyorlLwW443JRpM4NRkl7nOhxBnAIiIJcjG+ihQA1gF/izQagpAGQB5AFsFHXbPr4dwPRUUAf7fBlHOQmhRCEHORTf+8BGJkzhOCP+l4Et9TRn/GATmQH8NUyAfoYDwBurAJULptl/hqM8kRdxvBAI3T8HYNNeP61v/bXGCrGMoZIL3n0ooE5kRm+tDGGevrU9ZQBoszBk32PHDkinlBLNPRHf/RHY54+6Ec6pKEFhhYYWmBogdfeAslrL8KnL0Gwt2F/X/bbVQVUgSol0fmxN2JXK3d0MmmMqkob/rJ1u79kHSiyFxPUtetShVRibMg0MjEZzw7LEYXK0TXlDclfqMpaCmPTatiBXTLb40dP6NLBZ9U/d0qlHazlU4d16tBzOmdQ2VlaVrvVik5FMj4iF2KeL+12o6mVhSUtnD0tXTkrzV82zTh7XhevzqnK2pZhSqnnk7WQgWbwmBRytKpnoHXxzDEdffZJnTe4nTcwOGsQd+7MiegstCem1dy4WRobs065KVEwuBibmFI2OSmidxevXNWpE8fVOXNcxeVzunroaR23o3/xwlU1Rqc1tW2v0ol1koLsHUnxEsskgomewXBjZL3kfiFvONhh4GhHKdg5VJXbH2yok46qkxsQ5da9RdpUI0uVZ4mKomdAMqMzJ0+pc+GCCtuqWu5o6ewFnTx2XER08iQ1uPY4LkNrt7Vl23a1Rka14L6XL9vZXliUDNAXL13WpWee0pGDB4UDlFnnIm16KXMpzSy+N0dl6peqbIP2us1qr98gfj7l8MGndenpJ9Q7c1Lzzx/WuSNHdeXKJZX2vLON65Wvm/a6m4ejLIoOYaKlItOSwU3PzrBRzaDdU1WOWAfXpSMTWu6nOuvo3cKJEyoN9tha+cSEUkdfV0JDkLJEwrsPkgyyw9QGjWzcpsbolOYXl7yuhzXz3JNaPPm8egabz3z0g5btiuBftcYtR6pO4cE+CcA2T9pjShptY89CFy7Paf7sRRXnL6lz/rwWz5zWk48+qguXDJBsw74j+IYOntjjsVGaSFlTmWXPvKZF0hCX7l0+eUy9k0fVO39Gpz/8qM4ePyr2dVFKSXtSbR6IZaBUshZZLqW5Mh87rXXrVJSpThw7qTPPPadljofzp7XkqP+5E6c0f2XGeCqo2W6p3WooMaBpec9umt6gCdsJB/WyT9bMnT4pbwbJoLA3c9UncU6Ky/bKNGjUezltem/5tEQ8rh39lI+VJEm89lYt7kUptUxN77++7dSjzvtUBjlcVpyqVAiV/0vdxXnNXr2ky+fP6pKPp4WZKwbWPtHg1pTwvPdsZ3lBnDCZMVBenL2qZUcU1VlWP176XnrST/8d0mQwOElV+U9ByrznACXcNzdjeS5cOK8ly9afn1XlkyiFQfPipQs6f/aUnn72GXV98oCHNTW5b5aol6PeaZ4pzRqqQjLgf91/Hxd+S/wrmdIWVEzlV2kavMmVri9d9Ekgf/4sGGzPOhI9d/GsZi6cts0rU+I+lftU/izuWsaObbhogDmnBUfYS8vL8d9oZO5TetpCfX+uzM3PsCRqeV+2RsakNHV7MC/5ZIJJinKlZu3l8jhXOG8OKoOL3j/kXftav286P3u6BmrtdtsqpiKCSX09CFAFmFpaWhIP7uG7or5slT7cm5hlmS74M5Py/Px8BIaJ9zx9P/nJT8bPQCKHtBM9JQoIWORptaOjo2o2m/F+TdoBb0Q/yVMPb/LIgKwAUOqpQ2bqSSlDXKpLyv2T9AcMIwt18CZl/wIAf/7nf14AYC6nzb2veaou7YzhmOd+VgDwe9/73qhDo9EQ/ehDPQ8+QhYANG3Mhzy0Q9RNT0+Ly3R/8Ad/UOjye7/3ewKEp3E/0WtIQwsMLTC0wNACr7UFktdagFc7v/2PG1gERSfEDok9IS33+sLhJAjXxfG00ymlSpNcsjOa+gtOIUh8OY1NKPeX84Kd08v+UteyHU+YGbg0DNh23323tu/Zq54d3xN2Ag+fOqUnnnxWTz57SCfOnFdZpVq3YbM2bN6uxti4FBLPIeXtEUcg1ivkuc5euKjHHOl59MMf04c/+piefe6wjjo6WXjsjp27tGPnbmPchozOhMPd73TiF3FuB39y3Qa1x6e0sNzVMY85dOSYTl24pCvzS0paI1q/bYc2GKBpdFyyMxIpBCXj49q0Y5dpuxI7PedmZvX04aN64tlndfLsOQMSO35ppm27dmu7508trxSkzDZKTY4mdI025heXjZFsEABPkilZbZPzcp9eUdn2iXqOrCwTiTQwlPPKGlq/YZO27dippuU8bxs8/cxzesqg5EnL8MyRw7q8MK+R6Slt2rlDKYDPIFWqDLTasb5q5HreUef3PfoBPfqhD4ox5wxgWlPTWr9zp/LxSV1dWdbVes1wVRsNlXbUZu3IXVlaVJE3NGLQWXgdztiRf95A6ISduMvzBrHuu37rFm3cslW5wavi+FyYwd6xlu3I921Lu93yQnt9SlOlMDKiyQ0bNGY5Fr1WB322Hb0u8OCjNHOf0jYr1LP94j1+tpNCYvapiqqSvE/Wbd+qddu3qZskOm6g+KzB96GTp3XkzDmVjaZGbI/m1KSWPXbGeiwZYChNpIb5e22nNm7U6NR6R8g7Onz6lJ49elRHvDePnzuryuNbU+vUtm07tie/g9k1IFGSSqyvqWGwN7Fpo5re4/MGecfOndOzPilx0PY5b5DT8Nzrtm1T1WrqotfpkkkhKLGd+j6+WOPEPPbdc0A7fHz0FXw8nNXBY8f0rO3xrEH9iTNnteR5R6amtM4R+PbklLwZJI9Pmy1Nrt+olm1xZXZOjz/5jB599MP60Ace1ZNPP6PnDWBXeqW2btvp/ekTIgYosj0rzyOvU2WS5VGSSEFSSJRZ7xEfz1US1PG88ViWlPrYDU6TEJS6c6FKPe/bjk8wLfsEAGm/lJTYtj7mFFJR7vkf/fru66z3gN9eD/d8Ve9gGa5nYB3Yi+s2ateuPRajoXMXL+pxf2Z88MMfFfSRjz2mjz/+hJ557qASH4NbfWzvuetutbzOPgCtkXmkln+VMepUq/lXknj0arfE7IICtgh5BIcdn3DzUmjFn6XcjhBCoiRZHVGW6rqx2yu0uNxz9HVFVUhc15eyhpQaVPcdrjTXxCf1Fubm/NlciBN9jfEJt/t480kem1hKgq7JHCwORJLwT6II6TZ/YRvAVS1ms9kUgI6H/lAHKKRuxJ8jJ3yiivsSydfgkT5f9EVfJIAcT32lPO5jPvPnGvkzZ84IMEcUtP5tTMbz+5S01w8KIl/fB3nUnw883fZf/It/4cNiWQBdZGRcCEEAusKfdwBhiDIy1kCZe1Dhx72nyAF4po06+JACmL/hG74hAj/689MugGAue6UduUkBnABPopTwoa4mdOb3PAGvu3fvFkAUe/KzMP/pP/2n2A1bAi5H/b39ZV/2ZUKe06dPR71ih+G/oQWGFhhaYGiB28ICfH3fFoK8GiHKVc+jEg6S7KigFpWJcjueo3akp6bXCbDjRsnuCmNCyFSGNFKV2NkZadu5X69xg6PE0YIlwKlBin1bD8mEk7zv3vu19777NGVgokZL/TS3LzWiaTuIO/bs0+679ms9bVlThZ1Y2cnKRse0Zcdu7b3rgLYa0I1Pr1ejOaq0OaKeMs+50eMOaO/d92rawCVGX3CS01S8lle6wuGe8Bzr7rpHO/fuN8DYqH7S0MTGTRrftFnrtm7TRgO6fP16+VtX9v3UD6l6XTt45tO2TjvvNiCwfNObtiizg1fZoW4aqG3Ysl1795vvnrvUmJrylKmdS7t71k3WQ3YaR0bHNWmHdtx2jMxdJ49XDVxs09TO1LQB3cS69Qpprp4BlbnIyqqxYaP27L/Xelr2SUfCQqKuF2HJDmrmKN2OXft0zwOfpw0797p/W7KPKq9JGJnQLut8/4MPa9P2XebbVGWZptdv1s59++PP0EzVzraBS2Y5q2ZDwmG1fInLDUffMoOZUQP2bXv3aOeB+22v7UoNSNrWZ3rrFu1Cf88zZuDTt9ClrSDrIKW2ZzMCyvWbt2nEvKinj5RIrVGNeMwWO/0bDMrGJ9eLda28NsJJt4PedJ/1PhExYVBYec8J5m4LBnvsx4bl2mygtmX3Xk1u3aaxjZvUmlynYCfqwMOPaKPrx2zXUUcQR9y3YYdTqeVKTE4ntm3VnnvvESccAKgd1ycjYxqzXPc98iZttH0mvf7o35ycUtIakUJQ6f0Nyfue/bxt713asme3RjdtEPYKBna77rlXmw0k19nhm/Q+a01ORhBc5ZnsBYu1ZamUZEonp7XrwAHtu/eApjdtVWi2VVjf0GhrbN209/4e7di7V9M+MRLHhkSFgvLxifgbnHd7XXbu2S/2T+4xHJP9KtH41JR2u373vnvUYn+HNO7PkGbWI5XMAwqp68kHSY1crfEx5Q0fh0UlLt/jJE6SeYyNzjHmXmqPjPtkyEbLtlPbtu/w3OviGJmXLJ/cf8TH74YtW7Tdx9eGLVs06r2E/I12S0ynV/HC/t5ukUNQovjy+skAZNzHzIOf9wbPu0dt2yjLW6pSAz/blHtmN9jGBx54SFt9oshCST5elDcUrLML1lJxq0We/lfP46xulDtIcfbgtH5XrgkmYWfbIfgza3J6o9inW3fvEceDKo/wcRxTM80aLR8r64RstJPmzdX95hN5HZ8UchjUXAsD0RVxIqvFMeUIPDbnxGDf+3KwlqrZKr6SgQYknjVW3Qn/MtsOAIesADjS//f//p94UmwN0ABN/+7f/Tvxe5k8dZafTakB2Lvf/W4R7ab9F37hFxgeCaD49//+3xeA8Fu+5Vu0zZ8/XT7v3crPn9zn7ymA5a//+q+7RtrpE3MzMzP64R/+4fi7nsjU9Gf2iPdaCEGjo6NqNBqiLvX+R27yRCqRjyfKAvjgA0Pmp0w/gB91a/PvfOc7I7j+1//6X+uxxx4TejAH/cb5DHPmq77qq/TII4/oV37lVwQArnXmeP3VX/3VCKa/8Au/UNyL6u6RH/p893d/t2hnvvV8Jrjxt37rt+LlwuhOHXZx9fD9WltgOP/QAkMLDC1gC6x6OM7dge+1vk5pZ6eMOqBSosoujewwrnfEb8/+u7X3nnuEw4xD1jcaqzyYPss+o95XqoKIWpJonZ33/Q8+oN12skcMnNRo23ltacVOa99jZGd9ox3zffc/qN0H7tWb3vo2PcjvDNpZ3mJQOW5Qprwp2flLs5YKvHE7iMpb0dG+58E36A1vfKvHfYHe9LYv0gMPf77ue/it2mpQ0LCD74HxcrLoGNtRySamJI+fd1Rz2eBMo5Oa2r5bez3fgQcf0e6779fWvfs0vXW7MuZOMmO1oF5IJc8PuKiURR4ZjrOd/d0H7tP9b3yTHvEfym4rAAAQAElEQVT8O+3E7zHYWrdzj9Qal2wL+gOM4pc/Pp7n37ZrT9Tz/oceluxAFt1CfYMBJamHZKZUowavuw1oiXRt3LpV+cS0Qts8bQt3EE70BsvJfPc99Hl6w5vebHqL7n3oDdpx9z0a2bRFatnehSeFb9P5ZkvBfKftVN/3eQ/rC975Lr39XV+qu97wsCa3bJNy+oxofPNm7br3AW3fv0/BYKvDfmBNs0x77r1Xb3jb52ur22TQx7puNWi/ywB35z33acu+uzVlMNvyeqeNEa14+kWfZSjYQ3bI5EjedgOlfeaz0VE29A9eT2UtFY6KyfnRzdu07/6H9NCb36L7rM+GLVukLLMso9q8Y4cO3PeA9njfJObf65bRk048vtf3ZI2mcgPKzZZjv/fHvV6bA4+8UXfd/3nKJtZJBkVjBoz7HnhAdz/0oEbdt0oSdbzL+0SMrO/Y9p3asf8u78n7fELkfu178EHtsn4Zzryj2ozfe9/95vmgONlQ2D4di9GzjpUBBTabspzYg3n3P/AG3YUeBvVqj6gfUq3fsVtv4Hc1XR98HCw42pq5LfU6dRzV6pvUaGnjrr3a/8CDuuu+h3TgwYd1wKDp3oce1j7vuwg2s4ZkfvGBMXlTcW+kDY2t36Rdnu/Bh9+kN3/hO/S2/+9P6uE3f74eeuNbtNnHRxgdt90SVd6Pcn+xR6yH0MEU2LvUmbeYwzJyObmDcZqZn1eJMx4S8cqcBjJppvUG+Hd5/+33Mb956zZl7EH4emmMytUen9AunxC45977tMP7MAIk5mEOzwubT5e4zBzQGcd7TQU/rwvHvLKmmtMbtGP3Pt3/0Bv1lrd9sd5qeuRNb9ODb3izHnzkzY6ub1a0BfdC+3NNaWZWQYjOGgs9IumlX3SEXrrVgHXV3ratvLaTm7Zpl0+c7dx3QOt9LJc2bqgq+S0jXbV9zG/3SaP9Xvt7H3pEYxu3KPH+RqB+0fNnW+E17Ku7NKvFhRn101TZ2IREH8tZel0K02CVzDJo8Ioos/R4KbgulZSESnU/F2/Ld8maWLLUejoRgI40z/P4W5vvec979M53vjOCLsDk23x8fe/3fq8/OrJ4eTt9iVx+27d9m/UO+qEf+iHxcyDf/u3frr/0l/6S/sf/+B9617veFX+jk751pBEQ9+///b8Xl87yFFfm+ct/+S/ry7/8ywUw46E+lJO45ySin0QdAcRc1gsvZAaUEmEdN0DkPkl+wxO+tLdarXgJMLrQlzr4ZRl7UHrooYdEn1/8xV+MQJEIJH2gGngyDlBM5POnf/qn9fVf//X6u3/378bf0uR+T4Dm933f9+mAT2QBppnra7/2awWgxE7f+Z3fGX9XFDCLbPv27Ys/pUI/ADFzDWlogaEFXrDAMDe0wGtlgdv9+/pl7VIF+y/uNfCZ7BzZBSntHFWALKdqjihz1DB1dBDAIwUVdgIYJ78Kl3FbSjs5cv+GAVLTzj3Or+zwLXc6EViFtKnCjiy8lfgL1Y58a/1mBUeiclPDjlYDxylrSaXlsCNGhAYqDCrKfqHSKY5k0mxL7THTpJLJ9QYUk1LSVEmkwDIlyeqyLC6aV+W2TEnetNOfS1Um5SMandpoZ3OTWgZJI3ZK8xHzs/yVqV+lqlJcssx+Xi67eeqUpQrXJ3bCcfDSsUmFiSmNGCihg5k6ImsQWSCAxyepllf6UuY5Q6J8dFzBY9tTUyqsG0//TLOGqiSR3O5/ShoNjTsKN+YILraL9W4re/2Bsw9AbY1qxFHFUUff8okptSx7c3xKShsSQAJak6+Qh3GuT72WyK2G7ee14dLGQsHjco17LbYYFEdAV1SOnlaWLdey8+MGmZNTG2QB5X9Sa0ypy6nH5Fu2KrEcSnOVnqdQpiR1JMl2XHSUGXsqpGoazDesV3t8UpQLr1XlvZayjg2DpiSVsobQZdR7Lbd9BdB2v6bnG/UembAcqoLAZTJ/eUxoNs0vl2TyGqNfNmagPjaldGKd1HC7Zcu9t6Y3btWI9xmXhq/0K5V27ArPUQOW1sSU1vsEy/S2XconvK8MhHuej/2Y+2TDiPmNTk4LubkcMjUQTZttlZaltAQAuaQ96rGTyr2vmgaAwtYhV9+yNj33qPdry9GowroneVsr7OuQePmag+PD+mKHdHRKoxs2a3TzVo2YT8NzB699aXl6RWkblCo9jnLfPIpuT4XrU+ubtkakpvVutJTb7sLGnr9yuzxvyL1X0kyLPAzIslMXKaQKSWZNgpyR0kTrNqz3tkqjQ809YQpBUgkXg6RKfe/NpNHWmGUct7w562a7yXyrKlEffVymnva219HKykzNJujVvohwQZGPdZTMk8XwvlUlyevMuuTtMaWjE8pMLcvYdCofA/Keke2o3Psns108vl96/0dbKbKADSzN7eZvd/LMtovMQddelWtKU4EdQiq1R9TwZ0/KXm6OKEkShRCiLVWZQ5Ir9fo1LB+yymMK21Jh0K/RyKR+RzOXzmtxbk5NA5nMn6VKLb/7Kkkjm8oSFCZYehmkUCq+kkpBpkoESmPV7fyvBpzIyOWzRN2IEH7N13yNAFRcWstPgzS93wGSgC5+IoT+k5OT8f5H8n/zb/7N+DAc2s6ePaunnnoq3pP5L//lv9RP/uRPXosANhoNMSd76u1vf7t+//d/XwC948ePiwgl91/+6I/+qH7mZ34mgjZAHPxJ3/zmN4vLXgGJ1AE+4fOlX/ql8Ymw/Mblr/3ar+mnfuqnhAysPX3QJ4QQf/KFcX0u+Xdmamoqzn3XXXeJKCVl+rspHo+kgELAL/J8x3d8R6wHEAOUv/mbv1k///M/H3+blL71WIA2l9R+67d+q37u535Ov+4ILvd6EhX+sR/7Mf3Fv/gXlfmzEfsxbkhDCwwtMLTAbWqBzymxkteftqiU2KUMVi0xiOrKCEn+Fo4pflySZHaBMtEzdc4dVRiMKSTq2Zkh7Rug2Q/WiqNRztrJSU1Nt2aqykTCAXNNz05vd6XrOs+X2OGz44SD2LeXhGOdZg0lWcvds+iQF7Heohh19OzsriwX6nQq9Yhe2tlCFjOXHLnii7u7uOxxmbKRSWXtccm8BADw/P2ogR04O3kVZF0ATYnzSbDjoUTdqvTZZbimSpDPwKb02K4jpt2FZTekUiH3qdR3fxnYlbKOTlPL7g6Svb7KTizgj4gtdkmzpuhXuk0eR9ov7AU6XzhdWumo2+na7J7fdcin1LKGRMzR7xTqWIaqX7lfXz2nRoiSdZB506e0TQJ56yNT5bbeSs9rWkjWIcMJJyprWZU2Jeu8UpTxvt0qzVTGeVOtFIXmlpdNK/bfmT9XnKespOjk5l7/RB3LXajyqmZKvI5BqW0SJPMpzVchMc8g5ETHqK/7KW3YhKmWHGVass6se+UxSjJ1bayO15mxsb95BNfL81bec6nlLpR6/mAemagrCue7lf3yUkp8AsNUuk+nrLToKN1Sr+d9WppFqoYd1dJ8erZf4b0lr3HltHAEurvcV459sB315rFsWTqlxBgztz7yvIl6HuOtro5t3vHYwqnY5/KaeQ0yg8XK45FhxnuyZ/2yRtPHR0/9Ugqeo2HgFvKmdbCNzc+MYR6pRCf3wwY97Ox9k3iNQmZb5w0Fg7rU4y2wZUrFOq/ML6nnPcJe7SOTbSb2pNe78CpVtmXUwXuc+7TFKwQp8Z4OyFBpnU9sZJZpfmHBx1lHFo5eypLE2UrBazHgE1y/hhhvPlnT9vdcupEqWT36ex59+q80tawejmPvRErSuAOrOJ/bbJdg+3Oyq29D9yDbrl8G93N70pAM/MTnghibxL0ErwEPcp8+VR5awdfzsL+q0vuBdXBZpKY0YAPbsyhVeW2Rreu0y5p5H1TsIfdLTCF135Vlzc5cVkgKja9fryaAM8m83VLXWR+P8bQ+AcHs5Er/MwXKpbgcOnU+eN3dcFu/s8z2soSsb1EU8QFgPACL378EhHH/5RNPPCEe7vPjP/7jevjhhwVg5JJSxtaRwMT7ld+cJMr43/7bf9Nv//Zv63d+53fEpbR79uyJYwCv9KdvCEGMf8Mb3hABKZfwPvroo/rlX/7lCMg2bdoUo58NA1SLJ4DoP/2n/zQCUSKT1DWbzciD7yHm+dmf/dkoJ1HVrVu3xns/uZ8SHYi4jvvkAeOYF/l7/pwCMD755JPx8leAKTzpk+c5ido+6UVm7969+kf/6B9FnT70oQ/pN3/zNwWYJrrb9Wcel/TWsoYQ9BVf8RXiIUGA0EOHDokHJ/3Gb/yGvu7rvg52UTZkiIXhv6EFhhYYWmBogdfcAv72f81luLUAL9MaXZDwQqdBFrWgVGlzVGq2pcxfcGmqkGZKIA8pTYr/8EMZmSjFoVVw92akqfEJpUkunOSykAoDiAgO7XArbysfnVTDEawywbFI7QTacQppnCfNctnn0rKjN3073InBBU51buc9NVgCDLTGpz1+XEne9NigvhHd8tJSdIYzn+HOGs1Bm/n3cPbkeQxyCs/f7VVCJntqSBwpMehKQ+7x5uUzzXnIlLp/MNC0EaxxqsTtjcaIGiMTBjX9yCPLG5ZjRMG69ivztWHzZm5HRrJ/q5AlkdI8U8P2DGnDuhUGKEA0O5s2XxWcyv2wL/zcL/HceaOl4LLkTkqlJFXWanm+dqxvjIwqtw2plzLLLsm2Sqx7zzr2+4VlDLEv/VJAgB3eyrzsw6njSGyJkC5naUsj5tW0o77UWVEWEjUsa8P65lnbyqS2caWe0VWlzKDXIMS2hWeeNQXPoNQtDTXdP/F4xO76BIH8Cm6TX1naEASYrNwh8di2o4htIjsGTsE8ZVs0vP9yz02+ijImyvNcvFY6PW+/REUZVHqexLxDcFtouHtDiUEEbYCMjjdS3yAwyxpqW/88S1XYqS/NKMsy5bZx6jbKvX6lynwatgM6Stg0cc9EuXUCbKWp6ySZRaQ0pMps04bt1jCASZE5bRpMMi5T13P3izL2GXE0PXjskk+0jI2MKEnRoVJZyesk29dp5R4eXxgMe5T7ZEqTXLnt1PS6pmkqd4+00u0LW3S9zhW29F7JbcfW5JRIGyPjyrxfkjQXfZZ7Xe/TVG3vG4sR5yyteOGCEymkUiW/gpIxH1u2FevUWV1DGdAEtydO4Rm8VqXBNfasLK+8brL9qJdtF8tOaS/cL5bdzli9yleapAoheM9bIHiRd11lUpZLIRFplreVmjKvXwJ5n6/00TZISm37KoJ/TngkSaLU6xvc8tLvm7fU/ese/X6lQd4yWmc+G/oh1eAEUlN9y4Dtg2UIWcNmaynz/mnEfd/y3krkTROXw9tcvLo8abfXifcMjvozLoyOS0mquPej7T2XO5ZV33XOBOtZk4v1Ow1BoS7cpmnfn8GIFkLQ2NiY1q1bJyLt9aWvtAH2uI+SPG2sX7PZVM+AjTHUc8lrVVXKskyAtDp6R4SQOQCpNQ+tecFr3ECw4IPS9VNTU5GvQcMmQwAAEABJREFUsxFkkvLUW9Lt27fHCCd5QDEpxJwQMo+OjopIIvXMC23evJlivE8aGSkgS57nQq6Wj10AKhFeQCB8ar1CGKxgrU8IAzsx38zMDKzUaDRiNBabUBHCYAy8ar0A8MxDZJQ+zF/PQXlIQwsMLTC0wNACr60Fktd2+lc+O19s9OYLjJQvH/L2U+z02DFxZQ+H0o5u36At2AHCOcWRUbCaaSbldogSHO2BQ5NKGjGQcotGcpcqKTNIsjcluR9eElG91PWNEJQHtye58qzpkR5lB0CeR0mu1OCgwllyC+/gfx4mps78xZs2cjtHiUo7ueYihcxkB9pemLGPHXtFCubXtLMR7Fi4s+YchWyPrdNCt1KnTNRbAiA1ZH9dIQQldgIjPy61dTt+WVJKzNZKM34mMuZzhcFVae4j+jLOMkRH3iCjtKBEiXAoS/ctNJCnCsIMqkqnlYRzaR9UfbeHNLcz0BR9K49P7CCTLz0eoExaKZFCqmB7xjxlKNY1ZKQ1IIxVDiYLtkGc1OXcawawS5L0Jfsl5tswwEOn0roFj6nMKzGNGITBJzifeXwjbViyXEloKMuaYt2abTu7lh29KiubKnOfhGHiZelJ1Bo1WHUubzX8X8rTJKbYgIcj1TYpPBoqnUKeWpnXn7S1ejY/Y209Ov40iNPcsmVx3sylTGncT00lljdxfepyM2+pZUpDIvRhT+ZJEPuTS7VrUmEN3D8xlbZFAEB5z+VJS3LatizYpmlzwmMwo5sQsCrZcl5r8/XYypRaBtKWQUSSuHdVyhIIHiPNhqpKHiyl1tc5hZAq9dzBe6vy+GQ1X5ZSpGowB30Zawyr1CcxMvNKksQARRFIc9k2UeWyrESefqWC6JOmuevcz23wHNQFmXWcg75VkkrIa1vvvmu/ph3pPHb8pE4eOSZPoCQk4oUM8JXLwcdL5Tkom7VuTGkP5lvXe7t4vvJVETIgCzqQt9BKrB9EvvIk1+arpApyRyfKVz9zKiUKIVPu46DlkxEhJO5x/bvS6p8ZkBu0hlWG5sa7Jje6m0dIaRoUbeG2UkEV+8Fz9T1nz+XU9qVPSDxn8EDICe+Sfy77TU4hpFqYmdOli1eUGZx2DVY37rlLClnkW3hGZEsV/Ce1/HlCOYQgwd9TyKuCEYLlSdyr9AZ4LUl+AaAAh85azESUyUMc651Ox1uuoCjygKFY8D8A2lpqNptWr7J9skh1G6DR3WNbXUcK+EzTVBBzUfdSxP6q6xsGcHWeFGBGupYAwWvL5JGbtCZkYl6AJXWA0VrGELxXvIlCGKS0AwjpcyMf2tbKRxm+gFDyNxJ8qIPXjeO4t5O2IfnIsf2HdhjaYbgH7tw9wOfp2u8TPju73S7VdyQld4rUIYQoagiDlAJfNnx59rsrBp2FuFcQUFg5KrawuGSHrIl74i9pf+nZOfHnr/NsvhCddpwWnNRQSKQROeGt2okR5PrgieiHc046IMxmsgOvGxxCD5F9ocG8Hlu/Edv+dyzSLg1ATenxjIFq+ULpHq6X+QOIRibXa2Jqo1pjE5IdNbdG8eR+jBF9YY6HB7kDOq0luS4KRTt9GQMZjioJUrCbZ6oCeRdJTNHPS1xepVimXpKr/F+27EtT5RZb21PX/4NFqEykUCW5z4DkVzDxfuVpMCCDEkuDGsiUmW1qNtkqxbzraBv0STxrFkkep+CyKXU+9l0dlzhlG0DRztF2rvRiAfSgYJvJVAXXi9FS8F9VU+W9dQuyMVTTC3ME13l2r1PwyYHEOiaWDdlTySWJfCbFNISgEKB0kFqOsEqVeURCwFr+1ZQTE6nknqs8lfgvmFIF166lxOXEtYlbM70wJgsSNNgXbnUmSTIFg4i1RB3Ha2o70x9KPDZNpNSypy6EJFVqStJcqZ1o0iRNlaSQ65JUgz5BSeJxHpPGVNdkCIkkU7AMSjOBTBMfM2Pjk5qYmFDTJ5S4PLx0xKfnD+4QpMBf+PTSxIK8GtLLvSxgqOULEsvoJI4apFY2luo0Fq77R79B6+D/oJHaQa7+H7xPIU4m0JM8VLezbWTjVpEMEp36UOBjSB4qea+JTWzyO9b1fSaGj1T6MS7NG2q2RzTiz7LxqWmz8xqF1FMwY4qm5iqlqzWVD7LSH8yVSsG7Mte1DtSrsf1nYiwRRoAPQMciC57cs0gkkzIRuKZBZOo9zElTACf16EAaQlAIQwphaIMQhjYIYWiDEIY2CGFogxBCPEHJ9wu+C98XfN9wtQjAkys8qLuTiG/521re+ov5xrQWOssSccazmaXqrKwouCGJC9VTp283B2fGTqE9ASkJgqIzEySUx+nGlwn2Z3BorpHBHHkcrhvJUwzewf5s5QiHpyndP0YHzQeAUlN0vOyNUSbvrrIPFp008saUsriR4lMXPVkIZhwpVXt6o9Zv3aktu/Zp3eYdytujsa/VVtPomm5Ck2CRVikm/kfbNXKzXHeN4phgFUt88gGhC/LX8jpvcRh5U4JltKN7vFQqPORbkP1+n/3Xp02e9tobWWp9b5SlrqfPtQFk6OhKv0Ufu79YJhL7hBAiTi/7r5QN4zcJdonraQVwKksvcFEW1qOyLV8gpoAifzIvQXUbPOGtaC93JHVSv+mHuGzjKCcV3nfBTvk1stMf1pI1CZEkukOMv0aSW3WtLazJra0lT1uQYo8oh6SyqK4nb+4YbX2J+sJ1UD2mchkbWoV4PJD2vQchN6km6svV+kHe83odyFsEyfmYrv6jCAlJDV7bExPavG2btu3cqel1GxTypoI/F9Ik16t9sS9eoEqfan5gzzKqgMw3kreVriN3QO8X7FaKMvaRbcRnGW01wTj4OL5OLu+PynvrBULuUpXHm71Tm9QZvxl+rfwCn2AIGFyP9DdYkEGrVQDX1AcVH7/0zB1db42M++TZem3YvFVbtu12z8RzpBY7UfBOTCT/l/ODNHEuhKAQgitDTEOoU4+tkP21Jfm1yAPenPJZcOrUqXivJnVcRloDTS5T3bx5s3jiKo5D/TRYDxu+hxYYWmBogaEFhha4zgJ8d1DBdwlp5e87vkf4/uAkJnV3EiUocDsT4WOMzhc5hiVPShman11QWfYVXLlu0hFAO1etZqb16yaVG4RWdqzKNUS5slOE8wTYTDwuYTCEhxTJhZi6o9tdGkREnb/2dqXZikVP06BgSs0oNUMIQFindd7NqikERZk9TJCxo7hEEn5KDXXsKCttSk1HAybXaYInaI5aP3mCslKUX7LTZyI12XMbFGwDe3B6EVXuZPJ70NUKhBAUwhqy3p5Bqbu62gDKGYMIe5gCKQMYAFaVQY7hleLljkYGsf4lUo++6Tu4JXgyHNJPl8xCA2Wcu5neN9bXBvCQeix7gjxpcAayG3vNNvEaUi8eJwhqQnbWNrHwqQsQ+SQJgmgTr4gkyTDx2lTCBp5OL3rRtSbkJ38tdcF7QKaEzZN6ta6RORI+pJ7UXSP/tSl8bkV1X4Sq86Q3jrGxkuvWL0S9k1X9b57K/UwWmz3m7iLlYTAhBOdfTNW1+srtEmM8XCUnlQz6/REQ92qMplnOeHm47SMFyVG1ken1mjLYzEdHJSUyO+V5IsAve/fTSRkTQjCvT5cqy3Lrt9mbv64ROl8j76s0JKopIZ8oRntZ+pqSRKItkgvs0eD0pcjVSt0/DYp8bCKxj6+RBUpNuYLn5SiRjF8lNhkfSrLxDVyD94ZZuN5vV/k/PRT8mZY3J9QYX6dRr0lZhPgZUnmtOAERP2f8OSJTWfQ8pvBnnMGwG67/nvLcNl8IQSHchD4L9Zx9JmpJFBMdJ3xygzJ52rhcNcsypT4+OTP9Az/wA/q1X/s18QTWLfx0Eh2HNLTA0AJDCwwtMLTADRbgOwQMxK0TNHEPPicxyVN3/Xdi5e/K25uSws7a7Ux8kfOFTRQTIxNKJuULfHx8VPvv3qPTp06o1+mq2+lo9uqcZq7Mu1yqz82RdsIUMslpskq1Q4Vz5SopkZTeSK6kw9p6V8V+Zkca3G6fxwMlmm6k4JYb6+qym+K7LjMN/YXDFrm5FFxrZ62yk6asJXTwjlLlNQtFV+SRn24QMr0Som9NsiOUpKmyNNjBDMoV5KywEc6mmzSoUEzT5P9n7zwA5Tivev8/M7O7t+nqqhdb7omd3igh9Bo6eQR41BA6jxp6h1BCh1AfvQRCaAFC6DwSHJI4zXESJ+5Nlqxi1Svp1i0z7//79s7VSpZtWbJjOZm9e+7Xz3fO+b7ZPf85M7Puk+Xum6e+LZfTWA86U+pmPRhFSGalyHXOZHHNRCcpnK8J49b5OqWuprrOabgunCZZzTRLVCnVZzqZjsjq5VduBYrIbY9shSR3SZTZXR7yMx9JCVBJJ1P5FSbzF+koUTdKtFFOaaUhAHaKk38KmV+MUC3M6Sm8qCM9Z6qETjLwGZLnfQheYbmgYV+PtX0Q4SRVttuQDCc0SnnqO2yr+yfbrixQ7nkBRZlTmSI1FuqBQKnwOolLbH22wHhIVCNLvrJvc/dn/z6SlLHW+FF52zTW94GskBGySmghi3mSGFExpvS/0qXSnwly+uAk638K1RPXKfwgaZXPqr0lIUc4hZykPqRCSGi1w0D0sXlTs/GnUqSW+bO2VExIrUllXpM8y1VA7swaFlaSdcjzXFlkicJpZJlqclZQYv44/uMLn6sbcAoQ46677tIll1ySiN+1pA4AipNQ3+d56aWX2hZlioLS3lBjgcYCjQUaCzQWOJMFwD98x9DGE7l5uBtXypC/kLHbmWTLUOZCJr6oiWrWX+iEkjE8C0DbXXfs1Kd/6qepM9bRxvUbdM3VV+vSHZdoZnqtpqbWqMjbpsxUKCty5ZkdGFNupwdqG8wVRUuFwwG527NWS4lSPpS7LXefvOg4D7mdNlO0zM9pnreUn4FarssiV6LM869Q7nqI9lbWcmSz5T6RKIGXDAfMdU6jNWZ5xlS0x1UUY2rZCWu3WxrrdNQprEueKfJCkZmcZlBRKHd6OqU216e+qX+mPBtS5rTIM7XME74t5/MsUzvP1TGNm0gpF3moaIVarVyF63MTDiPp6RSRKx6CctsiM51rGlnLug8py3JlOTKF5TLZcU2yIq/rs9ztI/1jNZ8rAgpFjJD55YXHtGpyG2XIMmdOC/NsOW0VhYpWIdJ2KxfUalmuxM/jLUvmObLR1PnwHCflaFn+9mlEXW59Vnh4TOIDL1PLcxeer2B+yDLkidrKi7YiL8zvVMqzTHmeqWVexQhlzmdZrqFMTsM0Uh62h+oxyJHmZn7PWbQy5U4h5HlgSntmO1mfNGZEp5W5mf/hKZRkidBYkSVqWc/cx3rbx+qYj9W28608V3ts0mvi4yYztaeU5CqYf0zttj8fspb1cdl9i+yRpxFx6p55ROVcuefNi9YwTXnXWb7cejyAUr8VebNcRR5qtTKx5zrWnzQReRO6ZllmW52kPMuUZ0PK8kyxQpnroDwbtuVZoWkppAUAABAASURBVDwKFRnzrZD3fGFqQUWuVtFSq9VRy/bOXS7yXJ2srU7e1njW8mdHaKzV0ljbtje4bBlk5o42Z51xddoTGvdnWm5ejGOednhM1lHHYzvWr21quS7P2sryMRNpS1lWKAvnTRG5IuJxI2zGU1t5SmpE6IUvfGH6uZFdu3bp4z7u48RnwLp168TPfnT8mc2DcHLbibPTAE/GN5R5TRtq9kGzB5o90OyB0T0QEeJ7gu+QiOH3y5EjR9LvM3/iJ36iCny+JxBl99xzjy5kwrhHjx4VxOPbKfOIeMr9vs/oS5ow2MycdpeX0oODMoWW+SmSXs+1D3yHz+Bnroa4LLQU/5Vii25yLEUnydGjKpHrQuLyscopZBaqfNq+KvtOz0we4W6WsxrIoclE9CfP2XFXuL1SRJikkBK5xplcsvMWdh4HlXs6TMBm7OBoWvgiXIcylk8rNJS11GhaZqWguk4uJ5LHq/J8lVZl8RwuuKFKFA4HZSrdp1RKXfa0StNWMCjdr3S5TKlKV45QrIytU7k8JI/1u6xsN9O5pZ7TdlMiz5vSWNHIqQVlnRK51kLqJLnRIGdYdp6xLkdEYmdlBZmrTn2V5gRxqV+lkvV3uKx01JnLO0kH3pc1hQdDTk55e/lGytZjpVSZ+yhJHm2ZqpWUBLlq8lQpWpcubbbdudwZGcpyYNm85zy8ksx1hcKye/Eq0+hexkaJt+uVeYTnlO0hUqiuc56+kKyE1fY8MlUrNJy3luOU1PKViehvsngW7bzeVk8QTBCdNBGVkakz1la7XSjzoWStVPhYyqJwl0wR3iPe73GOVHmcGZ3yfqQFWJxKlQ+/EWJ/QT5GKlKTfAwm8rap/MEAYVfSyuteU8ninMrc+8A6a4XqNtd6RqFPSl0OfyYm8udWrJDg7bwgr6MYb16yHUf1zlyIFWr5s6qw8VumMEDNspYyA8gqbyuRNxJs6rmzNG8lJLQYcmZIktxVVZ16AsouPu5v7q+pT4RyVrfOU9/v98WJUYRER767SDmBWnotyTfkXedN0NihsUOzB5o90OyBk3uA7w2+M+oHBGGb+vukMNC8kLHbmWTLOPN6IRP3uXD2mBDymjVrxH0w3CfDUwGnp6d08cVb9fp//hf17QwtLi3r7rvv1v0H9gvwWZVd+0hd9RMgKJUAgb/kB6beoCtoYLDIFz/OWb/fU6/nehN5qOe6waCnwWA5EXX93sD9BiIt7XixCR4plZahSnP3NUxLA4eBenbmoIGdSmTr9ha1vLyQnJb5xQUtLC1pzvKdWF7W3OK8SjuVPaMOdKyptL7oWBNlqG4HqNdjSs/XN3FPJrz65geVtidty4O+Fu00LfSGKeV+3zZ1Hc5U3/aBsBPpsK6vOi1tn1GqVh2LgdKcbu+b6PPI04FBTneF+rZf33mn2M4O+sA6rJLrStt8sGLz0nuj7z1QrpY91nYblge2a0/lim59n7joJRpYrxWirwkdoLK2oVPyQzKPVH5gis2HfTzXah/6nUaWE5kG1gf5S+tUej+WyG4auH2wkvasy8DUs57ke+7b9/r1XVfWZJkHri9NpKM0rPNx4j6l+zOWNJHrBuZLvh5TIkfZU5/U1PfeKU0p9Zr2TaVpmNpubhu2W0f3Lz22WqWBhvmzT8uql37jlt+57bEnbYduf1nLPairLnt2YVHzpmUfMz0fw0usI32WFnxMHRf7tOu93DM90pSx1ep+rnQu+dLrgE1SmvK1/bvey10lm1jP1Xb36Seb2p4pP0zTWtdl7yf6YPsH0sB8h4S8qZ118djhPq7cXvnzdEjDvVSKdJDWv3T7Cnlv9XpL/ixc0qA/EPtg2WuwOFjSgtNlrzFfjotL81pcOq7u4jEtOQ8tLi06vyhs2Ges16/n9VqCul2Rdlkr8xiYVwn5eCyR1Xux9L6HkBk9HoT0wag/cODA6jzvete7xE+K8D21Z8+eVN+zHocOHbK+S6lcywQgrfNNWp1im8YejT2aPdDsgWYPVDp27NjqZ+Nb3vIWcZUMmOj2229PV85cyPjtdNkyEPSFTHnu0IQFZOM5SYYn5b6Y+flF7d13vy7esfK0Q0dvptev0dhEW622e4XSCXKUdNZ5cpIzp5Lkqkz85Rr+ka9pOJY+cp8h5c7RHjq/16njMzOrSZZJIopZZFKnJY11cuWtwg2ZlBeK9pj7ZJZYluYkheT6B5JHrfbLpZQf/h+2hGuyFSKf2iJ3YmIdMqeUTZlnhSKzHCaZUj7PFCP0AEF06itczEznkzK2JrNaecN1lIbVdT9SWklHSdYfCqdQ5hTKnULkh6SkGn3Ph0JKfB4sTY0afWUuQLnTfEWqYZorT+Xcg4Ykl4cU7n2SMpfOTCf7KI0N9xwlpdqTY8PlzPTAdNgzJLfKEtErOyWN1JJp2OMcU5/lE5SZv1lwvLRCgshHPYf3bGSFLIAik9od6eR2doXHR34Oqc735TlrGZ2G2Y0S8rpKKT2l4dRx8thTSXrAmJBOqZNWipnTTEo8nMQIOetG/ms11fBFt9xZiLwYbzsr/GGVjGue/tywaYVpnVXLTQ50yh9fqXvmRijZHkYQH3g5Y1kvp6Iy9/TZCsnpkHQBvNrttjgLjSgtKwjI3rdvnzgDTV2ddjredFR82FKjeGOBxgKNBRoLnK0FSp/kpW8d4ayfYcOTauvn2tD+RKHsiSLog8uJCqZY6ZFSLrxaKTtJVU5PeVMJjVSGHaYHkk55MWSUTml8DApnngt9TZaXKUf7kKfuTETb6XR6v7p9tb6uGE1X5l3tQ4Z20nOgeui5pucwZRpSz5cKD/g3tG9Y15OkVUf3ocdq5QUPsg+W0nYuBL8HUi0T6el0LrPA46HHDWUI20im0PD18OlwnDzmJDGW+keYhvvXNJIdqXItfGty8UxvBlD/SFPGPB6EnA9GyEMb6flSzadOT+NHNTSsrm08kp5sHHZ5qP/0PZ1O2SPwfSgGTVtjgcYCZ22BpmNjgcYCjQU+iBZovsE/iMZupmos0FigsUBjgcYCjQUaCzQWaCwwaoEm31jgQ90CDeD8UF/hRr/GAo0FGgs0Fmgs0FigsUBjgcYCjQXOxgJNn8fAAg3gfAyM2rBsLNBYoLFAY4HGAo0FGgs0Fmgs0FigsUBjAaUbZM7NDs2oxgKNBRoLNBZoLNBYoLFAY4HGAo0FGgs0Fmgs8BAWaCKcD2GcJ1JTI2tjgcYCjQUaCzQWaCzQWKCxQGOBxgKNBS40CzSA80JbkUaeDwULNDo0Fmgs0FigsUBjgcYCjQUaCzQWaCxgCzSA00Zo3o0FGgt8KFug0a2xwONjgaqq1O/3T5n89HK329XS0tIpfT5cCr1eb1VVbLWwsKDRutXGxylTyzI/P58kWF5e1uLiYsrX//itvMFgoDplDOW6/XxT9kfNYzRf1304p/WxVB8/dRmbsB6kEHlsx/qxz6gb7Uv5XOnEiROCZ82v3ivMd648H8m40XlG82fDo5YV+c/Uv66vdaNPvbfZ55QbeuwskGVDiMb+ZRbKo2tB3ROJhto8kSRuZG0s0FigsUBjgSeuBT6MJI8I4STIr9OdYhwHnLd2u62xsbEEWHAYP5wcuaIobBkJvSNCExMTarVaqh3h1Pg4/kMWpq/XJCLEeuEAQqwh65vneVrnOqWOcY8GsW/q+eEP4GXuGgw8GnM8UXlgB2Sv9xHrQRmbYSfsNjc3l9aGdYNof7QI/mvWrFFEpD0M38nJSRLVMqXCY/gPXZGDKR7p/qhlZSzHHFTbkDQiaEr6UeY4rW1eHxupQ/OvscBZWCA7iz5Nl8YCjQUaCzQWaCzQWOAcLFCDj9pRA1zCJiKSI0ceiogEZj7YjhxzP14UEWlqnNlDhw6JCBQVo44w5ceLOCHA3ABhUtYyIlKUEyefdlLWFgBIWveh//kS/MbHxxMIr3kBKh7NOWq+T8S0PlYiIkUZAUToAbBkD2GrqakpqsRaAT7Za1Q8GoCQ+Wt+9R6hzFysEfM8lnS++wOwis0iQtgLQm50wHbsbfpERALQ2BWdAab1sfpY6tfw/tCyQPahpU6jTWOBxgKNBRoLNBa48CwQMQRXtaNWO6U4jbVTNyr1kSNHRosfknkAAIrhrG/cuDGBBoAbddiF9PEkHG7mx9Emrdep0+moJhxw1hLHHZkjhutMnjGPkE7pji3gT+XRo0dXI3WUieCRfjhTRKQrA7ATl2PXNgcwYZeI4VqQpw/RSOxJ37oPbedD7InR8cwDWBute6zyzIU+8D+X/cHJr3rfogd7anZ2Nu2ziEgnOtDl+PHjCbBzPGA3iP3PvA01FjhbCzSA82wt1fRrLNBYoLFAY4HGAo/AAtzfhXPLECJVpEQHSGsQQ0ShzuPQ1UBz/fr1dPuQptppxUbojQMcMbw8Ebs83sojDzKwLjj3RIAiQvW61gAHpx9dkJl+NTH2fAhnn/HYh3xEaM+ePSnCWu8n2j9cCeDD2hCtZG1mZmaSKe64446URsTqPcGc6AE40cAJjoiTYJS6M9ND1wLS6ggqa05v9gBrBJCj/FgSewL+57s/kJk9zJ7ic4fyTTfdJOxIPXZlLvLYOuL8bYfcDX14WaABnB9e691o21igsUBjgcYCHyQLEFHBuWU6Igd/9Ed/pCc96UnpUlpAZkRo7dq1wsnbvHmz6P+c5zxH//f//t8PiwcJ4cBim5/5mZ/RZ33WZ+l1r3sdxXT5XspcAP9q4BARad3uv/9+/fAP/7A+5mM+JjnkgM9RMYl2RoRw0PUovJgfnuyX97///frUT/1UfcmXfIkOHDjwKHB/YrMAGEVEUgLwyUmLf/zHf9RXf/VX63u/93tTxLzeY6985SuT7V7zmtek/o/G+jA/zACzrBH51772tfrKr/xKvfzlL6f4mNP57A/k5kQJQsIH8E5666236oUvfKE+5VM+RbfddlsC7diXCCh9GQPIJf9BpWayJ7QFGsD5hF6+RvjGAo0FGgs0FrhQLXDw4EEBNJGPKAHRAS4j3bFjh772a79WX/7lX57ocz7nc/QZn/EZ+uzP/uyUfvRHf3R6kBDjPtSJiO+9996r9773vSKqgmOLzheCQ0vUCnlqcILDvW/fPl1//fW68cYbVy8zRF6IiGcNQiifL2ED+HEigmgrESgAwC233CJOUJwv/w+F8awRenBsceIGEIV9OM6OHTtGUwJM7K33ve99uu+++9IDfmqAmDqc4z9OAjCUfcEe4eTDPffcoxtuuEHMRdtjSee7PwCONSBn72JDdLrmmmvS5xYnNThBRh+AKIQ+jKtPpFFu6MPTAo9U6wZwPlKLNf0bCzQWaCzQWKCxwFlYYNOmTSlqWXfFQcShA2AScfmLv/gL/c7v/I7+8A//UK9+9av193//96n8vOc978MiwolduBTyF37hF5KT/l3f9V0pugnIuhAcWsAmMiIPAAXA9+xnP1tEye6880499alPTdFp+uCw0w+iXDvn5M/x+HiEAAAQAElEQVSVsAEgAPAEjy1btqT5sBnlD3fC1jXgrG0REemniLZu3SpO8lAPYPrpn/5pfeADH9D3fd/3pfs+GUvb+RB7gvmZJyLSsf6DP/iDetvb3qY/+7M/Ox/WZzX20dgfdVQTXhHDe2KZnBNB6Ied2MvsQ67GoK2hxgLnYoEGcJ6L1c56TNOxsUBjgcYCjQU+nC1A5AOnFEBCHgcPIIMjBwCljYgB7diJPkRpiGhxzxntOHy01Sn3jsFj//79VKenu3LfGA4iFYynDxEXyjXxYJEavNR1d999d5190HR0DBG+0Y7IhJyjdbXMXOJY1x8+fLjOCr0ZRz8qL7744hRRwemlXNPovKN5xtZ9SGt9ye/cuZPkrGlUxnpQbTeASi0T68OTdOkD8LzyyivJJiKShnysaarwP9YZPU+3DX3dnEAR+rMmlCHyjCNfEzyYjzJrirzoSxkiukYf8hA84Et+lE63Wd2HfQQP+rKH6oh8zbNuo57oKv1qQpdRWahnnnofMha7UQ9xOTJpTchQ27SuI61tQDu86jnQHf70qamWEz2o41iiD2tBXT32qquuSlcNRMRqCn/sxTiINcTGEOV67Ggf9EFv2iNOAjTKe/fuJdG6deu0YcOGdFxSgYyn7wPqa/7kIeaHyEOny4cctW1oh+D9UPuDdoi+EDZEB/LwZ49zEow69MJu2Jx7U0mRh3aIPoyDRvOUG2os8HAWaADnw1moaf/QsUCjSWOBxgKNBT6IFsBJB7xERHry4/T0dLq3D1CJY4wTFzFsw9GTXzjLOMrO6t/+7d/0jGc8Q9///d9PMYEUMoBR7iPEif7TP/1TATwvuuiixJt72L7zO78z3ef3yZ/8yfriL/5i/dRP/ZQAijjCOJI1+PuHf/gHvehFL9KP/MiPpMtZf/VXf1Wf+ImfqOc+97n6oi/6ItGO08kY5EKXbdu2IUKKSH7rt36r/tf/+l+JPv3TP13f9E3flPhERPqJFy5xxAl/yUteku4J+3//7//pX//1X0WZy4Zxnmn/3d/9Xf2f//N/hOyAEuZkEuZ9wxveoJ//+Z9Plx4//elP12WXXZbuz+PSRfpA2BLn+a1vfau+8Au/UN/2bd+mm2++WUROv+qrvkrPfvaz9REf8RFJT5x2xgAqcPiRkfL//M//iAgr9nrBC16g5z//+frjP/7jdOks7TjmrAsgisuhifjcfvvtAkgQ+WFt6fc3f/M3qu3y8R//8Xrxi1+c7E90jXb6MgYdIyKBE+qxL+vDPAC73/u939NHfuRH6tM+7dPSPYF/+Zd/KcDCU57ylPQTFuhBmbGAYsDCP/3TPyXbsIb0I5L+S7/0S6KNvYa+EDowP6ABuwEq0P8rvuIr0l5DPnjCOyLS/aLcZ4ve11577ervpKILtv+t3/otfdRHfVTaNx/3cR8nbP76178+7QH2NdEy5iFCC8/f/u3fTjbics3P//zP10tf+lJxfzNtEDZAPuzNsQJRj83Rg7Ujivj1X//1yTboCY///u//TlHNyy+/XOwj+iMfxyERzs/8zM9Ma4os8IsY2p9LujlGPvdzP1fITz/uA2Ud6Me6YCvswpUIX/AFX5Du44Uva829ju985zvFFQ3sce7DftnLXpbu+eWY4Xhlf6APunMPLmvLHmN//MEf/AHTiP0OYS8qIobykT/X/RER6fdtkXV0f3DZLOuN3pykwcasJ3qyZuwJ5m2oscCjZYHs0WLU8Gks0FigscAjsUDTt7HAh7oFZmZmEjio9eSeKKINOP3U4RCTArxw9MjjINcRC5xf7gPlQSQAFtro8653vUsACQAlwO3SSy+lOgGzb/zGb9Sb3/zm5OwDnHDcuWz3O77jO9IDQOhYzxURgv8b3/jG5PDzUBrmZBz3vPHgldoZRkYcZ8YDhr7sy74sXToILy4BxqFGTuQCANMPZ3v79u168pOfnIAolxH/4i/+YroHEpkBD9iI++qYG9vw8yg4v4znPjgugXzVq14lwArgFjB87bXXpof2ACoBH/TFZvSh7vd///cFiH3d616X7tcDtNOHS5d5IBN5nH9kJ0+/H/zBHxRgEWAOIEFfgOvXfM3XJJBMPy7TZB7asCvl0ctbsQtAgxMFOO8ATvoDplgXACp8sFW9lpQhQCAp9x8C7r7ne74nrQ3zsBa/8iu/ol/+5V8WD3QBAEGAZfgz7id/8icT2GQOwASACYAEwGEdsRP7jXkZQx7egDuAErYAdLIO9TrDlzzROgD+ddddJ4BurTN7h5Mh2BS+7APWB6AGKONEQc0Dm5L/8R//cX37t3+7ODkAYOQhSIA19ueP/diPJXBMP/YAMpFHVtYLWSkzljmxK1FZoqTcV/trv/Zr+tmf/dn0JF/swzrRnz0G6EauiEhAEHvQBkAEMAK8sMNnGpSyB9ljADIuc6/lYN2wBfMDUgGWAGsAGjZBPvgCdqljf2Nj8sz/Qz/0Q+kkCCdZOM7YH9gVm3z3d3/36mX0HDfINkrnuz/Qjz01uj92794tju+f+7mfSw9YQnbmjoj0kyij8zf5xgLna4HsfBk04xsLNBZoLNBY4AlvgUaBx8gCOKs4y7AHIACKACM4d9RBOKo4peShOk/UEvBE1OMnfuInUgSTdiJ3OLgve9nLRCSLOpz2P//zP09Rkl//9V8X4O83fuM39Cd/8icp6ocDzT2j9MWxJoKBXIBDQNaznvUs4Xi+4hWvEBErxtMGSMMxZT7kxPH9u7/7uyQLzjjgChBJ3Td8wzeIKBPgiHlwuEkBDOiL8w2A+/d///f0RFpACJE07AGwIXoK0GAM4BMZqCd6hVNOlIo5X/7yl6efJgHgAXroDwEGAAsADYDZb/7mb+qv//qvhV3oC9AnBaRgU4AXoAyn+6677kqRUSKqgC4ADLLu3LlTRBeJMDEHckGAD04goBP18AQgUw94+Nu//VsBgIjaYhdOGPznf/4nXRMBSrAlBeyAfckTAX7Tm96kyxzJfcc73iGIMuCMdvrWc9YyIS9gEQAECGPPAKCJxgFssBlgC9uy5vBhbtaT/UkZ27M/uby5XreaP+OwLTJyAoH+jMeG6Mj6/tVf/ZXYdzXQf+Yzn5nuYwQsM549jTwARaJ77BdkZE3ZL0T7kBM+8Gdu5CMPMQegFuDGmrImgF0AY20jQC4/5cFY1oF5sRfjkRUQCvikjN7owAkK9t+P/uiPpnUG7BPZZu+xZv/1X/+Vrk5AfsaxZ7Dhe97zHgHgeEDQf/zHf+hpT3uamIs5mLvuX8+Hbhx/ROk58QJxfHISgWOYPcqeYQ7G1PJRhi+2J38u+4MHXLGH6v3Bfgf8khJBR0f2PccaNmYedCRtqLHAo2WBBnA+WpZs+DQWaCzQWKCxQGOBEQvUIAtnmWqcVaIxOMtEvAA0/ITCN3/zN4uIIdEVLms9cuQI3YVDjBP9SZ/0SSKSArAgugKI4Qm3RCLpyDxENYmccCksTiT1ON440wAenEkinQAA2nCIcWzJ8/AbLnMlYkcZwoFGJh6O85a3vIWqRP/8z/8s6uAJ+AD8MD+NAAh44Fxz2W7tvALMmO8TPuETROSNCBxONMCQcUTN4MEYyhBtRKu47PIHfuAHxJN9GUPbJ3/yJ6dLbAEvjKWOyxABzgAS+gKEuIyWNojLj4m00p8+1EEASy7PRCYup0XmiBCAHCDE5aHoiS3pzxqiM5EggBlEPScSuFSS9eMyS+roFxHp5yVw4IkkA1Zpoz9zkY+I9LAkeAKmuPyRiFT9JFpADOvN/mAvRUS6D5a5ketf/uVfxNqzXugIT2xOFPnrvu7r0qW4PMQGvRlPO3qQAsJJmZt21oEyssOfPYjdSWlDD9oh7v9lnbAPJ0c4eUAf7A+gAoBecskldE30p3/6p2KNiVpzD2x9soCfxGHv1OCezsjJnkE/5qeOMnsP8IR86FbbCHtyPLH/kYN1pn9EMDQdS6wpJ1GooA82+LzP+7wElAFgzMl8AEZAcUSky9rRnTHYCH2xC3oRlWW/04bezIl+nMSoZaaN9eRBU9iXvQFv6iGiq+xv9OG4oY5jFdkfjf3B+rI/ODbYH1dffTVTpEuO2fNc0kuUlf1BX+bGBpx8SB2bf40FHiULNIDzUTJkw6axQGOBxgKNBRoLjFoA5612GqnHYcWxBAwA/Ij4EPXAESfigyON043jR/967Jd+6ZeK+9KIchLdBFQAWHGY6YeDCJjBsa3BJsCGCA/t3MPI70Zyzx+ROOpwuHGkkREwRh3tRFbI40BzyR99iBZSB+FU08Y4HG/mYF7GwZNIDA43MgGuSelLBA3wCA/GU894yrVzDi/KEA4yPwfCOMpQLR8gmvsUAT81gGBeADSgAn6AaMZAzMUYLvdETuTCPshBhAoQwU/S1HZAfmyP3ICBHzDgJUIGr4hI910yBwCFtWJdyXNiAD4RIS57rvVhTkAjZWSBDwQPUvYEKXIxjj41H0AKZUAQ0THWnDmxNWOwIdHLiEjRbeoggBj2IXKNDQHW2IA2CJ6kyERKNJH+6EJ5tD4i0iXagCBsRTtysDfYi+xbooLUw4M1AEgBkOmH/uw7ToogC/fZUkekHV0Yx3pRh/7wYC7qsQ1l8hCRYYAq/JmbOvYFc0ZEupeUtWINR8fBjz3Cnqrtztgrrrgi3d9LHn1YR/LsaUAsx2PNh5R9Q7QXeclD6MBeAaRhY+aB4ANxvHOiCF3qy7vZ38hNO2sEbyKN9957L1WJajkZR8W57A/2MZfRMh671DzRjTr0IKrNvPWeYA8AnGlvqLHAo2WB7NFi1PBpLNBYoLFAY4HGAo0FTloA57x24qgFNBAJ4vJIACbtOIAAH/oBnojM4ZQTscNJZhyXRXL/IvcacgkhD+chekcf2uFbg0IuTaQOQAJoALBQxrHECWYMjjUOJY5sPXdEpJ/cqOfEYSdyBRDBwYcHxKWEOMsAjIgQfQDDyIDzziW16MWljVzeCiBiPIAjYhhtYg4cYfihP44w42tnn3ouT0V2IobMERHpPk5AChE0Io/kibJxOSxj4MF8yEwZOUixAykgAoDA/NgHGQAwAJ0aDCNrzQdAwFoAJBiPTUixGXMwLiISGKOedqJUXCbKZckAfaJI3/It35IikOgHKGYcusEH/VkHxiMXtiAyCYChrk7Js37sE2SkXBMgjQgnD5JC14hIP9EBqCBSzXqxHqw5Y+CBLMiLHtRB8K/nQ0bqaoIvhIzUYVv2IJFu9CDayL2ZnEQBOKETIJB5GEMf5kV/ytgWPqwBKccF93MiD7IylnrKzMtYysgML06gsJch1of1pB37sb9JmZs6dMHeyEx9xHAf0oacAHb2GcclEU/WDRBIf/ownpQ5mBt7Ig9lCFDNOiIbwBGZiMRSxzhsSh/WgsgodaP7iigpEV/Gwpd2QB9zwQMZqcNuyP9I9weX2yPz6P6AT0Skh3lxyTzz0Yd5ANQAc/INNRZ4tCyQPVqMGj6NBRoLmwFNeAAAEABJREFUNBZoLNBYoLHASQtExCoYoZboYA28uEePOhxKHE3yREdwKqnD+cfhBSDhOH/sx35suuwSJxRnmP70IYW4LI4UR5GICnkoYuhcU49TiaOPA4xTiSNPWjv99MdZZg4iZMgC4cDThjxEc2jj8lOADvcOckkq9yfyFMy3v/3tItpKJKd2nnGucXDhDR9ABCmEM42+zEkEhzoIWQGPgBj4AkC5Fw1ABxGx4543wDfOOmMA7IADQA02JU89clMGHAAmaactIsSc2Li2AcCAMegJkCGPHvRnLGVkwy4ADHRhLHWcLOASRcAL7VwWC/jk4UOMjYj0YBh0Zq1Zv4gQZWQESMKPNuaBP7yxA+2sF3zgTTvE2F27dqUnkXL/IWCPvcAacK8sl0pid2yGPugFP3jAK2K4PwDe1BGJhS9rjs7MSZl9wxrVZeSkngcSca8jOnL/JU8bBrjx1Fqig/TB9gBI9iA6U8fJCOrJQ8zHvgQYAp7ZL9idvY9cyE0/1oq+rGHNq67HRuwl1qKWkzrG0xd9GEv/mrjflYgrYIy5uYSde3C56gCZWQtsTJ614CQH/NhLzIM86BER6QFh9IM30eiIoW2xA8c+oJo2+tT6oCN1AFHsi+6UkReKOL/9gWwASvZ1vT84ScP+IOrKCSKOYy7Zr48jTsycbidkehBqqhsLnJUFsrPq1XRqLNBYoLFAY4HGAo0FHpEFcJYZgKML4VDjtOJw4tDhyEaEcIpxPHEOSSMi/YYf43FsAQM8mAcnm8sIAWHwhXB4SXkgCClRiho0UK4JMIPzDNionV2cc5xLHNuaD3nkpIzTjlMNwKQvZYACgJZIKnNyGSoRISKoRHB4ai6XriIDc6EjjjS6ASKwQ8TQEUdX+KI/RD/kpR5wQp5oDvyJAjEHl9ISjeSJqOTpC6CiL/IxHzJjO4h6iDxONyAO3QAN1JMyF/NTRn9S5CSF0IN+zAVwAHRgQ9aSlD5En7nkmctqiULzsCZ+8gNgjp3QDcK2NVhDd8bCgzpkhCf9qEcuUoh25idft1OOCAHo0ZtoKkCPkxncJwixX9hDrBf94Y8N4AOxF0k58YBdsB1l7FDrTBkbsP+wIbZhPZEDHVh3HtDE04Y58cBP7XCpMuANMIxezM04UvhB1AP4kR2+7MWIUA3MmJM5mKu2BesUMTw+mBs54YWO2AhbUkcbfUlpZw540YcyxDFI9JljBuDFiQ0itTydlvuE4QkIZW7WjTHk0QMij71qnuy/Ol9HkxnDJavIRF/KrAFEvibWBH4cI9Rh+1p2dIIv9mIcetCH/qQQ7bVt63bK8GF/IC8PJ+L45IoE9gl5ZANokiI/vFhn5kYWeFCHLeHFscY+IU99QxeaBS5ceRrAeeGuTSNZY4HGAo0FGgs8gS2Ak4bjhrNHiuNMiiOHg00Z9cjjTNIWMQRjOJY4ybQThSGKRLSMJ7YC+Hi4DG04xTiYRK8Yg9OO84kjz/xEseiH44/jSn/KOI3kmQPHmzz19GEc5dppJo8OEcNLNelHFA0e5KEazDK2Hoc+OLHIQx/0HHVUARR1G7Lj6NIPu2AjnF0im/AA9BLBxGlH13puxuHMMw7d4ck8lBlHGjG0KbJRrtspA5gjQlzGSRsONc5/3Yd5sBFt8AZIAz7QFyKPbQBYEZF+95RLTekPAKMNvQAH6AM/7E3KumGjei72AHPXl2NGDIEVdfDDdswHUUYe2gAUlOGHLdCLMm0AduxJ5AxbUV/vCfLMSUob6wwAZQ+Qso7U046cyI390YlxyAEgq+ejD7/HysOciPSyR/gpFcYDuiMiPayG8diClBMYrBN7mv7YirVnDATPiOH6UeYyYdaAfRER6XdQuWoA3WlHLggd2FvYiHpkpRxxkhcRcnjx0C5OFCAPtkIe1rweQzni5ImhiJPHAXPBH31IIyL9pAi2pAyhD/w4huGPHNSjM/IxlihoxPD+YNogdEL/x2p/sNeZBxuQIiMp8pBnD5Cv60jZX6O6UddQY4GzscCHJeA8G8M0fRoLNBZoLNBYoLHA+VgAxzIi0qWwOK0QzjmOHHxrZx4nNCKSo8oY2nA0cYC5/A0HnqgEl4/yNFkifFzKSGSGvjjGRPtwBonSUIcjX/Pipx+4hA6AxOW49MdppD99AVuAHPLIxDjm56caiHwRwUL2iBBRM3jTBohiDFG/iBB6cFkll3ICduBBOzrjPAOyKNMPQIBTSxkiTz/yyEaECf7weu9730u1iHJSR4F6ADhOO2UIIAXVfJgPGwIKkKWu5/JQ8ujJg5Fw6K+99lpYpAfvRJwEJTy9lJ/f4LJEOiA7awLQAlBSBxBEfuzJOlFHH6JGtHGPIOCNPLoxHym2Ri7qGcO9qVw6TZnLlHH26YNO2ItLijmRwFrQv6bP+ZzPSRHx+iQE+jKWcYBEftqGnw6p+5NiG1L6kkZE2qfYhrUCJLH2tAH0OWEREUL2egz387Le9T5kX2MfQBTRM3TjJAC2Zgy6EWnnZ0Tog07wh/hZDuZhHKCSOghbQKwjZZ6ySgSXSCrzsh+IiGJPbAzAZW3gj+7owjjWGj613qTIGhHpdznpg12xN3lALPyRPSLSzwDBA57oVe87ALL8os2JkJMxHBMQdZws+YzP+Ix0JQNyUwdRT8rDlFhXTlSgCzyQDVmYC7np91jsD/Ypl4JzSS3rxzysFVF8dGIPUYd9sSWyQchHfUONBc7WAg3gPFtLNf0eKws0fBsLNBZoLPAhawEcxlo5HEeceJzkUYcNBy8iUjccWsALhNPMpbQ45vzmHx0AXYBNwA4/r1Lz54ErgAHuHwRc0hfi6ZM8yAVn8kUvepGI6FFPpKoGUaTw4r5I2gAdRH/4+RUutwNkIg9tPMCIy1kBCERecfLrCAkPygEQ47wiC/oyBseVtC6jL840oKiupwwxDzqR5/JGAAuXpwJU6AvxEJQf+7EfE2AHMF3bEsAHT8Au/SIi/YYiQCJiCJawKfJA8otLTbkEmCetog9ggfVBDn7WgzqABwDM3dPPpbCGOP845dRBrAtzcw8rZR6gBIhARu6fpK62E3nmwR4RkX6/kTXmhACX4CIv90JiW/piD36Ohst22R/oST2EnVhXopy/9Eu/lH7fNCJW7x3+kR/5EX3nd36n+EkddGIMBGggjRjuO/RhbwCk6v3DvNznx0kM9hEyoyPjkAMQyk/HcFkqunIigrVlP0GAFSKHjIMX+5b9xG9eAnTYI/B697vfnX4vlv5ERlmbek1Zr4hYBYX1ZaGASu5PrfcFT2LlQVb1iQPWA/5jY2NMsXoyB9tSAYBi/TgumJ/jgXoInTnu0IfxrD/1AEh0xubISl3Nr44WYh/mZS1Z71oPjk/WjWOk3iOM58QJdfBj7eENsMOOj/X+QFaees2+4anZ2B2ZOH4A9ehBVJa6iOEJCWRj74zuJdobaizwcBbIHq5D095YoLHAh5MFGl0bCzQWeLQsgJONU1fzw1kDzP3DP/yDuIzvK7/yK/W1X/u16bcpX/rSl+p//+//LZxyHFIcTpxRIokvfOELRV8cQRxc7o0jYgIIpQ/8eWonv2WII4hDz/2D/C4hoA2wwk9UADzoi5ONI40zzOWpgA0uZwTE8XMc/OQEv5fJg0y4n43LMnF+GQvwQlYiUdxLStSVKCAEuAIQ8FuItfMK2GA+xtZRJfIQDi3yAqxow17oFxEJKH7Xd32XkBvAw4NdkJ86fp8Tx585P+mTPilF5uQXfAAigDd4wd/V6Q1YALyyHtwTSyX6Y2fsyD1tr3jFK8TTgPmdSNYFe3ApKPMCHhhLRAvgAKBC5lo3IrLcawpIp/8v//Ivi4e0sJbYmvkYzx4gX9sH/QFV6E09T0nF/gAodCNyzfpzAoAx9AWU0BeiTMSbB92QRxfW/Sd/8icT0ORpyEQWAaXMwfzYh3VkfE0AHvYVPNCb38akjA5cvootkRUbM4YyQB3eROhYJ2SA+BkfoqrYDtkAd8zJ77Cyx4mMYmfWkn2GvYiwY3N+KxL+2Io0IkgS4GRNKaAL+5/9zs8AYS/4cPIB4M2acgkxfSHAMWXWij1AHcQ4LgEG/PKbmuhNNJvjE5mxNycf4Ed/9gB2Yw/ABxmxCW3Uk2JjxnCs1mVSnqqMjKwra8Tvcb7sZS8Tc95yyy3iN1yxDX3hUfMlZU2oo+3R3h/cu/r85z9frDU6s07oTdQce3HigycR8yRo7EAfUmRpqLHAI7FAAzgfibWavo0FGgs0FvhgWqCZ6wltgYhhVAAlcE4BHjjERGVe9apXCRBB9JFITV3mgTNEGunDpW4AQsAMPHAGSaEf+IEfIBF9ceAp4BgS4QQI4PACIgEGOPc80AYwSD9AB04lIANHlifK4uhzuSKOJdEaHPm/+Iu/EOCSMaNEJAZAgdOMM09Ek59lAWgCcGgHaEIAQC4zBWwQGawddWSAJ3qiI3NHhGinHnsBeH/8x39cgGbkBZRwrxtPAGV+nGT64hgD5BmDLugPwKSMww5QwXboD1BGZ8AmKeOJPnHZMqCWMvNwTyY2I/rEGOpx/EkZh+NNFIs8dQB+wAOXRb7lLW8RgBPbY0fWhTVEB+SiP/KMylA78UTmmJeH8DAfIAqQx3hOOqAfQJdLPrFvPT/AAJsAUAFQREOxCWvEOj7zmc9k2hT5ZO5U8D9sU9uckyAvf/nLBVBkfYhGYmOeQMvJBQAwOmBXeHDpK9ExdAUEEyX/gz/4AyEbkW7KtXzsffSBPycmiJRzmS97lMgqIB+wB5hHHuyLnhZx9V2XsSknG9iz7Cn0ZP8A6CAi8syLjAwm5aQJ4BiZaz7MxWXZgEHk4GQB+5815AnDREDhzx6FDzZhP3EpLMcIJ2GI9tEG0c7xwH5mzdCD/rQBUjkJwB4h+k1UFfDJuqA3J5oAtPTFlqzLY70/mI/jG7l4IBdzs0bYBQDMWvEZwSXhHGO0s/YQ/Sg31FjgbC3QAM6ztVTTr7FAY4HGAo0FPqwt8EiVr51NxuGgffmXf7m4Dw9nErCAI4zzRhnCwcQRJeKDs0ukhfsrv/EbvxEWoi5l/I/oDGNwYHkSqauEo4rzDEji0kLA32tf+1rhUAJU6IPzHDGMGnEZIWUcTCI9AFzuMQPAElUEFOBw4qAjJzKT4swD+gC3yMg9lqQ4zTj29EE2wAmXJQKUcOCJ1FHGFgAQ5AFg4dhy/yFOLo459TUA455TLgv913/9VxHtBdwQdSMaRCSJvsyDkw9QArz/3u/9nigDCJA1IsQ82JXLZD/3cz83RUUjIj10Bh484fWVr3yl/uZv/kYAJX7uhUgU4BV96INOpFxGCuBgDkBl7YzDF9DHz0wAYABR1CEXa8JaccIBHqwVOkYM16LeC7QRKQU4cRks4BFgRiT5BS94gdCPkxTc60dfiLGsIeCQy0pZQwAn9gLMMCf3RwKAsAlrWuuEDHUecEWUkUuYORlCJBkQim24bJZ1IrLI+pI8jtgAABAASURBVCE/vNiTAOp/+7d/E7JygmHnzp363d/93fT0XPYYdcjJ/KwH6wzQY48yjp8gATAD4DkGIPrXxL6r86TMC/h9zWteI052sFd/4zd+Q9QRAWT9f+7nfi4dD/RnT3HS4ud//udFO2CWei4DZm3QkxM9yMPYF73oRRobGxORXY4h7mGmP3VE/AGmrAO2o76Wl3aiu1x1gGzMi76cZMDG7FPWlXXhXlPs/Ed/9EfpKgfWEz2xETzhDUU8dvuD44ifg+FYBjjzeRUxnA8Az35FV/Y7xyFyRUS6+iBi2E/Nq7HAWVrgQwBwllb14chdHuRdub4mZ4fvuqJOh7Uj/880H83UP5KUvivEXCvZByajfMmfCz2Q66NV85Cin9Uk1icxOYdUHvOQdDYCwIN+p6fUPQjV8qa5++7EWEiiqaaBW2qq61w18mbM6TTSfEr29H4PVj5l0EjhkfYfGfpoZzHGo83zUeKHaKOU2NYVLpAdXVNXnfMbXqfTOTNrBl5wFsDZhBAMZ44UkEIKSCAdpYhYdZJpB8zgXOPQ4rjXgIdICu2MJboD2CCPU0taXzJKPeAAZ5L+OP4ABIAFPHHwcZIZB0/GAhi5PJD5apkjhnLhMMOPfrSTUqaePPOQR07qmYOIDyCTyBu2oEzfOiUPAWpIkYUUXqS1XMiJ7Yi6US9pNaFvPQ6wRkQVxx2HnU7oQTtAi2glNsUWtFFHWhNghLmI/lCHDuhCvtYZZ5xyzR97UaYvKfMxBnm5lJM69OPyUvKAP1LWhLQmxtR5wAdRakA18wCO0IFIFJFa9MPW9Af8kWIrxlFmHanDNqQAbnRjHLaPOBlNriN2tTzMx5qx/+jLeOqIUpPWAJs8utKOHemPbSljK/ghP/sM25CnjT2LbdCXPUodsiMbPJmbkxzISxvgnhS9qGd/UUYOeHJJOClt1BNBJK37kYcnUWjmrGXjOKANwpbIRD/WnzqI44V0lIiS1mXGITNldCClnXUgHzF88izzUkYXbIqd6EddvRfhhY7UoRv2I19TzYMy/M93fyADvCDWh+OTPUaZNj5HWFcixqwzsiMj+tb96NtQY4GzsUB2Np0u3D52oKtK7TYS9pz6jEvVV4TrExAYSU/36lz2W4v9JS1WXfWqnkfYjSxda57qO+15vBM3pJv6yYrCCpWeq9TApSFVzo22nylPn3JkjJgPYk7SmirLAj0cT8sgqFzpz5hRerjxmO48CJvYSqeALOpqWmVd6+W0GpSq6Uw2eizrKttjlB52rlFbniFfqWvdob7TQeLulVDfindNy17rIfW0pJ56Xqe+aTCwFH33TDzpjRVPUuX6UXqAnKz5KHnm0T6jY8mPtqX8yti0h8u+cEqGayKvzZBSnfdlaR1qqlyG6unqdT49teo+Zvi/QmfssNL2OCal12CUWBvWaMk6Q6zIUF/nrLsX2S3SsjOLXkfXnrP0mMQ7wLtCiSd5+FH/YEwrG36UHqxfU3/hWQBnblSq2rEcrYsIf4+lL7RV4ImTiYOHQx3h7zgPwCGux+Mkuyq96UumdmTpFxEpIkF/HH+tvOCJE4mjSUpfHGEcWboAHmqZyVM3SsgzWiaPk4pDylyUmeP0sXW5TukHMY601qEuIxf1D0XwqsfV/Ygu1Xn0OL191BZ1vzOl6FDX43zX+TOldV9kZ076bN++nSStQcr4H+DPyeoan56nDNganQ8gNKrDqH70h7AVc5OviTWp84xnHPaiH/m6DeBXr1tdR0pfUihiuP9qgE1dradE6SSxP0b5YZu67+ierUcg+6g86F+31fXwoD7igXJEhGhjDLqQRgz7kR+lWraIM7eP9j0T4KznGe1HHh3qFPuSP52QbdSmtI/uxboNG4/abzTPGGR4NPYHvCD2xmhKvv4cIc/aITt5qO5PvqHGAmdjgexsOl3QfdLnBW4aZElXwSZuG+S6h3hXWajymFN6UuCDCFoZW6V5VgqrCR1lF5CKlflXSnXtg6Xlaj/GPhSdzpc5R2llbIzWjeZX2tN8Na+67vxSZqk5wBmqy2edwgRCvnNKGXQmqiVAKqgun57WbWdK67qRMfVUK1WB3Ku0UumEkXVXUled8g5vqKzy4ZcaR3vTjTLpg1Ea5Eb61UQd5OokD+mDUd1v2M7+H+akcBMkv4ZpzX80dePDvMFmD9Nl2Oz5hpnH539E+ATVqSR/JkghJdLw5X5akZUWsl7CYduj8B/rPgpsGhaNBR6RBXAicRwBmgzE2aWOMiecqGuosUBjgSegBRqRGwtcYBawx3uBSfQIxUmOn1BjSNVqHrcQov7MTGnN7VSSQnL0LfVMBanC8fTwkrK9y9KNzOfEjZWdcxrcYXXOR5o3G1gkhif/eark21apquaZCv7HgBEKtz8UPUA2sxh5M8e5Us3GEqzOUtc9ILUtk16IPpqn/FDyP2Tb6CyJkSvqdFQq8m4645u2B6fTbePtolUSr8xFU5V5MTPvCSnzoNxNQwrl7lGsUG7gktsQmfxy3v/9phROIfKnk5vO+B7tx1hotK7On3HwAyotlmoabYTraHk0T9uZaLTPhZyPCEUMSd6XEc4rlKlaoVJKAN4pC+sS73B7hBeawnkQHMLjWSknzbuxwAfVAlzKx6WXAE0uz2NyImJEagCilBtqLNBYoLFAY4Hzs0AzWvapPiSsgLsGoUz4H+TkLNTL7GACCCBGrBLsTGBQACeXuw3bXJn42iXFOx9W+j/1TlKbUwCIE9VpXX9KOhxTsyGFGHb2BI+aGEW+Tus85cefIup1kSJO5nXOL/Q7Ex/qT2d6prrT+zx8GYAArfakwBp74YaShMKNYBPS3O25AUtKwSymoL/7pDeAOo1IpQf5h+yjBGeI7qQQ+Qej0bHk6W/I5DWweKcMogxRaZVITJUlHJLCClgfqUr1KUll6l3l91lHN933QnmjK4QWYX2wUm7hhpZypn6v6J/bIhD96qZzScMGhLAnc50vv3ORoRnz4WsBnvLJb0TyMBguz0uXj9sc3DvG/VrONu/GAo0FGgs0FmgscN4WuID8m3PRxaDPwyo7fyeJupOkBPCsZrgj5GT0jdNY2NOMSuZit6/2lj2EioHH4IS6i91QJRI8DRoyU8qnckik/p/SIGMmdUpxtN3Ma77wPp2U+np8Gsc/8memaqUvaU0nx58+Bl6PHoVZnYlcnd42q11qrZIAOR6AvspwtYdrJT3yNE2Q/kX6P/xnfUfXxXyVCBnclvKPJB1yRd5TyNWUh7xX+KV5aZDYT7mVT1S6l/MhCdLoy2OqM8pEz5pGB5Af2qrClh57ruPhVFPlqU6n1GaAhS4nqbIOZWpK/2Ll/tPKdZVPy5giHUOVmyEnF/TbexA7Wn9rYEmH/3PnOFGg0jpB1kvpTsvSFi8dtTahs/ud69tTep8MEr/MnyzhoyTVnSvDZlxjgUdoAe7f5KdHuN+Mh4AQ8YQFEc7R+7Woa6ixQGOBxgKNBRoLnKsF8JTPdezjPi45yLhrKUpUWB7UGSWDDDu/nLWtKT3JxHUpdfgysyd9upM35Cu7gLILqJQO3VBPUb8d9qxMorNd8Lr6rNI0hp7MTKohm2H2EfzPVK30HqboTkWdkj9HegyHhe2FPaF6mqH8tsNKxdmVT9fTZQO4FRanJDW/UyrPo5CWMM0VFtrkfSjrxYKkNg1fmeuGe6xyrpIMblLXzMMghqp+uaLOnpLWnWiHVhrT/Cv5lIy0pXL976HGMwaS93kmtjRkSYUePjwkg05aT5JbqYMqr2LZl0hrSvUDcczp4V61aA/X7zFutxayVomkUpl1CX8+aGDA6Tx13HddpR5VApxFWSrc99xFq+fpp/mYUwnYnjvHZmRjgUdigfohLIzh3k0eVMK9mzxtEzBKfUONBRoLNBZoLNBY4HwtMPQ0z5fL4zy+sgdfWga7b3b/zuwC4jhDOI6jFHYZMULYqQwiGTjL5mJ2ybUc8q1cU6X4BvWpIWXk0bKzqNVX5Rzk5JQ3dVBdySWX0JB/XXsyxdmHzN2VSOjkDG+w88D1pKOErwy56dQ3IKUm2+3UxnMsoVhNKyzCKeQkvWs96zRsOSg1nu8/5q55hDOQE9aJJojiKNEFos8pNNrJ+conMyBnT3mjB+tT2YZVFCoNJEszHHipSGkTjNlPpwlAG33oW9kOFXPA55QZTi3UpcqZ4ZyZ0jjGQuc0XhoeE1IpmZ+J1FRaFw1rJSZNefdKeXeoyxwzEECJJ9+6fvhUXK3yFi/4QeQvIDp5zFRWc0hBpcGk0Asa8BTfvgG0QXT6FBgoBqUy+pynLuFZw589guBNii1X+FZORym8zkOSd46aV2OB87IAwJLIJj8TwZNqAaDcwwn4JH9ezJvBjQUaCzQWaCzQWGDFAnaPV3JP2AQVoAcqUPu3tVMtO8PDXnacU54Ud45ap+6I8xduG5Ls3pUP4dideV64nS3BATrb/mfqB3A9U/3Z1MXZdHqQPmmszXZK82nl1McdzldHs3jwt9fNfvuw/bT5h5Wn/q9lOrX2oUrlAxprfaoE9rxbzHQAuScilM4Pn/7qsciHgKQGoJVT+tb9PORxetdaMP0wj9xQZTmpHZJ1AAglgLWSRx8AUtmTAJqkPm4ATpHa3O8UHkNOF9p/orBQaZkH1qcyoUMCm0Q3AZxVz601GWyqlAbW2yq64TxUMgPsiv0SuQxD6rDleXBuhjYWOBsLACx5OBCX1Nb9+VkUopx1uUkbCzQWaCzQWKCxwPlaYOhlni+Xx3O8oxEDfjPTMnR7pbj3atDDKZT6/b59x75SqMVRg97SgpbmT6haXpZwnnGIHb1Q384jDl5mlGAnc3lxQYsLc/Y5lxI/LnUrk4PZF1FDyEhUDmwlMJp5mN+ey2z5fUXIviNTaOVFe030rwmGjlWZXXVGMkdzKE31myWrSep17QhboJpfnSJMiW71sDqthSB1Xb/f1WCF0LEq+9apfFiS7dntLqlcARoD5xcWbFscZ9sSPrQn6i2p1182z4F1LBPh2PfLrt3rylKcfBNjGuDkn6x6QI52aGgbj2CdWR/L1Pc8g14/jYFzt1uq1/Ns/RKTSN4vyA5V1hU+A9vPXGQB3VylfcPekV9h579yNAvKLG1N8lxEBrqee9nyehp1PWHPunc9pm/dBpap1+t6I3p/GWRWLi8uL6hvUFOa94Ll7Hr9et2B+l4rqNfrqe+6yvvQxvU03stJZg/wuzRvZPaUqowMw0JDbjr5thyM73e73vqVe7ipMq280ZWxpTdoRHg9zCFkqSp565pKj3G96/pe1978gu2m9KqWFp2Wmjs+q3dc9xa96b/+Q+980xt1dP8eeTJZeJXWOQzE0UUrL6aHZJ6JVuof7yTzAQPgHHhtw5bITGV/IPEZYfvtuf1WvfMtb9Hb3/423X/wftvBPa2fPyCkpSWX/fb6dN13wJpJIh3V3VVnfmMQHxvH7t+r/ffeo6VjR4QNS++TLvOUrlr2AAAQAElEQVR7L6l5nYUFmi7naoEaaHLPJsATPtSd/pt/1DfUWKCxQGOBxgKNBc7VAiCXcx17gYx7oAqx4qiRpuifAZVc1xob09jkuOwLqzd3TItHj2jh+BEtL55Qb/64BiYZDnTG2hof76hlkJDZDY9BV3llJzxChR3mLDup+mC572BHP/nQ1Od5CCIPaeVl397Ap6dut6/ectd++SCNG+2z0jUlAB6eFJgKD/Gv02ml+ewvq7LjWwGODIa4LOpsLoniDDf9IPKMY7rKAiND3wAIYGLmotyzY40zXdq5tinUXbTT7QF5u62xVtvd8KKlsGJt10GdVlvtomUbhckrYVsCpgoWQsNXDBNl7oEMdZkUgGTGqQfliMAvN4tSswcP6JjXsd9dlof6BEGofrmbWq3M5HUrMlkkhdeUwZVtVBpwonNEJJCAnhEhbAHJeyYikn1ZU+SobBdS5Bxrt9QqsH+eeMO3lF+eg7nyXGq1kKdvVj2FwQ11A4P0JfW02F9S2zza7UJFXqgFmV/RzpXluSKX7SHRn3Vg3yQw5Cky88oyZ1be1XADiEQ+kRIRytms3hMD79+0bt53AwNk9gljiyxXcHl1mkUPeIVrinZHrYlx56Te7KyOHjwoQOfU2jW66qorNFbkKn18LcydcAevQVpb62vb5T4W0sAL9R9b1dgS8bBJaZmxYyE3eN9rbl4H77tP8waC2GvMnwuKgdB1AAjPcw8tvadCecorvSIi1aXCQ/3zPqF59tBB7bzzDu3dtUt92zHLM+/BkcVV82os8ASyQCNqY4HGAo0FGgs0FjjNAh8SXk1YKRQBXJJ30e9SRCZFxC2RPcvBspZmD2nXPXfojttu1u2mD9z0Pt108426+aYP6NYPfEB777lL5Ylj9vJ7yYEORz8LO+04oZAZ445Knqh0ZKyEt4GLEYtkhzU1GsxUBn4DO+JyH7kcdsTtRxpUZGoZ/BSm3FQ5WkI/0go+Dl2l1GME6fRX6YqTVDmSBtE3PD9EhKTfW1bP0akkk+tPph4+8gbIML8cYUt9LGea32XSAmCDY2y5ePhNy2X6H7WTvOueu/WBD9yoA/v2aOC5gn4e13cUbLAMELUL72gNssG7sq2Qi/HICb+e+yEn9cjNnGEZ6E8f2QbhMrxT2bpQ7i4v6vixo7r7ztt1YP996jp6LfoVmYKNsKJj6XUoHbYrHbWCd9LTuoRPJOQsiPnJFOEFTWNO2jYVvfZ1WhqsAWyXFxc18LqVBt19p0Qou94nRCgBh+hZeQ4jMQ81P8vqsxop324VKrJchUHexPiYerZP1zy6jmh1bcOBwaHMyxOoBETb3rnlLKxXy0C01fJY1xkpemuVSmM9vu+oaIpWM95rgL2y1E8GQ9lwz7UywQccWHmjDiy/rB/LJr+CTR1kwq2VM7YMdjVQ7R8+lEDRHY747d1znyrvr5npNZqeGlflfX786CF1TxwXLLwCku2d5wAymZce+ErzPLD6g11TcnwyqW3Vr3zMs4cyVyz5s+LIEbWd3bRuRhdftE3r1q514HNRu++5R3fffIsO3377qnLoGoFSUpbBwAMf7o2JffzOH5/VscMHdMIpx4I/uMwjlNbHPLyDvEOdad6NBRoLNBZ4hBZoujcWaCzQWOBCsMBZekYXgqgPlCE5ynbaanwRK25ZSnEc7epWduhxgmVgc2TvHt156612nG/XkQP3O1Ixm5y8I0cP6OChfdq/b7d23XW77rn9Fp3Ys1sVUQwDHoBRy84kfCEkSQ9+Mf+Wo1N5XrjKghjcyP1FX/vaeVGo119W6ahYuJxluQKL88/yASrCEaLcjnmEFDUAcHtRtNRxRFYP+SoVliHQ21EtkdoYuXkWjm4BLlLdg/Io1WoVynMLhQAJJJknshSFWo6+KTnP1s3AJKNfnpvlQPv379ctt96so0ePamFxXhGhMBjKWi0VTtOU5pdl7h8umUXmPujVbrUcicyEyERo2+3CY1xnJBSeL9LCeoz1qTxv0o+iyySVgfnS0pLmjh/TPoPdg15LopxGnW6ulDGf+zK2MFDLzTezPQKbJ94I46623cAgMvOceZ5b1YzKIXnevkFVxXq6n8wz9zq3HPEjspl7ksz1RCXb1rdTtDSWtzSRtdSOTB2zYt8cufce7fFJjNl990mLc5JBd5gyy1co8wmIXO1WoZZ5tJDVfAUZEIf5y9FQ2Y5y2YMlj/M/v0sDkp7Htk2FI6VDHnmeJlYyLuM9Vz3e5tfo+L51d0V6e9ugYsqP/isNHCkDaLsL8wIM57ZhWMZ8rNCG9dPWodLskcOONB+S3OYKnXyVJ7MXYs6AM4/MusdJ6SxyacA5Z8A58MmFmakpbdiwzn0qsR9KA+wl771D++63Ob2XVkZGnOSReU+VPu5Xmh488UmFwmvLHOtnpjTmkwqAdX9oSBwgq+vtqdS8Ggs0Fmgs0FjgCWyBRvTGAh+2Fsie6Jrj3yayIqT42DjP9gwlA4zkAhpsHj10v/bu2qkTjsRMT3R0ycVbdeWlO/T0pz9F11xzta558pW64rIdmjDIOrp3n+7fea/mDh+UDG4EY1PmfIkDbyfQPql4sMqygU/fUaCS6JQBCs5oHa2s3D832EkACtAAeHGd7LCKvo5KCX8VUGwCHFfdrko7ofAoHbmyANaM2YZUee4huZq3dQS4lktz6i8c18Dgr/L4pHuG9kzAWDorTUcNRA1zyhG1ysR8pdOB7dV3lLK/uCAht+uqlTTx9ZyTE+NaP7NWF128XTMz07LPbizVFfwG6OL+8KR/ZX3RySHXVX59z7E4d0KqJXJULs1FaqI/fQIVIPOT6+kDqJrotDXpCOGWzZs0ZVmYp2uZK9s1rZftFCbVZJmVeTrzqLxW/fk5Lc3bXsjq6qFNHZGtQYLXuzAwrgy4Skf4BgYgFZFK62IllahfKrPiLY9vm8IyVo6iV/0lRwCXJK/Dzltv0f6779aJ/d5LcwZs5lWyZ7qLGpRLBjGsTalhVLYyl1Jij5jC+6W3MKee17Tvucs0t9utU9huhQEqEVUPGI5zHfnS+g08BuqvjO+yRxm/0ofxgFwZcEGBjc0FCZwM3wbdRWHtbAv2Q+l9sGZqQmsmJyRsaZuuX7dWax3l7C3P69jskaSz2HceU3n8kBFSDQn+UF3/eKcRIb9XxchsW9lO/fl5LR075nXsJX2JRsu2K/JMmzau1/TEhI+3RfWOH18dGxFnzK9WPiDj/ea9wCX7E+MtzaxZo2jlnmbgnqUyg1ZnmndjgcYCjQUaCzQWaCzwqFugYfjBtABu4wdzvkd/LqIAUCUlZ9EOY5jsG9pxs3Oeh47PHtXe3bvEJZg4zJfv2KFLLrlEm7du1pZLLtbFl27XxVdcpsufdKUu2b5VLTt6J44c0sE9e6TjBkUAPzvXMt+BAUtffbO3s+h5O+1ChcFP1m4rN0DJikJhqwJUeh6X5fnQoTWQqeywp+hF2Az07XTU5yFGCXiGIvfYIlNmmclnOPvWy70f5O1GAyY5QpLZUS3GOsrHWgrzGAKi3so497PsK4VTkl6vp4Ejq4DizLJn1ie3XEWnpcI6JT55vsLTfDxfZ3xcl191hV7wghfosssu0cz69daxEvec9u2s5+5fjLUV1hEwXBH5rec3EBHt5j8+MSaHgFURacO+EVIWoj1rFSo6HYl6JLbd4V/app5MHYPMdY46fcRHfaSe+fSnavu2LWpzfy783dcDRTSqB4C3zEMQavltm/DcRbulTmG9ci8W/E19j+sjSy2rVzlzn8xjctbEZbmPkaJ7e5xtLq+rzS9AaWmAKY8f/j6ju3hMZvuOW6+1ntMh66RbO8/TvY+dLNeyAXLfNqtYA+ZFX7OW55Vt0LIdW5a18NqE2wbmx2W8siyhUBdwiX4ui/FOk7ydtnLvh2K8o5bz7XbbJihVWb7KwDgsnre5hwBuXPCbOshHjUuy/Zwz6K1OzOnwgYNacNrOC7WsVwLflh3+69fPaMz6cUno/NwxBiYaBZyJ4QX4L8Iao6btFhHiWOgtLIqHhi0vLIjLadeuWy/Wo6dlb81c66anNdkZ8zmjRR0+eFAcQ6erFhGKiNOrH1Du+kTCgk9+pBMCPskgTgAwLC3OA7qfrPBWToU6TYXmX2OBxgKNBRoLNBZoLNBY4MKzQPZwIl3o7eALyP7iUFQ7YEFkxWCQimphXgf379Ps0cOaNMDZsX271q6fkQwi7IG7i71NHD071rLTPGMQs23z+gQIjh85ohMH7pdOGHSmCewJ2iHEke7buSeVqwBVRK16i3PqOio4MADIWrna5ic793JfgFRkkgwa+o42ET1ZMKgtDCoD0EObwVRv0VETRz3EpZSMW1XOiiUZzMPvkjanKvzPPInKEFEDCAzMvzTQ6veX3Wj9/H/4Jj8k/lPXNiDJbYvKMiNXzwC49Hh0SvZJ89PbRB45IdtrYBl7Bh1yXgYhPJAJgER+4Aje8oLt5jGZ+WduJ2rLfX497vUDnAEu3Rbo73YbR+hROvopAynZHstzx1XR13wK98/QG31JAerMT75tQ7g9rQfrbyAY7tcyaMts+Mp9+7YrUT/B37YEeGYegy0rl0uPyQsWVBoYmB0/elSLc3OS65Wbv0FbZfC87KjhwHbSwpI05yjwct9ApG3QZXKfPMuU5pid1YyByZpWW5n5yestA5S+eTJN7gXoWD4ePJTlLnlc3+vWdXSNCBv3fS5Z/xIdzTLaudzFkg4s0sCqVpoYG1OBbOblSqEje6ha9tobyLKe2FR5iPGRh+Rjo8JmWnmxtVayJAFn1pSCJ6wc5V1eXPI8uaPa69SemlIYAIsTArbHhvUbtGFmnZZs38OHD6tn/QBumcfC4kIn1hp5OZ77ttm813fpxLwPgZ6jm1MywpZ6S1o2OCysU+ETG2snJ7V2csrLeVALBqa1juyhOh8RdfZB0yUfaz1Hz7291S68xxjDfmMPe5SPOq+3M827sUBjgcYCjQUaCzQWaCzwBLVA9gSV+xSx0yW0rsFpcyLur8SphngC5LFDBo12JLdu2qS1jmBqYsLdrHqbtFAZHSX/2s6z1sxo0/Ydmlq/0fGM0IFjJzS31DXosPNoZ5D711qOco0NuhrrL+mO912vW254l97zzrfq3e98m26+8d3pnr2Fo56zt2jksuS5SgE4FbmWl+Z09MBe7b39PbrzfW8zMDmm/vEjOnbffbr7lpv1vndfrxve9Xbd/L53a9dtN0ml5zZwEiBAuUpZblXKh2E1aZax9+o297/uf/5Lb/7vN+rGd12vvXfeqbkD+z3eMggaiFek8fJ4op+uXzqm7pH7tfeeO3XL+97rud9hXa7Tze9+u+553zulngHV4glHYg28HIVDh8H8knbdcbuuf/ObdceN79HenXer6zoNKlWOwB3dc5/uuP5tes8b/kOLB/dq4fD9mt23N907e+N73ql3X3et3v+2N2vXDeY/f0SaP6rusSMpZj3D+wAAEABJREFUonz7LbfrPe9+t95+3Vv1rjdfq97RIwo75fLi5o70KW9L/VLzx47p0MH9uu6//0M333Cdjt63S/I6ge8thmR78dbyvE4c2u+5b9ON7/bcb3u73vvOt+uuG2/Q7lver9ygPK/6xmp9GyVTnuWSbXvsyD7tufsW3fyON+m+m96rxf27TXu0hwdOvf9GoccHbnibju3dpd4RR8KXZm3rnjjxcGDPPt1y4y264bp3aOD1Xjh+0BH2O3Xbze/T+zz2rrvv0Ykjx70GslqlJM/tfkv77tN9d9ysm99zvW6wjO9629u8J27VwV33qjx2yN0WFNlACayW4fk81PtjsHxcc5bhvrtv1c3vv0Hvftc7df3b36b3vvU63XfzTTru9ZFPnqjnPVDlimilfVQx3HaVWfmddga7C5JBaWBMR/t6AGCD3jzP1DLQUsuR6dK9ysLA3CPXrNPk9FpVBqYLs0fVm59VPvDeQi/bMjybVl5oO8ySGyVqKZ8pdR3COjnzm3HQmVsfWEtfyC3+8Ci9/pk/H1o+gVIYWA6WTmihO6/lqqepTRul8UlVVaGq9N5TS+pXWrBtbEp1Txz2/jxmRl5D/5dPSPnwdA7+1EHkZUsoWYSalPOJrr5PWrQiS8B2fGqNVHRU9iqfp6rMJjOfjOVxqrQ+KZNskUnpCcOppvnXWKCxQGOBxgKNBRoLNBa4YC1gr+WCle2sBIsIEU3UUqkMMIJGbTuFIXXtNB69f58cgtCMI3lrpieljp3GsXFpcq3UmlKvHLMTaODZtrPXnpaKCfXdlm3apolLLpc2bFVs2KyyaGnJkazMznMYbJ64+zbdfO1/6tAdN6p3bL/a1bIKg5eFowd1763v166b3q3F+3cLx10ANbuNAzvknVZhoLqgcv/tml7cq/6RXbr7phu08+YPaO7QEWV2Qh2m0uzBXdp9543a974bJO4Ts3O51A8tGBl3K4PQuSPS/p26z+Dk3ve8y2DtLrWzUjPWrW+QfMiAcP9N79ORm98hzRv8Gj4P7CQfP7ZgSeTg4UE7rEd09LZ36a53vFH33fI+VQvH1CmXFQuzGhzepWO7btLOd75BC56naLVsm440COUGHNOtjvudUMwe0MZ27uhMR8rHzDu0brKjyQO7dXF3VnFor/bccqN23v4BHT14n4xuNaEFjZ04pPK+O3T8+mu9Pod0eN+9ut66HHCELAzFBv1FtQbzuu+9b9f+977LOhyXbPvSkcrKs7QnJhW2+TrNaWz+kMaLkNpt9S1D1p60nAPPtahD996uu977Th3afbc4UVAuzhvczmrp0D4dvPNm7bz+OnUP7xORq8gyLaboZ1/rp0Ll7E5t7B5Wtv9OdQ/cq1vefZ0OGryFAfhEdLV0ZJf23vYO7b/tnRocuN3inTAGqNQH0MWYAUNuELagrJpT3umpGpeWHfmer6TFxa4G3b66BjhGLVowWLz//derPLhb2eIRLc0f9biequOz2uu9ccf1b9H8njuksM2LUoOlvnonFiWh52Ed3XuLdt9xgw5bzoiecp886R4+qM7BfTrmkwJHb/A+uv+wu+da6ueaXe5pzlG0qt0yDu1rybz6Buy2oq1fGVY5Z3BLZO/wffdqzoB3esNaTQLAvPY9jUkxqXzDpdL4Jk1Mb9Jke0xLRw+oP+v95rXT4qzYy5X3NDhsUCnhMQCevM+gyvKXI8Rl0NTJ+zyRAGsjZB42rE7SwPmTVKGT+zDfKLlatCWeq7wHqgqLaMA5YYA9HgNl3pdH9tylpWpOm67aIV1+idjXg1irqfGtknevJtdp/JKLVK1pabI6rsHBe7zXfELGska3lJZ6kk9KDfz5I/XU8+eCD335I0oHvH+POPqf2pZO6MDOe9SpMq33Z44GmQCzWWtC0MCI1qokVTNnLKI8xUlCKTWvC90Cs7OzqyKmPegSl+6fSFfOeDkd0absanHbQJ2nXLptaWmJbCKi6b2e91cqSQcP+nN8JU/flexqUs/X7XZX6+Z9AqkuLC4upiwPfyNT8yBFDuYmTxvE3NSTpx7+lEf50wbRTsrVAxC8Tu9HHW2n11PHWPQlZd46T7lun5vjuKNmSNRzlQUyDWtO/j/mk5TIBNW1df4+n/Cl7nR9WA/q6/npT10tL/UQfSDmpU+dJ8XGjCFP31pm+lJ33N/vzAvP0bWhrR5HvibsgN0o17zIQ6frD1/qINofjE5vp4weyHi6TNTDh/17hBOZFEzo6SS96zGMp6JOyTOevugBD+og6kjpi03II0etK/XUodOhQ4fIJsKm8KJAPfzJ13XkG2os0Fjg8beAPZzHX4hzlyCzM7aigh0yF8wqs/uKy1rawbRD6chMyzUdojO5vcvM7ZHbt2urzOw0m6ps3H5ey2Pdbme6NbNJmy+7Qpc/9Rlaf/EOtSbWqoxCHS4h9Bf3gqNax+7bKc3N6tJtW3XlpZfoKddcrWc84xm6+qortWFmjeYMPO94/3s0OHJIVQIxmcLzImPHjvxkLNllX9Tdt71fob4uu3SHnvGUp+rpT32arr7mSdq8aZ0qO6YnHMUjyucuKgyqWmE5+z11HbWb273LIPWg1q2Z0tOecrWe/Zxn6pnPepaefs1TtGntjPpzxzRr0Ht8706V88eVZ5laLY+vZIwzq8W9d+uYI3ctA+gtG2bETz9cuuMiXXLxdm33/JsN0BcNeOaOHTUYtWNShpQNx2f9vtqOCLUdBSrssFcG/pUyWRnJ5QkDxknTHgOpviO9W7dutn2epuc+71m21RXaMjOlMPhbOrhHS3d8QMdspw0bNujKq67Sk5/8ZD35qst05Y5tqU/36GEDxAOy5y5eEbnC65kXmTqWAbDQCrdUodIylM72u0taPnZY+3bepZ7tsG5qQldddqme++xn6znPfIYuu/hig8pxnTAwPrLnbi060pp5cQrzlfeLZODdmzf4O6YFgzYu7d2wbr2uefLVuuaap4rfoLzmyVepVS2b/2EHafdLjhbnnZY2bt2mJz/16XreR77AkatJrVs7pc3bNumqa67SU577HD3JbVu2bFdetDXWyrXgKO4B76dFR5onjCwu3rZFT3vaU/W85z1Pl1x0sffTlLHZnA7t2alj+3Y7P6/c69hqj0vHj+rw7t064QjyVF5Zr4u8B5+kZ3kvfNQnfLymplqOmHmsgf+JAz75YuTDPhrz2IiwpqWPg1J5nqsduXIpWbAySAQ02QPWwPu34xMuE1OTKm3zvntE0ZF8TAwc5VTW0dj4Go27nb6H9t6rpf332R7zwpZhuzojtg+pxArVVA2rUp2zQb3Tuly5DFFVdyVfU2obNlR13dmkaUipnoFhZJnBveeZO6G5w4ccFD+uMi+VTY5JRa4qt66m0jBcUNbWwJ8FramOojunzOuu7oJnLQUv2Y5mqDxzld+Z+RMQ9rka8yqU+zjOfIxofk6tyDRuoD7emZAKzxctRsjnC1Sr5i3hupV3tZKmJCS/1bwuWAscOHBAMzMzST4AD04wjnNRFFqzxic53cL+oOysWj6uyeNUA5xoGxsbE2CEOtrgUTvhmzZtYlgi+qaM/5UGqjjzpICWtk/GuVqAX/iRx6kfHx8nq6mpqZQCIJCTccxF35ovdeQjfET7ZAd5BtGv5o+cjEc+2hkDRYTgRT/kASihD/rmfPasyAc/CBABaIE3ZfoxFt0BJgAR7FjLDU/K8Nrg7xHGYT/moR4ek5OTQib6QtQhG3a62N8HlJGdsYxh/o6Pc0AMfSYmJtJ46uiDLMgF0Z/x1JOnjTx12Jgx2AZCDuprGaanpxURQpa6jbWhD+PQF7koQ8iBLck/nP6sQ0QIu8gv5mceZ1ffrENNyI7NsC+2QgdkwhbYgEHUk7J/169fL9YKvuhJPcQYUsaTMgZ9kYc8fdEDHn/yJ3+i5z//+fqJn/gJIQdjaGc+ZK11RQfsEhHauHGj4EU7/cm/6U1v0hd+4RfqW7/1W4W88FfzaizQWOCCsUB2wUhyjoKUK86sSP0lKDuqlfOZ03BEr+wuK1PYqeukL3P5w2rg9oHT0i2VXezcTl5keXLy1C8le3qtVluTE5Pig7M0L9k1j0x23pd1+MD96Sc5xu1gb7/iSk1edKkKR0Q7G7dog8HGpi1bNOWx/V5XBx1hXbIjC0+PtpaeNQtldmRLy9san9S2HZdpraOp4Q/R9tq1mjEfHIm2v4QXfDZ6gaebmldLkiGxwme45wxSOLs9aLW1Zss2rdt+qYq1G6XpdRrffpE2XXyR1qxbp+OzJ3T/nn3GxsdktcWHvaxP33wP3bdPfKiPr5nW1osv1fqLdmidddm44wptuPgKrd92qY4eX9ShIyd0mLPDnhc7yGCkcuQms1NeRalEgqtbcYBNg8gEdfwlv3H7dm0ycGpt3qRsw0a1tm7XtO2ldkfLvYEOW5dxOz5XGWxu8xf/1Ib12rR5s9aY+DLnC5cvfS5XHcovL2Mk8lIpvIaQHNLKXcokdRfnvE77nS5oempMmz3v+MyM2uvXqbV5iyYtw9btF1uVJc3u36MTRw7YtoZSBt8yoFeE2VUq2m0pb2tszTptu+xJGr/8auWbL3Zk72JNXXS5xian/IW7rGMJlC9IXtOilak1ZQfOc80vLmjO1PdeLKzjmpl1mvAYhbsuLolo2DFHKY4bFLftgG7ccbHW77hE67yPWMs1l1+hjdsu9n5pWZ9DjgQfVLm0LBn4qZWLExHLXp/+8QWtH5/Wji0Xpf2Te25tXKvJqy5RdtlWLW2a1PHxTF2DUk+t8UrqLHuvG4BGhPjSDu/JTMMXfWwALTmCMLewoNZYR9NrZoT9K1XKvYetqiJySaH2xk265LLLvefWa6E70JJJXCKqzL0TN535Fd6N2SpVqX/mMUNSZBqS5Gn0gFdizT/3W2m0aiu5kwl1Ph9hvhIpvJgrL1rJEZaPo+WFRR3xPmffrlu/SZt9HMnyRJ4py4b8qzRY7t7W9MxaDbwBF72+ywaPspOvPJPy8MROs3S0WnynVLm2E6Fxf9aET9gsnXDky+WO98MYtvLxILeVFq5CYLNw1qPqtytjhOR83XQBpo1I0mZ/huHA45Sv9Wf7pD8POdZw7AEl2AhnnTx12co+iwgBnGiHcMQjQm1/HsEHHtTRBm9SaO/evemnquCzxp8neZ4L0CK/Fh3NpP4DH/iAXv3qV+vuu32izXU453zOuotw5Gv+lJEJp545IkLwgwAktOHok2rlVcs3NjYmdGI+eDN+pYuQnX4Rw4Oi1qNuJ2U8tqIf9mEexgEiaKOeMiAG+6IjZcZCyIf9pvw5XM/Ndx1tjCWFGEMf8hD8ADW///u/r/e9731CN+y43sCKdgB7bUdkIU89NsGO9Ic/bchMf+SjD/XoFBHpBAJjAJJ8j9OOvV7zmtfoDW94A8VE6IF9WBMq4F/zZD7khf+D6Y9+jGcshAysCXnsCn/kjAhFRFob7MGa0UY/1p8yc9C3BhDIh7oAABAASURBVPK0QehBO7JwwoKUesbRnzrmZDzy0IZMzE8e+W+77Tbt3LlTnKChDn7YnZTv/l27dglb4yfU/CNCyBgRYn2wzZvf/GZdf/31SQ/4NNRYoLHAhWOB7MIR5ZFLktytUHK7AG84+4kAREQQ7OQTcSnco9O209dqSZHbuQ3XoHrYX69cdnXWEs6nc+o7itn1F/Hy8oLKQU8DR0kr85SjeT0DmSWihQZafMhpZqPUnpQI33DNYHtCmzZt0datWzUzPaWjPsPd5R5Ee5CZVoSVLGalnh3UHVc8ycDlUqkzLtlJH3R7UmSaGJ/SRGdMRJYEAHIkRgYHuYFe9PoaLMyr7yjejMHm+PrNUjEhLQ0MRvqSo7TtLVt18eVXabzw2fFj81o8dlxSqRK7WHsiV8vHj6tjYLxuy2aNbd4mOZKr3HwmZiRHecc2bNMGg87xmQ3K2uOq8kLDV09hPkVOyTytVlLfxeSPZ3IEWeoblGw2gNy041Lldn4qg/mya/lsa9n5yscmVbTaySHiqcHr7Zyhu79FpMxMDHKwcW6niS/jyja0xyXS0rYrbY++QSbVQgDnc+sWBgF92/zEoQOa6GTavm2zph1htTGlFDqyoFPTGjMI3rZpg8rlOc0dMZBzRLPyWgt7R1iEQpWjWVPrN2r6kivV3rLDcnXkcxjqVQaiBnhrpmeUZ5lBZ0+lZZLn54sUQI+Nkb20UXrMy/obwFQmM1J4XP/IrBYOHfYom9xyFhdtl5GM+tFSb8m2mpjShIHxzIYtypSrf2JB1XJPzCOvgQX0WhSOtLY1kU+oKCYljzWSV897ON+6QRuffJm2Ps377OKN6rckL4Oy5b7H+AgqK0Xk8ltSaTkMsv0/y0I2gGa9b5a93yYm12hieo3n8rokPc3HOnV9wqA0D3dWy+vZGpvQ/FJPh47Oqjd7TIpMEWFyVhqmTLZClbXSKsmvzCRVHpcyD/cv8QnBOFbynk5nJIXCfcJ2FGmED6lSHLbLPqmzZ//BJHff69VyNENj45LlQBZbSbwAmKqkwm1r1q5TFGFHaF4LPuEgf17AusrCXU3eO5UrhqSk5ZgHT7i1XJ7XMZ9oYSVb4xPKJl1bDI+v0u1V5v4h93YhvT1pSpt/TzQL8BnQ8ncPgGffvn1J/MJrDSihQBt56ijjdPM7x+Rr6jjSxmcgDjx19I3wBnEBAIKz7ay2++TeOp9oJM9ctJE/fvy4cNanHU37n//5H73kJS8Rzjl1WZalzy+AVg3O4AegoS0ihIwRkT576z6lPwcYjyzMQX94kIfQiRSiL/KTxx7tdpvsKfxSxcg/eNXyjxnA1k3wggaDQfrumFoBlfSv+/AZXOfRge8MUuqYHyLPpcQRkQAgY7b4ZPFdd92l7/me79Fv//ZvizHYnr7QzMxMsiP8WAv0pz4ikiyAMcoQMtMfOenP+gOeAEzMRTtAsl4vTgB8wzd8g175yleKdYIHctZ2ZD5syBh0BrwiG3nW5Ez61+sGL4jxzE+eNYA/OpAC6JARWSNC1LEP0Al70x+ZayC/e/duf1UPko0iwt89hb/W1yY7oB9Ak/6QVl7MQRt7BX5Uf/u3f7ve9ra36Q/+4A+E/ZmLeoj14SQI/gF2QB/2G7rCi/XBvvTF58I29MUu1DXUWKCxwIVjgezCEeVcJQlxuVo9uqoGCgPNbIUqg4fCH4YtwFIM1S3t+lWRa+BBXYMWUrkukR2BwpGGtr/gx5wWIY3ZWWj5SxkgsmigB4BsRamxMX9p2qksizENCjunLRNfpI5WdIqWlhwxWVo4rpJ7cAyCZDlkp35gR71nL7c7MHPPoSgkok2ttnJHOwCMfKjKjnzhaElmXRjnT3eF9ckdheNeRD6YWz7zOpiclgx0NT6tbHyN82OSv4RzR0wnxycdER2oP78oOaoSUQngXDnCOZhf0FhnQuNr18thN1vDMqf7xlpSMSWNz+jq5z1flz35aVq3cZvytvlmllmV8qyvIis9plKKcJqvOQuV5C6lbU2kaK5r69p+ALde1lI/70jtSWliWsvu0/Og3PVh593MNO+IWh9w3Sokj+NLJvJMfEnyRSj3xy6Z50N/TFMOMpFn/FC8gbgcubt0QoPuvNpmJQj7t9rma1IueY2mfVIg+ktaOHFU/aVFRVonczKKLb0n5hxNbBv8a2qtbAA3FFqKMZWdaY+fUGusI7ZGpYGCax8jLHZLWZ67PfcUbeXtlnL0cdugGnipDU7NSUVb5fE5DWaPqwx3nxr3v0wyw7CNCtvIA6U1M5pZv0VjRUfliUUNPEY++WFhDXzNKB9T+CBYODqv8pBB3nIlFRNq+SSBvJ/HNqzVmq0bDfon1I2+lr1/hJ55ocwyZZ6vRF87kOy1wMhmIe+/WZ4oXLS8XNa/MybWoLa1uyvv5Op50Qe9Usg8uW6zJr2fBlHouMGxIjM3SA/6qhTuA2UyF9MwrVbG2iAemw0pnIySi5Uyj4dceJh35faTlKln9O23QWeoZf2mN2x1ZHOHptdtkmxv5C8rZJPnUALrlNUaU+5jbMJrNugtav7oYfUW5uSF0CCXX4XJmYp0OBaxO9je/XsLJ2yfoxpYx9zHqDoGnLYD7yrL01ylOfAuGUjGnznwr4njjuqGLmwL4NB3fRJzjU+6bdu2TTjLtZOM5Hy2ASY4tigTFcV5Jt/r9dJnH3k+C0edd+rgxdUwhY9zeFIGIJBnrhkDJPpNG2iSAnggynmei3447jjy1JECuKgD0PDZADhAPsajB3XM1/Z3HYAAkEIb/eFBHrlHU/giP3XwIO37+wg+8GM+ZK/H0Q4v5Gce5EQO6pGbMfABnFMHf+YnWkYZm5MSPWRcRCQwRB3jIPI12CPPPID0+++/PwF39GKeWi7kXVhYSOCcNaM/vLn/E37oAmCC17Fjx/x120/32DI+IsT6s34d+xZTU1NiHeDHOCLTzHvppZeqthPjmAd+8GccNomItIeY9+H0Z2xEpHVGfmSGD/XYfHZ2VuhAGZshY0Qk2amLCLG/kJu1vvXWW4WNaNuxY4dYC/hSJg+xVswDUKS+bicPf9rY66w1NqCeOuYgj1ykUL0+9N3pCCgnYpgDO7A3yGND+pJir/r7CZtR31BjgcYCF4YFsgtDjPOQIovknFV2mnHWwv+yFY8yw6k2IqGcu97esmTnMQw2KjuppaTIhw6h/EofVP4SlAGh4LcyZtX94+Ef3KvV76rIpQ5nXcfGDTYNOPO2Y4+YM5c/hcUHaHLefRa2stMgA0UZJClCzMMlllWWq5e31LcsS6WFBrAWbck6RYTF6KvvcFqfn7iwfJL72MuPXld9f/H1HY2LyUl1c48pW1J0VFqfflgOp7JsLSOtVj80WFyWDK5bLcvnqG3XkSstde3cV+KBSIqhHIOso342Jsk8SScdxZlYJxWuxy7YJ5M6RSjHsIEVddorM1+T5ehZXmUtlVFokLVV5vC2rIUjr3bGC/RltO0ks+obuBStjhS5bAB1bTfsxZcHqfziyyrPc5syU277DRQyjnNLSGnNewrbLbdzz72pHU4MLM5rMHcCC3qaXMugDM+1aLvwhQh/vihzO1HKcsknBCK3opa7svzIM3B/i6j2uOWjzfNm3giVJ+cLkS87L64iQpkdQLUKdQ2eB6xtmGfR8txS1+tA1BD0Mjgxp8z7A+Aytg4QW7g6VGYeq8x7w/vT+bajYOGwV98gbsmAs/Tal16DwlHHiY2blE+u0ZGjJ3TPnbt04u7d6h+cVXl8UTL6iayllnnYOpJCmeVS26Ww5bJMEc7LrxTFH5CRvMfKEyc05xMsY1OTmsJxXZFflgsCCHlHeusUpo6yNWvTvc/XPOM5uuLqp2nD5u2S9Y4IhTRCLrleUOKllZfrU26YlmmExByp+gz/HqrtDN1XqrKUlv6PLYo808Taddq+4zI96ZqnaceTnqrOpm0SJ0dUqPJnBlsfy1SWtwrGh9Qe07oNPlkTZYpwdueOu2/f8lZsH+fdL8LrqbTu4dVseU/KwHT5xLF0yWFukFtMrZF8rIq+CpW5yey1+kLLcrVEhhrShi5sC9QAKH02WNTv+77v0xVXXKHXve51ItJIROuzPuuz0v3an//5n693vvOd7iVxCeGrX/1qfdVXfVX6veOP/diP1Z/92Z+lNv7xmcXn1RqDWD4X//7v/15f+ZVfKXh9zMd8jD7zMz9Tf/zHfyw+l2rgwpzPf/7z9Ru/8RsCEP3sz/6scPI/5VM+Rf/4j/+Y6t797nfrS77kS/Syl71MXHr7vd/7vSn/mte8RszZ6XQEoP2Lv/gLfcd3fIde9KIX6RM+4RP0FV/xFWk+olrI1/LJQj5TSSnXxGc39ZQBWu94xzv0K7/yK/qar/kafe7nfm7SF/mQgz7oCChBRwAloOxXf/VX9emf/ul67nOfq2/5lm/Rt33bt+m//uu/lOe5z7NOJTDGWOb6vM/7PH31V3+1/uqv/kq/+Zu/mfKMpR49AU/Ygv5EGD/1Uz9V3/zN3yzA3D/90z8pIvSUpzxF3GcIP8AgOr33ve/Vz/zMzwjbvfjFL9Znf/ZnC1vde++9sPKxXwlw9PSnPz3phs0A7YAiOrziFa9IfH/kR35E1113nV74whcmu99yyy3627/923RpMyce/vu//1vojD8REYI/+qMTNns4/Vl/bAhhbwg9f/EXfzHtl0/8xE9MtkRnbEQ/5IsIkcem99xzj37v934v7YOv/dqvFfuUCHC9V+HJGOzDfIwBQLP/PudzPifx/4zP+Az9+I//uFhv+rJvI0Iz/l7513/9V7Ee3MMJAKa9pptvvlnYCD7M/fVf//Vpvf/jP/6j7iJsQ4G9zD7hRAHlup78w1LTobFAY4HH3AL2iB7zOR6zCUqcsszOGTM49bcDOaVIk128zF4ZGC+XO1Yu2GusAEDu5Ro7hpJ9dlo1MCgYGEyVvb5KgxyfVpYMFgAQfQNNGaQJMGNwMTDgDPPXREeyMw/A65rnnKN5PYM4C6B8fFyTE2PKPcvAzrsMEMSY8EhkMHjIDW5KO7XRmVK0HOFwnZDGgERZiA/wYE7kMB8ZPMu8qkQ9ZVmmfGIqPcCk6lfqnVjWicWuCHANIpfyQoXlazvfN7CSo3XOSuY/cDRv3F/QLYO7Km972lz9aCvahcoiM+jsiIcqVd1SpcEZAG252xdfQsqDt6rekjLLl9u2Yd1Co6/MhUwdR+rk6OvAupmNlvyv5/6KlhSFsqKlQCjbv7SORbsldOfeW08mnBxhs7D1THKfSrj+4epQpzOukHWVX5G52Y758pL6ywuWbaD99+3Wzttv1Xve+XZd++b/0Zveep2uvc75696md737PZpbth3b4zbVmLkWkgGsLEvP+6DjNcwdgS4T30qV5fRbkGdTaaDI73LmbDLr3/e+GHit+gbPA9Zq2ScmbN/cdg7rCUDJrHPbPAs7ZHJ9Ob+k3HZtj4+pPeU94PZehLq212Jd8BpFAAAQAElEQVSv0ry3bZrX9mpZz9xAWN6fpcFhz0IMDFTGt23RBp8Zn9y0SQvW5957dmnnTbdr3813anDXfdK+o8rnuhrvV+ZgPTxuuShTtBNbh/zng4Xod2Y9ZB26x4/r0IH71bWOax1Fn1g7Y9vm7pmrMHiFS55nml/o+7xFJbOWypC81oWjhC0u8+ayVNuuktfFc558U3Zfc6OuzpFSHqXSBchm0Ch5MpdLleY9JGrceeUNr1FaqXb/YT/GVK5knbsWvu99GY5aFkSzvR80CA04li2jPzY0sN3Zth5iHshvynJNb9wkZZm4h7O7OOfPkZ4Glqzv44Jx9B84M/DnRuGW9Dkwf1zLjnB2u0vqGDCMT/uEjoGnwtY3VRGeQ4kY75lITFiiJqkKVzXvC9oCfIYjYO5jnRTgmXm/4DADsIgqAUCJ5Lz97W/Xr/3aryVw87MGgwCxJz/5yeLedhz1H/3RH9W//du/wSYRPCNCP/iDP6jv/M7vTJEnACVAqt1u6xu/8Rv1S7/0S+l7BKD4zGc+U1/0RV+kT/u0TxMRVIDUz/3cz6WxjONyRIDADTfckOZ5/etfrz/6oz/Su971rnSvf1H4u8HfXQBC5gTAftRHfZSuueaaBISQ+Rd+4RcEsELArqO6pNDAn4mk1E1NTZFN4PqlL31punSVOQFCPPgFHgDzf/iHf/BHZC6iWYA8wAfAiHbs9qVf+qXp+wFgSB5ZYUx/UiJ3RDix2d/93d8JkBgRuuyyy0QUjbqf+qmfSrphL9YBYAPo5LLRZz/72QmkAoSwDzLAF7t80zd9UwKcgHtsAHD6m7/5G/3wD/9wWgfK8ABoIfe1116bwD0gkktRAVkRIS4nfcELXpDWirW5+uqrxfw/9EM/pF//9V8X+4J1YV7WgXUGOAOqkJfvx4fSv5a53oecyPjlX/7lxPuOO+7Qx3/8x+vyyy9PQPDHfuzH0nozF3sL8AbYBdQyL9FUTnxgFwD+R3/0R+s///M/RT/GcHKF+QCNP/3TP62v+7qvS7bgJAQnLwCgnBRhn7AP6M+eYp2wESdGsBsnFuDHfZ0vetGL0vGAnsjJ3vnzP//zBOI5JgDwyEp/aMxBAMroW+856ht6YlmgkfZD0wInfZknqn7+0B6Kjvs4zA3/D1ULO3CU+QDyJ6NkMBHij9ohMdIYSy2DgqzTUdY26MkLN4aKVkvhMQJA2FEAYC0vL/pLdUH+JtfAwKTvnllILY/NzcNFyV/MfKhmlm9gIOJvRtFf5lFlISgv2jpy/ITd0MJztlXlUokXmWfyN60AM51WWxQVlhI+jtxRn1kHPlzDchYGHeFoS5ZZZpOnNM8ws4HGLVOnaKlvUNNdWrIIVaLC86ydmNLE+KTQUco8xkNC8kymTG5QtMaV2RnutDO125bFToe7WraeFuZPGNQpiZbbD84k5WlwNqwvM9upqwob4dBnbRXFmKpouSdUqLvcF1FA7JJlLXUMIKXMuNqg0vNFnglnibn5cvLAJD9plJXaNaALz47idvQ9WKVtZfddE2MdrV27Jl0WxJf9uo0bNGYg1JmY1vTGzSLiOrZmg4qJaUeoC9vfcxuAGF+oY9v0fBKCLzv5VXiThNOyq6Rz5nLPJxIiItkGGfNWW3nRUWabW1DxZbzU7Wlufl69xQWDiDAoGRig2WDeI2FHjD0EHy7fXTQ/q6V2Xli3UNeF0vZgE3QMhCZNHbexfwA2C1Vf1fiY1l1ykS5+8pVau22rehZydnZWxw8d1fvfdr0O33KXdPCYsoWewvYeeEzfkpRZCIwoXlklTJgU8wkNHnQ1e+RIknPMoEgTk/RSRK4syxT+yzNXZbnXJ8S+L8O6OQosjGe5e55L7qeVF91XsqsJ29pTp/1CutrwkBnbbqS9GsmTtVZO6HOShnWuXnnXY8Y7hVqcdcpylUnWXLKOylvKve8VmZexSutYA075VbEmbpOjuuH16C0vqVxetvl6bu17TJic9bvyyYHKmyaX2wZL0tKCcWc3mYnLtXMuo4/CJ3lsv/AAv5mrZC8LSUtLVrqWd6XKRvPhS6GhC9wCADi+BzqdjvdDJe6xBAQBpgCXgEqAEkAL4PGXf/mX+smf/MnUDwAKyPzrv/5rAYxw3OnHsV36swPVAQ20P+c5zxFRTvgReftzO+Wf5+ge0SHACZ9hl1xyiX7+538+ARqib0RPicp9+Zd/uSb8mQg/Lp+cMiBE5re85S0JbHJ/HYCDdvgiN5eOAiIAtMj8qle9SoCNP/zDP9S///u/0zVFG2vwmee5vwL7qZ5/RC3hgxxf9mVfpttvvz1FFeEJ6CPSByBEjra/BxhDFBaAQ4QNXQGCr3vd68T8RNYAaO95z3vomgg9AOsAjzvvvFNPe9rTUhQWWdEDMPi7v/u7qxFRBqHPDxrAA34+4iM+IkXTAO6AddqRlwcKYVMAMjoAAF/72tcKPdD9T//0T9NaA4qJDALamAegCQ/6oB9RwosuuoiqBDyJGAOyWAPaALWAOr7nkeef//mf03oQocU28H44/WGO7dl/5IlKAnaJDt944436rd/6LRGtJlpKtPdNb3pTinTTl3HsJ2xKJJ65sA/3Wv7O7/xO2qPf7GgwMtOfdWK9AZtE4zkJANhnjxLxpJ51IHKPPoBL/DIAJqA68/cKZXgBJNl3AGT27Bvf+MYUZSUKS7SdfYFs7NvaL2AOjgtOOESE4Kfm1VigscD5WuBRG589apweL0Z2yoxllNv5RwT7uVJWSDiNa9cJnNh3RG9xYVkVDqGdNYemNDBwy+3VhccDfTKnlYGkEZAdwkUtHjms2YP3a//uXUPeBloDAzYXBKjoM5HnyWzBxaWenVXJmEwDAxTRZidUjmxExPDL3A6HcBI8Z2VntW/B+p5zYnKN3VA7lYXsSMqyh/xJqcp8xsc7Aoh0OpbQsssAQXaC+TBmPACkaOWqDFpkQpY8t0Bmk96u4AuAD/FWq6XSc2eROXi7rKxVaG5xKV3WxxeyLGfmoZZE4AV3TSyEzMOc7DOoouyoV+bOfGEkoFnKjraUy+Q8xgh7xFArbyvKUCtrqaXCfVpyKNVUqnCbFBofM5hhnGwDU+k5OhPjzkl8mSxbd2QscDycL9odR5+WUzv64Wz0bS9sIMulyUmDIPexTahf5+jfxXY2OBP/rGc9Wx/5kR8pLnW6+qlP16VPeZaufO7H6PKnPketNevVjY5akzMaWzOj+w8cMrvMxFQGwFwOaQO1vGKtMHhQX608hH2RjxQNKrkTQ1qWwfp1HCnFXlC4HBEGkyx4SS+tXTej3Ccf0LPjMW3bpef9AZcJ889s0O7CovdCTxHhKTI7b6WBek9t5C1aiskxtS/eoks++jl6zqd9gq565jM0NbNWm9dt0JHd+3Tve27U/g/cqqloKwMIssCRaWBwjRDYnIibHD11pXjYVt/HyOSaaXFCQ6225Hkqr2vSdUXHsbGwdEp7RpY754SBdfAgtYgWKoO9LHWiVEj/qM80jKpKbG1Y5m6DwinkJL2xFKQ0m+ia6rH1oMJSUg/ZU7ttw7FM3nYUqWlQ9tKYgeu63i/1OCrzLFfRcYSZvdgaE7omnd3Y6bQ01snF8d0yOE2yileYdWjTtu0q2i0dOrjPnzdd7/MwgC6VSYpKTr3Xq57ysAYGm/c76g54mLJtdzzjGZL3h0LK8lYi+eVlVx5w8GkFR0frveUmdw3rXxM1DV2oFuC4arfb/uzMffJtSUR1kBVHn0sEW60WRX/MlgncUABQcflhp9MRY6kjWsTnHOByZmZmtZ4yn4FExNavX58+i+jPZ83vGkwRIYMXn6MQ9+H1vffJz/skGH3ZW2s4qeQCkT++X3DkiZxd7ugXeTcl3jxIBzkAdzj25GljHoAceQAbKQRv0ogQc6ITn3NcMgtI4zOZyBp9IKKCXCILGMZ2yEM9dnv5y1+eQCxRRHhRz/wAdaJ2O3fuTOCTeuYgPXDgAEmq/+7v/u6U5x96vfjFLyabIq0ps/KPzzcIO9TzU6YZwMYlsC95yUtU/5QK4JM2Iq+ARaLGEUGVWF/WiIggJxDQiYghP6GGntgD8ERn1owUnUgh1ouUcZxIyPNcALC1a9em7276PpT+2CEi0v5i3TlZweW9/ORWzZeUS6LRCx3gTR0ADoDJidrv//7vT9+p9XoS8eUkBLwA78iBLswBIEVOLtvdsmVLuo8VflwGzIkTLh8GrFMHYWP24tjYmCJC2ANeRFM56cHlyvSr1/yTPumT0v7nKgHqIezDPaXsE8ZTjhiuAe0NNRZoLPD4WwCP5vGX4pwlsANnR3I1MuLPF/t3KqOQcNYi1/rNW1Rmefqi50NRWaExl8dyqS2Pt2M66C2ovzSnkEGFQ3TdE8e1e9fduuWmD2iXv8QOHzwoGbzkrY4y867Mt8o9h6TwnBNFrlQy0MzllwGuDIyqLLTktLSTnjp6nDw3XywRns2AUzq5BMju0Stvy+YcH/Cl3Utl7sd4A+t8fEJhR2XJgKC7MK8MRzvcy5GUAfOVlXLGmD+ONRFE7gtDHuZrddoac1SlDKUvoiFI7huHDww0XIdf7ihY5vak2KAvs5RxoNVwpRHp/OKy5ucW5ZKYCiIfVWapteJoD1NZMRxv2lkrUrlfSrXySoX0b6XCSWReIZOrq+FMrjz1XdHDtskQFuBRud3CDmzz3qDSuPUUNvYXdcsOnFutUqapcTt6rnMHaXyNwdGMirytnsPMlftXlg8b0T9DAdvSm8C6lrZt1/r1nO85pceQGKckZ4ZU4rXsaOHAcgxcP1zLgcFinyaLFZLXYqHbFV+4rEPmuVi7wqklNIApGam2o5ittltY/7G2Wm07sbaPBpaB/YbuNm4v62m5k2nqkk3a8ZxnaPsVl4ov/fGspYHXi6fXThcdjUeh5YUFazoUBdkAf6nk/cTJlf5y1+aZVLQ7EnvPvcOU2QL0l1/WwP+lcKaUX/RDLipI3d+16T87A3JXV5GT+o76Djddqcx7OCqJdlqd1ZlfzFTaxnLf8DhGSPL+F8ewbResl4GaSF3u+Vjp95aVeVTuYxDnJbOMzOORruW/S65Tkjt3xQrfU3Iu+I0Eqd/UtMan16vtSPri0ryjygdsnb6KPMT2kl+dIteESY66Lx07rGPHZy1RrrUbNkvheTxflSTz/Bp9udZGQIrwiLqlstbD/On9h7XN/wvHAnzW19KQhyhHsKrkhhQRiohh4Qz/GccxVwOfugtRM+px9KmLGPIAlALeACxEoGZnZ2kWwBCgOOmTcjXIhHdq9L+ISHJQB7nKn/s+1vzhD7ggwkfkEMBGG59bpIBdonURkSKVRPWoh3o+QRkRCUjUAAg+6MIllvADIED0J5pIZBYgg4yM5ydKkAcQwtz0nZubE4COMZdddlniT6SUclEUJMpXDsK6DA8aSGkjRQ6I+lGKCJ8LGp74ZD7aiMzxebp169Z0ApA6ZCTFFrRR3rNnjzip0i/cXAAAEABJREFUhHzPetaz0n2MgC0ihVzKTPSZNYAv68d40ohY1Yk61qvWPyJEJBtb04ZO8Cf/YPp3Vr7zIkL0Z0+gM/eG/su//Eu6tJjx1GN31pAy9mDv0JfLurdt20a13aBBSqnn/lXsQRQS2WngRAIAkkuNAYDUAcJJ0ZVoMYCZy5CpixjaGD0YRx28WZtLfaL4Ixxl5uFDXX9H0gYB8LEJfdhPzM2YiKA5rTnlVGj+NRZoLHDBWOAJ7bEk4e1QhspVgw7svA0U6kcuRaGN2y9W1h7X8bl5neBnGpaXJMBUb0lhmhjL1HG0KhsQMQMIlKrsmPYWFw1CTXZU+UBT3pI6/vIpWgJs9u0g9h11MjNN+but8FljmV9mUCA7ugvzc+r2DC4sS8WXHwDVssmvrMgVmV1ff4m7uPoO58L6wFN2viuTpRHAUAYashOroqP21JTCIGmh2xMP/2n1lySHGjMDjfFCmrBhclkXf0j3HdXp5VJnckJFy8BBbszayifXaAmQEpW0co/qmHmk8ebRdl7qSsvzGizOG4z2ZbEldDGfyAtV4Y4GZrKOgq9ZiZcFzpzCOlM5VMdtqS7Vu+B64yOXeIf70Cp5qPkqES3GjSRnJPiXBkd5ERbLssh8B6VsXClvm1pa7PU1OHZCKQTH2i0tGt/Me83N0icRxATdgU8MsFae13r0DRB7bsvYQ+7GPBJ62KZe2zAJcl0mz+kxSuTOq2/r4/VusV7ttviJm6LTUW5btbyWbvWQTMX0GnVt2K6j5GGCb1Zi90UV3h+5QYwMWqvFOS04OrbgvTvwyYbCke6O13FsIBXWMYmRZ1rOSh3L+1oYz6WZMWn7Ro1tmFbfRb6o+7O2haOa2SDU6pWWOjy0snkGwo4KM/QxsuTox7Ij+jPrN6g9MWFZc0O5TGGbhLWQX5UpTJmJNAQvSjW5we84jVwcvs0gJwdQxJ4Q+9Z2FXvTkUiaR8mrQOtKFaWVrJPM8zOXfAyFT5IAxrGnzCczyfZM7e5bp856lGwH2Q6UMv8LyWsn11Ym+bVSm/q6uPIupHxCrbUbHU1el04kHD90wMfLnDKOXe+hJX+OhE8KqFxW/+hBHdi/T8f92TA2tVZbtl+q4Ty2W9TzK71cVJrTNhruv1S9+g+53LRabjIXvgUyf+ZDSFqn5KGIUESQXU0ppO8eZ+r+AMvS+7iuJ2rGJbpEmwAdEaGOP2ciIgEXwAkRyvrBOGaVTm5R5vOAcsRw3jrPXFBEKM/zJA9lQCsgiktzuTRYfsHbSXoDViDAAJdnUoksAAnGU0+55c8vQDB6ANzoRzu6AWrpD1/mpp5II5dlMh7wQ3/qAKrkIa5YAXwAeCgzbjSNOKkj9VBEJN3gO/CxSh1EHvsyP2UImUn5jUee1MrlodxDGRECOEZEeggQD4ICeBIdBPQz5klPelJ68A2XC3M56Cd/8ifrpS99KU1Czra/H1LB/5iznsvF9Gat0J9+gFcqqaNMHnow/dGDdcY29CO6yD2+8CNqzj2kXB577bXXppPyEUG39FuuXPbLOnBZclEUqb5OKVxmkE/KJbeAU/KMiQhxnydlou+kNQHI2QPIhd2phyd6IyPAkjz17AOirkTTiUYDcLmc+Lu+67vEJdnwYK0ihjJHDFNsyviGGgs0FriwLJBdWOI8cmkyO5e5qR5ZRWbHuFAvWlLWUr5mncbXTKuKPJ1xnN2/RwNHGIyg3G6XzYBMdvCzyk4+wOvYUc0eul/cw5aHtOOii7XWzqHMV3mhojOuyekZ5a3x9KEsxhmsFgYCbTuZAEVZHr50BqU8t6NnOOwGQHxAyo50aVcy4Gehw+4zxEJ4OpGX69wkeA2sTQko8he/8kLKchWOqhTTBhHuPXv/fi0dOSQ5Sut/ahtwZNajf/So5vfu1bJ1KybGtHbTBrWm1qhnEFwaJIbr+gY6Cwtzmjty2NGvWeV2+Dt5qdwAXMsnVM0e0PVvfoNufM/btfueO3WCJ9tWlWT58/a4xienBcB3xfAdw8Ri1RqsVNgQzg2bS492QZX/ud6yOLPyxgpDqlZ6rTQ8IKGX7IlzmWRme2cGncN5PYttnU9Mqu11WzK4OgLgHF53rbCzlnmtAga20/F9e7V3927t875YXO6rcH1hO/NFxhfeAyY2e+ZJ5MaSzKoOHmy5K9dVblOqD+FI8WVaOWIY1rt0RLIEhDi6l01PGXSuVe71HRiciJMYnmOsnQk5Jzptae6Yjh7ar4XlBWmsUNnOVZWZ1yvTsf37dfienTp0z11a8DoaOnraUnO9eR33GmqypX4nV9+KEeXmUl1ZDhlUj/skigP6GliWymufZZ7YQK1nsMklvJU38My6dWo7os7+Zx9yHCXVvA8q2z13AXKS3qX/V7aBk/r9kGm0bDMD6e7sIfVPHJfP0sjKKQIucRqnUlrdWVVqq2zPymAyc32GIMnwpZZt26Xjx9S17eT2vF2o06JD6XGlpxiYKlljl8129W15Rmpop4n01JaVWkfENb5Wa9ZvVGFHeun4cfXnj7nRR25vUS0bOPJS9uZ0dN8eHfXnS8fRpXWbt6m9brP7ZeLw1mlzutaylStUycK6L+/wPyRx0ryfUBbIfYzXznCd1gpQjmBtpYhhKr/KsvR/iXbyAwMj0iodf5W4ZHTNmjWq7/UEOBDlAxQB6rg/lKgS0aLEyP8Y72R1noigmCgiUj3zUUHfiCArQB7fa0TDqKhBz+jnJIATIAg4pQ98Wj4uyEcM+UTE6mWWMzMz/k7q0SwAFLy595ExNQ8ACnywH/V05jO1TrFFHYHj6bLUQ9QjP/k6JV8TddgTgn9dD+hhLPNRV8+F/gAoQBOXMHP/Jg87wtbcW8o9pjzI5q/+6q/EPZLwrG2DfJM+7pmTeqJ2NeCKGNqlnpN25qUvKXahLSIEAKSulomUNvhTf7r+EZEuQ4YH8zGeS5iJIPNEY+4L5XLZL/zCL0yXdAOo4cMasL7wJ08dEWXSmuCJrDzFtm6jTH/2JNFPLpOt+xcroBUAjMyUkYk50DUi0h6ICDH2b//2b0VE+8/+7M8EH+TlfmMusWWPRQz71/zrFBnqfJM2FmgscOFYILtwRHnkkoQdXhz4sLNZO2QDfwj17bz1VagMg0471es3bdH6jZvE72Lu3XWvjty/xw6gncJFO7g4h9ybR7jNDuLykQM6eviA+o4s8TucnIHN0xemTWXeYwZt6+0sAmgOHT6iwX27pIVZJcDnCKe6i5q/f59mjx1TtAtt2naxJqbXyt/i6tpvxH+wu6vKzn0emUFFaeBQOnWXSn7xr1xJnWShnlw2CLJHqyVZ27Exddat15gjnaUd6oGBoVGjVC5I0bcsXXWPHtHhffsMOHsqpsY1tXGD1G6ZU+65c+VrpjW5aaPHVOrNH1fvhG0BaDV4JhqjxaM6cWC35g7tc8TmuFrZIIExGSzJEbVuL9T1VAPLV1kP9BlIGmT+Z8KJhkq+S01Eays3KejlgZaE4pA8wBnaIWvr0tm9BwZLJaCf7lkmos/KCnUMNtdv3KbOxFqdmF+2PRzZs5OmPFNmkte8cjRq5x236cB9u7V0fNai9aynsLDXpPIuqpzXEBBYB4XljDDIziWZKLuXC6K3Um+d8sJZkvt0l5YNgpYEsGvlYTFCMuDX9Bp1Nm/QuAH8wsGjmtvjven1sCWlatnJspa8X49a1o7DzzMXbVF7ZlqAP9mMpSPwR+7fq7133qFj992niW5PPrWgja1JTTsK6gk1Z2A97/XL105qfJ3HGnzKGzEsl/ziyz8iFBHiHub5Y7MaOMo5OTbuvbtG7BssMUj6Su7l4eziQcpThrTyKp1WiXfmXHkqVS5CTsQesPxHfbzsvP027br7Dp1wFJC1kY/tLOhYmlPNIw065V/pkweV15X5mU2OlvZOzOnQ/r3avXOn9tkm/RPHPCYUWW57lipXnPYw/zTGrfW7cqYStTWV1rF0bZnSsMx1i9yv4ueIikl11q5TyycHlj1X36BTZS8tb94Jyftz0ScMDlum0iel1l+0XevST8b482nFpp7glLdHmbtkET1ewxfCDXOWQolWio8gabo+XhaICEVEmj5imKbCyr+IB9atNKUEpxyiEBFi33NpKs4496XzgBl+5gJwSfTtyiuv1Ite9CJ9wRd8AUOEY08G0AYoADBQHiV4Uo4YygIgoAwBxEhnZ2dJlOc+npzjZJqT9AZ4MA/gjAry9TjqAHfUc58gMiA7fWoeADpA2rxPegFGqWceAAzy1rwATvCJiFNsOvy8Vaqr++pBXhGRWrBpsQKGyCMPDeRJaxvAD/mxHw8gevGLXyyif1w6yj2NXO7KpaL8JA0yIzsyw+OVr3xlkol7N3loDycD4EPbKDGuXoNaDnTnMmhsQzSb/kSuSSMi8a3zp+uP7BGhLMvSZ7b8uuSSS/St3/qtIrLJpco8dRjZeSgQD0RCR8Ax4J9xEeFRSvsNmeBJBXIiL2tBf+rIozeEzIBL6kmRn/HoA1/WGBtgZ3jCi74QQJ6HMcGP6D15nlzMw42435TLqomqjo5hHARv0oYaCzQWuLAsgO90YUn0CKXBIcvtnNrj90h/Cfv/IFGufhRSZ0qdjVu1ZfNW8aVy5NBB3edo3e7bbtG+m95rULVH8/t36/i9d2u/63bvvFP8xMG6mbW67NIdahnURfgD1w667AIWnUlNzqxX0Z7Q7Oxx3XXLB3T0jpu1sPdeze7ZqT233KQ7b7tVfMCOTUxpy7btyhwJVGSqTGWWW7rhhzcfjGG3sSY5L3RxSh2ATQZ0XUdoZJDSV6YFR6K6BtMTBpwbN2+RHMmZP7Bf+3ffqSO77jLo2Kmj9+7U4fv26JgjtZ3xMY2vW6twRBMZ/L2jvBhTYRC88eKLJDvAi45cHnaE76jlP7H3Hs3dd7cO7bY9dt+lS7au15UXb9OO7Vs0PjkhG9Fj2pYw17KjZGXSSQZhJkmUFbKuLntxAJqqU5WqTPKcq+QxI360Sw98V+ZXmlZbVgZwwiHP5C9SR5MMPORCleWqLFPbtp/Zsk1jkzM6dnxed9xxl+6//S4d27tHSwfu1/zOu3XPbTc5KnhALfW1fs241ozlCkf4uNeuyEPjY44uMikC2OaCvKcG3P3rVOG5vCZaoZK+KZ8y/mce4+OKiBQd4AuSS9LmDYhkkASQy9eu0cTGjRp3FHHh8Kzuu/0O7b/1Fs3edbtm775dx97/PtfdooXjRzVtoLnhom1qrV2rzNH7zIu5bttmTU1PqFxc0lGDq9m77pWO2CGcndXSwUOaNei634DuxPK8Su5bdd+Y6FiVTDLwrCybBZXyzEmpwfyCjjsKl3lt16+bkVZOtgyUJT3ktPKxgLMREQoNEmWsqzmc+h5a5NS6U0u9E7M6uO8+g8M7df/e3QLscv9zso+PhVjhm6VhNb+VDeC6iPChQblU2KZlt6s5g76DBw5oj08G3b/nvqQPayofOwD+0shjDisAABAASURBVHsl954sIrPsSqSHfJVurUnuT16qbIsoxqWspWJsUsV4x+edFnzu55CYL1qRIqxHdu3U7jtvS/UTU+PasHWb8rUb0nhVYUaZeDlnjloli0i124fJ8D99oWGp+f/EtEDlvZokX/kXESs5L/dpbTTQHyKfG+hFDPtzrxwAoX4IC58xALuWj1v60X9paYlEADkcfuojIkWRaMDhJ4XIMw9EGT6kEPfiAUKIogF8pvzdCM/p6Wma02WOyEE9/ahENsAl+Y3+nGNu8pdeemmSh8tMx/0ZCVCi75hPplJGTvpRzxjqkO3ee/355gaAHOCWNhfFpcWAE+xBGcqyTLTXKXWjRD3lWlfyEZHGyC/sSBtzu6iZmZkEMNH9jW98I1VCXjKAKNJDhw7p8OHDZBMf5gdg8pMgX/zFX5x+SoXLbV/xilekPvU/dKcv89XrhY60R0R6yjr+y1133UWVIkJnoz/rN2pLBtcnDJCdyCggjocFYb/Xvva1uummm+gm1ggb1GV0RE7AIR34LiP/7Gc/W6wtdfAAbHJfJ2X2Aim2Zj50YI9SV7ehN2sbMdzTtHEPLE/R5Z7Xl7zkJWIPITd+FZdr12uCPDVFDMdThkdDjQUaC1xYFsguLHEemTR8vCQF+IIGxHh4acL97Dsd4LoVBp3+QhvbsFF8uG6yE505wjF7cJ/2O9q5y5GhnXferrsS2LxLCydOaK2B1ZZNm7XeY/zJbk6eJTOfFX4TUzPasGW70peqv8xn996nfQaqBxwpO3L//Rr0u1q3fq02b92imFkrf/OoZ6GIEBV2BKrIDZJKs64UqlI0zRX2NEppRQ+lVyX5S3Ngx1uR2bWXFnqllt3Wnp7RRgOqte2Wyrnjdtbv1d1336o7DXh3OWo3d/iQOnZMtly0Veu2bpCK3DNJERL/Ko+b2LBBfIlkBrTHjxzUvXfdoVtuvEF33vw+Hd67U8vHD2msJY21Pcg2q7jkc7lvXm112pOqoiV0gkrLZ+ldthp0N1WQ/HJa2nsuDR4SOW9kpxJdIXcRtk3p8F8ZTk0pdfaBb2azKAUWHKg0iJDBOf1TS9FR21Gn9V5H1mvBEbv9e/c6inaP7jGg23vvPVo8fljb16/RpVvXaeuGNepklTIivI5+ZgahgZyeuLRuUiZ53eRX32nPoFPWnzbmdLXf7lOZnKvf444yFh6/MDen+3bv1m233qq77rhdR/bv1/LSovpFS53paW3euEWbfSIj6/d12FHOe72Wexzx2+d9VfqkwoZ1017vjWpNT1qUQgq/mWqipTWb12njhnVqLSzryE13atf/vMt0ve697gYD13tV9CutdzR7fMNM2jsnrFfP+2HQaXsNM2Xe23nkxniV5hdO+GTJMYVtkZyIzBNp+KrCfb0lcQ4qH3M5QhjEAeSkIfAc9uR/yb8hsX8TDYuj/8P1maOSECeOjPPd7LGucyjSed4uqxTqUjpJlZIMKxWJl6hzhU8cVI5+y/JFWXlTus6pVVeR5cqti2v8LlfIid91ySNcWnlTgMxblmOlNiUVUlWFiolxrVm7Vi2ba5mrBRZPuH2gJacHDPjnjhzx58qktjm6ObZunZS3Ffm4tCqH0iv8P5HnI01TOq8yU8q7vXk/MS3AMQMhfZ2ShyhD5EcpIu0CcczV9RHDOspf8iVfIhxxLuWkzENmcPoBLUSvABJvfetbaUqXVuLw0w4AOHbsWKqveZPWVMtCPzpRvtQgkZ8SATC84Q1voFrwq/tQB+DiHkUuKaVDp9NJt55wmS/lmnhADXJwj17XJ4moRw9SQCxPneUeQ8rwf+pTn5p+hoN7NGtdx/29TjsAgwcMUX6RI7rUQRGRPtOQHaLuTEQbPGiLCCEXeeSJGNp63hFXbMoDfyYnJ8VlpPRp+fscgEUe8PXqV79aXF5LGb5EoHla8I4dO8TTdT/zMz9TROhe//rXqwat9M3zXNgKHgA5nfZCf6KpN998cwLXNDM3KbI/mP60wxOgBvDkKbuvetWrBKCjDflIeTgP98die/YAdZs3bxaRVNaVnyihDhlr+3AJMWvDJa7sA+zD02958vB73/te8RMozFnzY79xPyaXf9fAGZ7YCf3hRRmiTApfUtZ2ZmYm+Sv328dCburQHf70b7fbdE1AvN5TqaL511igscAFYQF7MReEHOcnxPA7QaW9SRSC8hWOfCAlR21yjWYuu1JXXvMMbb/sKq3ZtFWdteu1YCTYj5bGpjdq86VX6cnP+ghd9uyP0NpLLpXG7BD2+upxGanCHM3VfbPp9Vp7xdV60tOfq02XXq5B4S/VuWXNdXtqTU5p644rtOPJT9P0pU+SPVHhLPb7pV1T8zDAGGRtLcaEljODtqoli63EXn4lwFIY7nTUjTH1swktuY9WHNPS8jjApBibkmY26OJnPU/br7xGazZuV2tiWmFZivEJbd5xiZ70zOdp6uIrlW28WLKDu9xdVpTyl7DUHViX9rS2P/v5usQ22bT9UnVso4Fyy9xJ/LZd8RRttQ7j23bI3opk8Ns3QCBdjtCJbqXlzHI6wmPJV1QIDaLQfKujuWJM3QxQGm6GZBtkXo6QDHB6WaEFO91LJspya2jlxb1xaiX+i3lHffNUeGy4h99Ys5/l6lqH+cw2UiGZJ19eLNcAOzoaPX35k7Xj6qdo2yVX2D5rdGKhq4PH5tV1/w3bLtXWK56kqa0XeZmmxIvxMhgrDSjnlistZeOWoS153Zmz8tyynEqvtts7WswntBxjKtVRFbFiB3cIafLyq7X+kqs0ufEileY1P+cI2PE5/X/2zgTQrusqz/865977BulJT7MsT/KUeI5jO87kBIeEDIQhoaEEKCVAWqAtlBZaaNpCQgodUihtUmhLCgkU0qRNSUshjCUzCRns2PE8aLAGy5qlN9/h9P/2fVu6fpaeBznWk3yu7np7Wnvttf69z9Fae597b9uT2Boa1owDo2iOaGTjBVr/vGu04fzLVHoe272GWCfDPgnbePGl2nT5C9Q6Z7Pc6JPlrtpet4751PV8Lvcp+nlXvVAXXHaVTztXqWfb214nXc9xx9hsvOB5uvTam7T+vM2qrN2kA9hZAnTwRM2kcykw43qYmJPaXkfNlasly9K8vYX79sJVVSUP4pIL9HcR3MJppBGccf2xd2Ir5A5Kr1QmV6gxNq5Rr+Nlq9ZozKf2w6MOqMumZDmVyZn5bu7vAn+L+Ro5xdlAF/EqvQZaQ2r5tHFkbKVGx1ZpdMUqsa7V8ByWDTG34XUcYU09B3SDskqFC5CT4+/c6PFyZa7y/oA6Pg3W0JiWr9qoGF6hybY04XVWeXNmxZoNao0u1/DKtdrotbjC9xgNe6153sRACd8sVenR+mLe7lQb/mtdlclF3nSFyNd05iHA9XIyrU/Ulta5O0SwIJyZf3NqRttHPvIR5UCMJpx/Toj4KY0//dM/FUFRRL8vQQCBRQ5s8njIIZ8JOdCEN8sIJMm/4hWvEM4833LKaSZBD/Lu8UYagRZtfDEN9QSmnObxe4mcVHHS1/XGJXJ4hPOWW27Rb/3Wb4mAGH0Jbmj7zd/8Tf3qr/6qOMki0KPuggsuEMHMNp9wfvKTn0xffFSWZdLlYW/k8Y2rjMlPhMAPMRaEPaTUDRJ1BDm0E5TlNgKZiEiBS7abIJMTOgJG8h/96EfTb3rSJ59o8tMnfD6Sz81Shz4Ea+DCT90QMML/oz/6o0lvTjnBnDpoaMj/z/mGAm7oRl2mjRs3imB369at+sQnPuFNwaOCH7wXs58gD73HxsbU8OY764TPbPJboMhGLmuBOSaIBovzHRznNuaNOWCOkEU9RODLz7/w6PYtnkfqWAdsSvDlPgSbBN/MERiDGfJZj5yiojt9sJN+6AYvdRD8nGqyBihnQi6fkeUElX7Izv3AGz6Ca05myddUI1AjsHQQOKN9lsoeW0+huZ4B9c2002tr2NlR05jJLqbK5cslO58aG5dWrFNj42ate/712vzS1+jKV3+bbnj1t+vam9+gK17+Ol144y0avuhKafU57rNW9lZlb9UO4zJLAyqTgyg5+FAxrNiwWauufJEuveWbdeMb3qTrX/VGXf7iV2nTldersYbgYIVUjEjuM9xsCJIDulUXPF/Xfcv36cpXf6dWbrhQhYNBJWfYDrGDUWlEjZUX6Lpb3qTrXv8WXfKiV0gO3BqSNi0b04piSIqW9bOOay/Q0KUv1MXXf6Oufdnrdf03vE5XveJVWnP1DYpzLpZWXGBe226Zwy3LtRDHUxpqrpRa6+VIRzr/Sq29/HpdcdOr9JJv+nZd98o3aNO1r9DaK1+q4ryrpGUbPP6QwjvKDQez8n/0Ky+8RDe/6a168Td9h5atuVBlNFRKahmbxsgqXfGaN+uK175Zm656kcrmmFq2q+n5anmGmqXnZPlKXfGq1+ryb/8urTdmcpAQ9C+lRhT+z3FUKldow1U36oWv/Xa95FWvV7d0QNey3UWh0k776guu1BVv+F5d/vrv1dj5z5c8Rqss1CqlcmhYKkzlMo1uvETnXfECXXnTy/XS171Rr/zm7zBGb9DGa29W63k3Sus2S+WopKblOnUAXIyu99p4s6755u/UBS+7xe0tFY3Sq00aGZKshRQNrbniel31urfomle/WWPnXKrKEVlRmb0hi/Mfb2SMXnqDrnr5t+j6l71Or/yG1+oVN3+D1jlIDG8+LPe4w60xaYUxPucSrbz6Jl3+itfrhm/8Zl198zdp8ze+Tiuuf7l07hXSsnPlhaWhckytZsgwqSxZX+PS6vM1ZF3OecUtuvR1r9EVr3+trnzt63Tp69+sVdfcLI2eo9GR9baw0LqR5RqJIc9GoUYZKi2oUGnMl2vj86/Ti7/9rXr+N32LtG6T1PJcua00d7MIYxBqDA1peHjYWBQqomE9Gv004DKPwv8KSSegcPWxt9uHx7Tp6ht102u/TVe85JUaY3OjOayqaEle81UVkuXE46hMYzTM0yCYdDv8nngNr16nq158s1786jfo6pd+g0bXGzfzCZnWN8lD18Lj00+FeIX/DJKLfs/zGCMd46VOHl9qlFJJgFwNaYXn/wVveIuuePW3aPnGCxVDY5ID/k0XX6vzrrtZ5YbnSeUqScucNtXtdSVjGlGqUBjlkIsiHxGS61U25InpU+HBXOcW8ypRqH6dTgR685sWRVpLEmWc54U64cjDQ0obzjIpRLAVESkopEwAQApl/uXLuQ6lQacfvnPPPTcFZ3xTKMHW29/+dr3//e8XwQwnhASIP/MzP6Ps4BNYcfp43XXXic/uEXzwMxUESOiNXuhJyvgEBIw9Pj5OUTx+yTe0fuxjHxMBIF8+8xM/8RMiyPzwhz+cvryIoAxmTltbrZb4XCDf3kpalv0gET045SO44cTvr/ukFp3f8pa36Cd/8ifFt7FyIkjggSyIsd74xjfq537u59J4BLJ8yyonasjDHj7LCi8BNjZjSx5r6eIRAAAQAElEQVST+mxXzjNf1HE/o44ADhzQgVM9dPjpn/5pEWAxBvb8zu/8jvgMIfh+//d/vyjDT3C2efPmdJK5Zs0aERzzsy8333yz+O1N5EN8/pOAmhNOglPqoDEHhQSj9957r8CQ37MkTxtEgAdWP/uzPysC2F/+5V/WE9mPXdgIIeM7vuM7xPisk2/91m8VJ47IIFAksOSnWyL6dxUCOH679K1vfave9a53Cex/6qd+St/1Xd8lvi2WL6xiTumLbNYJKTw/8iM/cqwP+vJYLJsMESH05jdMwRrsN2zYkB6vzmsdXZFPIEtgj64f+MAH0jf98mVNefMBPogxM4E1p+BvfvObRfCf6+u0RqBG4PQjUJx+FU5Ng8ruGWR/LQmyS6ZGVcluWnLIUn1ZqLLjVtkxrOxo96BiSD2ouUzdxnJ1m6PqNUbMNyyVJhzUsJTHOZqGLNW7DR6faAgaskMwNCpBOOmZ7OLLOoa1g+S8ounETmdhmm9PeoaZaE91Qy6MSNZRjOP60jUetW8XFlLP2FBrhcWuUBofHYati4MyhWUIoqcFHHtT9hhN94Fa1sUBabRGVVn3amiFqiE7GQTMxkvYbB36es5j4PE75Yh65ZCKokAjc5SqrHPXuLZNwla3hFv6xLgm5Hk+5P5yf1GW+uLFyzzGoWu9usyNecIBQxSut9NtYCRkF8adABYd0xiuFq95HRueSwcwahoDp2EbK+NTeb4qcGN866s0vvtYhqyvgbQQ9/G4Su2Fy/13OIFk3q7XSrcxagxM6GfdwidU/n/VzaXkds3jWXq8IdvTbBovbE+8yLVNjZYq69czZt2m1yMyrWvCBh2hNJdDHt38/tt/k3edx6noPzSkrqkDcUJPPyjh0/TaKZJ11ixhrflX2BbRAqbolmkel5CO81NQfhXOZHL2hG+3P6bPPJPrepbf8zpK5LFT2XVc01DXp4c8HYDjS77v31te0pd0XtaxsuvcP83nwnSQJ3d7UqllnrSvdxcsgztOZYwrr5VEtoU6GdPm6Aq1Vm1QMbZGvXzN23YcYXc99nbVsfzxTOHsILnoN7yQs2fh++wxKQeIOMZ89o+TFx5VLArmtG8n64BgBgecL5UZc+DByQ6BKG3IoIyTvmnTJvEZSk5xCMY4mfrhH/5hEdDhjN9xxx0iEKOeAI4vhmE8gglGI4gg4OCRVQKDD33oQyJ4xElHB049165dKz6XScCU9URvAlwCGL71lkd1CTR/93d/VzwuS8BJ8EFwsW7duhRAoDdycPw5CePkEB1arZYIyAgwOAHkS2GOHDkiggv0RC5BMMED/JnAhi+P4Qt46E/QxmkggR6nogSr8KIreJPHXoJAdCG4oY428uBCUAxWyKEN3QjiCRTf9773pcdeCQwJPvNpJ0E8YxMsUv/7v//76Vt3CUAJejnhg5d6Hh3mcVjGQj5EQMsYBP58tvMzn/mMuL+BG8EVctCXwJqfL8m68fMqYPmLv/iLQh760baY/QTdrCH0Yc2wKYFeBJCMCdacwKILc0fAm0+amQvGYZ2wycCXUPFlPocOHdIP/uAP6o//+I8FFswFdoErKcE4c8ojt2xkMMeMjxzWGwErfMwB+t12221iLbCeqWfNsc5Yu+jJ6fmP//iPi02VN7zhDSkYZ07Rn/klpR/XBxsoBP/YMHjiT3tNNQI1AqcXgeP/651ePb7uo0ccd88ijue5+UPclLnRRRxv+7ortUQHiAhF9OmJVDwRbhGRAlDadIovZGR6puYnom9bRJyidkp2Zr0i4qS4RcRjeHWCV0QkHuxlTUJ6Cq+IOKX+Og0vsFuMwACK6GML72lQ85SGZD5xoCAEZQeJfE1nNwI8FoiFrAECCgI1gpT8KCxtOM0Q3yaLE/+e97xHfN9AXi/IwNknKOTRRhxrAiP6cqrENfHyl79cBAU8bvrFL34xfQMp3+pJYANfdubzZ/cIFDi943FMThr5bCY6cGrJo7g495xcEQTLAhiH69DZFOx83/d9Xzq14+SPgJWTsu/5nu9R5mGNE2yiJ5/pJM/nBOlPYEuKbIIoThA//vGPi8d0eTSWkzy+7RWeTAQ/8GM7p2cEM3xGldMygmf0hxc+7MjBLXh94hOfEPigG8T4pOhF8P7Od75TBJ7onIMmAkVs5BFO8CEAZU4YA+L07bu/+7tTsE2wz6PBBEfIpJ2gHTwYn+AZ+9GfTQTaOcEjkP293/s9EVizPqgn8OPnVvhsK/PAiS260QYRuBO4cZqMXU9kP8E3/dAHXMizJsCcgJlAj0ddecSWoI7NDvAhUCQghJ8NCgJTguPf/u3fFv0IfMEcHOGhDxsSpJQ5heQUls+MIpt+rOtXv/rV6f9I5onPgvJ5TDZM0IN5JwUjNgHAGz0JWJkHHskm0OXRZDY64GW+sAt+xuXUlsd2eZyXcamrqUagRmBpIPCcCTiBOyJIEkUcz6eK+s/TQiAi0n8gCztHnLh+Id+ZXo7o2xnRTxfaw3+I/Me4sJ462hbW1+UTI4BTDQ22LgX8IvrzHnHiFCd2UGfy6I0zxxqgXNPZiwBBBvM9aCFBQ0SkU61cz4kWeZxsgg8CBZx3iJMp2jht4oSTPHXIJg/h7EeECFIJDqnDqc88WQdOfmhDbg5kNm7cSNUxfQiMceIJRAgo6ItO1MFIX8rwEdgROJCyphmPdY0O9OOxS4KjiBDBBv3zNUE/Ag7q6D8+Pp42zLAFYhwejaWdgJlAhJNQUuoYgwCUUzL4wYR81pPTv4gQPPDTTopepATy6IDO4I/cfI+JiHTKCx9zkmWiO3ZSz1hZP8oQJ8QEa+TBGh0ZgzK6M1YOjhgf7BkXnDgBhw8Cd4JEHjelnIl1ke0gqMM29DiZ/Xls7GJtIIfx6INdlJlL0kHi1BL9qMNm5MNHsMqYbCSAGViAJ/gwR6S5D/3IE8QijzwYHPIJKfZRHrSPE3XmDD3Rl3ZwQVfWPmXwRRfGp8xaIwVnUvABY/TKMqivqUagRuD0I/CcCjiBOyJIEkUcz6eKgT/cyKCBqhNm4VmMTtjpGaxcbGzanmgoeBajJ+pPO/1JB+lEdYPtp5JHNv/JQU8kB97F6In6n2p7HnuhnFyf04XtT7Z8qv2f7Dini+9k9jH32aE5Xbo92XHREzvgxwnC2SLFBupqOnsRwAFnrrEQJxiHmDzBIG15XRAY0E6QRR152iEcdpxoAgWIPMEITjcOPGWccuTSl4CG/gQAyKU+rzUCO8pZp8E8jjzycfrpz6ORBBm5Hl6I9cs46ApfDrqoR6eI/v+r2PilL30pbUjyqON1112XPoNKQIFMZOWAg3HRG6IePbGd8SlDnBJC9MdmdCB4QV/sASd0gBd7sR/9KEO0k2Ye8uiOzgRX8FNHX4g8wSNjoR9l9Bnsz7jUZyLIzMEVumFPtpU5Q3/G4Z6QZdJOQEUAn+XkvlmPXM98gg31EHyL2U8/xiLNBH7kCeaYQ+Ypoj9n1IM72KI75Wwz+kJgxthgBhYLMaAPdfAQHJMyD6xVAkPwYb3SBm+mzZs3p2/Fpcw4pOBCykk8doAv9lOH7YxPPhNtzCfysS3Xfx3TWnSNQI3Ak0TgORdwgkvE8Zsr5UHiRgsN1i2Wj4j0H2rEidPF+j4TbREnHjeiX/9EY0T0+SJOnD5R/9wOZoOU65/plDGeisyIE9sV0a9/KrKeDi//8UIL+1IH5XrsgnL5qab0hZ5qv6XOj5NxIh3BDsfoRG1LqQ5nLSLSl8lkvSIineTQpvp1ViOQgxWuTdYsAQMG44CztgkWKNOWneeI/kkl9dkpx4kmUIDI04YDvzB4iQjh1COLQIIx4KVMynjIZDx0oo7riDz9kM/JJ+XcNyLSZ+yogz/i+L0TuaxjgiaCBMbENvgIrl7zmteIRyb54hnq4CPldIw0E+MyPkTQAG4ERMgncIA/B+voxZgRIU5F0ZcAg8AGHvpiHzhF9E+SCZLQj77ZDsamHyl90Zv+OdCingAHORD94SNFXkQI7OADUwIg6ilD6JbtARc+x0g9vOiPzZSZQ8ZmbuBDh9wXO9AX+5GPbWBCPbjAt5j92AsxDnIG9SOYQ3/GRx6y8/xE9NcROmMzfOgLMT6yGB+5EHlwQQbliD42BPnIpg9rPyJoTusJTJFDBbbxUyfIoAzu6JJ158ulwIy2TNgeEeneCj7IynOHbHTOvHX6XEGgtnMpI/CcDDiZkIhIgSL5QYro10f008G2Ov94BCLi8ZXzNREnb5tnecpJRKR5i+inT1nAs9CB//gyRcRJR4yIx9gSESflPVlDRDxGxsn4ztR6HJWIOKY+Dg1OE07QscolnsHhWugsLXGVa/WeIQQIaHDSIyJtMhAkyq+8JnCsXTz2DbXcNyizXsgTDFCmXw5GSKnLzjwBGs48dTjc8BLA0Bc5g447ARDEdQUvwQ39IkLkcdwJHnDW6Ysc9GeMiL5zDz8ED9ci/LTDx5jIph/XKo5/fmwUvdCZvtlu8hDXM0EHJ4roQT8CInRHD07Tso3gAj9j5Dx84ALe9EUmZQIYeKlHP2TRTn0OZuDFDvRmDAJl5od+Ef17D230p54UGYwNhvTFLgIgxkE2tiMXbEjBhRNO8hGRfhaFwBO+iEiffSVwhA9c4QMLbMBO7Ec+49JGHeOiA3qezH7sjejbEBFCP/ozLjhDlCFkM4/kM6EzNoMVujAmMqHMQ0o540I5E3NKH8pgiBwCa8ZFF9qwAftYJ8jIuAzqAg+ywBZZ9EMf8ujHmo6IdI0xBnhgo+pXjUCNwOlDYMHIxYJyXXyOIcB/VhA3dOjpmB8RKejJfSMeW871z2Qa8eTGwDYI26BnUocTycpjkEKZh/wg5fo6fXIIMIc4IjhhfNYpOy1PrvfS4cIZglgLS0erWpOvFwI4xsw3xBg43aQEFawB2lnbOOzUk1KPM01QgTNNPc43wQgBUURQle65Ef08FYwBXw6Y6E89dcglz7iMSRtBEvJwzHHkyTMG48OLvKwv/NRlfWiDj6AB+ZSRkQMs+hHAUGZs+qMX8rl+aSMARSZtYEBAxeOW6EGZYA7ZtMOXCdnYgd4QOsGHPYyFXuhDHbzU0Re7SSECEupzHXZQz7joRQpRR5kUyvmISMENgQ62MF7mRzd00oIXPLmKPuhLSj/sACt0J7CCDyzAC3mUIXjQnTx40o+xsBV52IQMxqKOe2buzzjMEe2MSz1YIwuMkUV+IdFGHbpknJBBf+qRyXjkIXTMsphT+jA2QWZEpC9oQhbzC39EpLWMTPiwA9nIxB74IkLoiizqkY8M+iADPlJ4wCMihI3U1VQjUCOwNBAouJlwAUNc7FzAUFbvdLdnPbJOEZGquPHwnwk7cPkGzA2G/0Ai+jyJcWn/Oe3acXOGIiLd9E9FoYhTl3Eq45+oL7ZBEc+ObhH9cRgTyjpF9Osj+mmur9PFEeCexD0IByMihBMFcT/AKV+899JrxTGCImLpKVdr9JQR/8ScqwAAEABJREFUyNc4gQedOSHklIZHAHH2+X+K+YZoxyEmhSci0okTMuCjHr6I/hfW4HRTBw3mswzqB4m+EHXI5P9H8guJsQfb+H+TOviop0x+MVm0RRxfw5SRMagnMnI540Nd/qwiARNlxoTIZ0L/3Cfrk9tyCg4Zt1xHGhFCH2TQTiq/yDtJb04TyeS6zEOKXqRZJ8rwQoN5ylBEHBtPfjF27pvtd3XiISWgIs2EDtgIb0Qo45PbB1N4uP9l+fQdbCcfEWksbBgcizJzFNGfN2Rp/oU8dJgvPiahDZsGKyP6MqhD5qAs8gtlMTbzNSiH+aUvMqCISEG8/IqIZIP8gs9JCiAjItVnuyKO6yG/IiL5MYNyXV2/awTOaATyfYeNdq6H/P8LvhGxG4SvhF8EZWOXWnuRbybcCLgpRPQv2Kzw6W5nd4udMf7zBjxSdMMBJbjkW+74CvWIvt4EoBH9fESdRtQYRDxZDGq+iKWFATdXbrY4iDhifLMiN1u+YIIvNYlYWvpG1PpEPLcwwPmN6NvMN7HyfxJfcsLvRkb06yPqNKLGIKLGIKLGIKLGIKLGIOKJMVjs/5fTHZ891fGL7du3KxNfSz1IW7duPdYGz2Ab+WejncczIAJMUoLOHM0TeEKUSdnVwkEFBHbZ2P2LeOIJjTh9PAT5i1HE6dMt4onHXkx32iKeWEbEyXmQsRhFnLxvRN0WcQZjYN255iGucXbuIiLtcLNBxjUecXrtW2xt0hZxevWLqMeP+PphIL8GT5w42YkI1yqdtEREndYY1GugXgP1GqjXwFNeA/Jrsf9fiMsyEZMN0rMRn+WxSQfHJn+i8Qt+yynThRdeqEHiFCG3kQ62kX822nlOn0cxSAEewtkkuCSw5Iejv/KVr6RvPePR2l27dqUP5BOg8lkIjpmXMuFIL0ZLWXd0W0x32uA5FULGYnQqsuu+vfQNf0sZB4JNiKcZeNKBJx54bJFrm99kO926L7Y2aTvd+j2T49eyHn+9sAmyY8cO8dk+8n/4h3+YHonkS3H+/M//fMlfX/WcPn5Oa0xqTOo1UK+BpbAG+D9lsf9fiMsyEZMN0rMRn+WxSQfHJn+i8QsH0Ev6zY4xJxkEmijKqSUpFBG6//77xTecUYYi+jvKOU9aU41AjcCZjUBEpM/3cGoov/J/Bs7W7xqB04oA/0fl/594zJuf82Az5OKLL/566lXLrhGoEagRqBE4yxE4m/5/KdiF5zHVQeJEIdPpbs9riUg/50lxONGRnWTK6M+pB3k+58m3WTJRlJcyYdditJR1R7fFdKcNnlMhZCxGpyK77ntmIkDQyVMO0Om2YLG1Sdvp1q8e/+uLQP4/h/+PID6/yTdzMipf8EBa03MBgdrGGoEagRqBZxaBJ/r/5XTHZ091/AKnjUdTB4kTxUynu51AkinEySRFT9KIIEmPLGE0BR67JYXIR/R5KC9ViohFn+teqnpnvSK+vvpHfH3lZzvqdGkigBPP9Z2J8lIK5CLq9bk0V86zoxXfGcBI/P8E8VEPAk7q+b+TtppqBGoEnmUE6uFqBM4CBPh/BDP4vwVa+P8L/8cQEw1Sjt1Il1p7gQOX6USOXG4jPR3tgAzgmXI5ItLXZLMDkEFFRxxTHrtlYvjcFzovZcp2nSxdyrqj28n0zvXwnAplOSdLT0V23bdKn31eyjhwvXN9Z6IcEceWw+nW/ZgiJ8mcbv3q8b++a5z/6PlcMf8PsQT4eAdflkAd365c4//1xb/Gt8a3XgNLfw3Uc/T05uiJ/n8h5skExvwfNEi5jXQptNt/K459NiriuCOXlTbDaW9HlwwWXwZEmWCS4BJHlDx1EZG+wZLIXn4ReEbEoieIEae33Wou+o44vfpFLD7+osq7MWLx/hGLt1vEou+IxftH1O0RZy4Gi06+GyNOr21WYdF3xOnVL6IeP+LrhwGTzy40/0+S5wuteLqGPBTx9Rs7opYdUWMQUWMQUWMQUWMQcXZhwP8hi/3/wv87mSIC9sdQbiONONZ+jIf6TBFf//bi2Mh1pkagRqBGoEagRqBGoEagRqBGoEagRqBGoEbgGUSgDjhPBGZdVyNQI1AjUCNQI1AjUCNQI1AjUCNQI1AjcMoI1AHnKUNYC/h6I1DLrxGoEagRqBGoEagRqBGoEagRqBE4MxGoA84zc95qrWsEThcC9bg1AjUCNQI1AjUCNQI1AjUCNQJPGoE64HzSUNWMNQI1AjUCSw2BWp8agRqBGoEagRqBGoEagaWNQB1wLu35qbWrEagRqBGoEThTEKj1rBGoEagRqBGoEagReBwCdcD5OEjqihqBGoEagRqBGoEagTMdgVr/GoEagRqBGoGlgUAdcC6Neai1qBGoEagRqBGoEagRqBE4WxGo7aoRqBF4DiNQB5zP4cmvTa8RqBGoEagRqBGoEagRqBF4riFQ21sj8OwiUAeczy7e9Wg1AjUCNQI1AjUCNQI1AjUCNQI1AjUCfQSeA3/rgPM5MMm1iTUCNQI1AjUCNQI1AjUCNQI1AjUCNQKnA4EzKeA8HfjUY9YI1AjUCNQI1AjUCNQI1AjUCNQI1AjUCDxNBOqA82kCV3erEagRqBGoEagRqBGoEagRqBGoEagRqBFYHIE64Fwcn7q1RuDMQKDWskagRqBGoEagRqBGoEagRqBGYAkiUAecS3BSapVqBGoEzmwEau1rBGoEagRqBGoEagRqBGoE+gjUAWcfh/pvjUCNQI1AjcDZicCSsGpqairp0el0Ujo9Pa25ubmUz396vZ7gG6w/evRobn5MOjExocG2mZmZx5SRVVVV6kO+2+2m8Qb7pEb/gW92dlbtdtulx77Rhf7UIoMUmpycTPLIDxL2ISf3oT/9oFzHWLnPkSNHcjal9CUDDtDevXspPoYOHDggxqESHChn2YzDmLRB4EK6a9cuEsGXx8hpapj/Q3/wmC8+5WQhLtlW6hfainDaGZN8JnTMemNf1ifbQF3mffTRRx8z72CGzNyOjaw18EIOKXWMyTiZj5Q29KSN8sno0KFDqWkhH/LRG/nkGTcx+g+yqcvkKmU8kHP48GGqEqE/MqhPFSf5Ax9N8JIiD/l5/qlfaCN8EHwQ7fCDG/WDlHWCJ9cjk/zCPpkH+2nPujMG5YWU+Qfr6cvcInuwflAGOIJr1mOQb2Ee3sG6E4052I7OYHoiPnRAL4g8/TIf/SiDYdZrcGz4ch/4IOwkXYzog2wo8w3KQpdcDy9tuZzvc/QFr0FeeBaWqTsRIXfQFngogxN5CJuZO/KMRZrbGZ8yhE65nXLmYQywo+5spjrgPJtnt7atRqBGoEagRuC0IYBzkR2J0dHRpMfBgwdTOjIyolarlfL8wYmJCMFHPc4JjsjY2JhwWnCmSbMTvHz5ctFGgEDA1Ww2UxlZOF55XJyaoihUlmUajz7IweHav3+/eEWEhoaGUhCHHtRB6I9c+lNGBn0h+NGTemQxHuM2Gg3RBwds3759aUz6QdjT7XbTWPAy/ooVKxBxLGhifMYFB2jdunUpSPzsZz+r22+/PfGuXr1ajEMBHCgP6pj1on3Hjh0k2rRpU0rBA90YBz2pBFvmBTvQMyKoflIEFswBOuN4Mja6YB91eYxly5YJykJpIw+OjIk+6AVG9Mc+ZGSCN9vA2sjrYP369WnesYv64eHhhC/8yGN81lqWFxFCPnqTyi/GwHZ40BF9KLspvdEV2/KYYI6e8MFAGxjQh/EZk3ryjANRjghF9Ikyc4/O6LFy5cpjmy1gQjvys2zKEGMQrGBbRFCVCH1Y2xGRNk6wCT0iQvCjX2Kc/0N7Hps5Y0zq0BUsGRed5tmPJaxz5CGb9QkmrGNsgIk2UnQnRR66kYfII5uxIOqQiT3gBbbUw0MbFBFpc4d5oMx8Mj75xSjrgDzsB7tBfsbEVtqphx8csCWPTxs6R0S6lsEKm+gHH/m7776b7uneFRFCT9ZSlgEfeeykH8zYSboYIQedIPLYgKyIELqjC/Vcu+hJG/K4llgLjEk9eMFL/zw+fOQX1sGPvbRDEZHuNawV7meMh23ghD3wMBfMHXnWA/1pZ2NmEHN0QhcwQzd4kIEOrCX6s36wjfzZRsXZZlBtT41AjUCNQI1AjcBSQADnAkIXnIgPf/jDeuELX5icbhygiH6Aeckll+hbv/Vb9Qu/8Au67bbbYE9BRESkYAuHC+f8z//8z/UN3/AN+qf/9J8mHv4QIODI4GThvOCw4NBkh44yThROTT4txNFi/DVr1iT5tCELXSP6DmMu0xcnCqIfZdpwukghZOEw4URlB4vy2rVraRYOOfphB7pRiVPG+PDjzGEDGL35zW/WK17xCj300EMpcGBMMPnn//yfJ3x2796d6pGBvVkf+LADebRBYHPDDTckWZTRAb3RjfEJ1KkH21WrViWHmv7ok/Wk/WS0Z8+e5FwzDtjheGJjRKSgjjrk4HiiH+OTl1+MD15Zf/QCRzDAqcV5htDN7Mlm9CWAftvb3qYrrrhC9957bwpEaMd5BUP6IBdenGDGBxeCasZCP8amjrHkzvRxkoJ+xqYPtlBHnrmnjHzqsIOU9YRdtIEBOlBPO7KRRcqYEZE2TrJu9IMXnSJCjPGmN71JL3/5y/WXf/mXaYOEdmTn+UIudaxtbEMWZXhIGYuUNmxi7UeE4Ec/2phbAhQwyNgy58iiD7piR5ZJPbrmsQlCmVfWNPLgZR2DL9fvG9/4Rn30ox+lSYyBTDBkDIg6ZDPf1MOIDMYlD1GGB17GRQfWBuPSjzqwh3cx4vqgHR2wH1woMy8PP/ywKCOXduYh4wdPRD+Yp40ybfRDZ3RAR/T62Mc+pu/7vu/TL/3SLyV7aYOP9QX+zCv9GYd5pB965euAtpMR/Hm+kIsNjA8/upNH7vj4eFov4AI/7RAYRvTvobSBMePTFhFpYwZMwZm5AQPakAt/nnfsZO1zP4MfHvBHHjbSjr3Ucx+J6GOHXpkfTLCbNCLSphzXKDayPqkHK/LYhqyzjYqzzaDanhqBGoEagRqBGoGlhgBOBE7bI488IhyXv/k3/6be/va3pwASp+nWW2/Vv/7X/1o43f/yX/7LY+rj0OQCj09+9atfTUEpzlBuw7HCkcIBwoGhTDuOEA4MTiPOGjw4VzhTOFfIy204XIyDjOwkwUcZJxuiP7IzL04XThN89KUdWyhnB4p6HHIcRvLYT4pcUpwwHDzyOItf+9rX0knm/fffT1VyCiNCf/EXf6EvfOEL6ZQQHWhET+yAGBsbGR95yIXQ4+KLL4Y9OaX0ZWxSTkZpAAdsIU9/nEvyT0QbNmxIwQx40B/bGA/59CUIYRwcT/SDMg55nuDDbhxW5gKbIOYPWWAZ0XdQ0fe8884TvATe4Ip8ZKADKUQdvMw1WGATwRX1tKNDdoxzP3iwm7Ej+g4zNmELfenH+kUn5ESEOH3GJvDHVgI51hzykYONzAk20BdZ9GUs+qEbKbIJ3h944GxVOM0AABAASURBVAFxWsZJEljk9R0RKZhhHPqSohtjgBP9IyKdRJFnHFLWPhgQHKIbddhIPXbTRh1jcX2SRzY2EhDRD3sYB5u2b9+eTmEjIl3DzAP20A/70Z3NkfzoM7KQTV/0JqUMP2PTFx70JQ9OtEX08Y+ItDlFPXZC6I0csId3MULvwXbwxjbqzz///NTE+GTQi3GYJ8qMQZl8RKTNGGxAV3Tgukdn7MBmNj8iAnax9ph31hj3DcZkjWfZrAuuicS8yB9ksz5Yf4wFK+NzXTMv5KGI/mYG+DC/6M548JPHDmwfnGPkEeDlemwDg4i+DeASEemegQzNv+iDXuBPfUSk4BFMYUFfdIOPcibasZuUccACnNCZdUY9WKE32OZ+Z1NanE3G1LbUCNQI1AjUCNQILCUEcD6yPjgaOGF/7a/9Nf3n//yf9eu//uv6+Mc/Lh4X/f3f/339vb/394Sz/R/+w3/Qr/zKr6RuOFtkkPNd3/VdIhD7b//tv6VADCcJpxfHHMcJZ4cx4CdPOykOInVQRKS+8PE4Js4TzjIOFu2ZkIvMXIYHRwhHCueIepwunCb64kAhi3ocMZxMHCjK1KMj+QsuuIAkBU3IwvGE6I+8z3/+89q2bZte97rXJUcOZvQkxbnMeFCOiBRk4LQhH8eSeviwG6yxkzYwYAzaM+Uy8hk715Mig3QxynLBmf4bN25MATF9wArnF2woE0wxhwQ7lCF0Qj/4wBRebMAeyjjI6AEfY9EHQg4pQRd9yKMDaSZk0I96nGv4CKJy4AUfGCGLNYejSx2EThGRAkrKOMqk6INe6MT8gh8p/MwLeDMW8836ITCAkE1fZEAEI9iDHOqR8bznPU+c4H/5y19Op/3ZCUc/2rMt9Gc8Nm1IKTMG7YxNGVsZn7qIEIE5utEGwYdN8FFmvZIyDhhhI2uSfoyRrwPWLv2oQy/sQAa2sBHwgQ98QF/60pf0Yz/2Y4hLwQrziVx0IQ9mNEb0g+iIfoBDXdaDPHxcH2CEPswVhIysD3yLEXqiH7KYkyyLPsjBBtrQjTrWJn2ohx99wBZMGJP+8IEfvNRRRj/mg7FyHf24Z1CmnTXOXMMPH5iQX4zgYf0yLtcTawJ+5gAdyLPOsQEe5oM6CDuoZ3xkQNjJusA+eLg/ZTmUIfixG/5Wq5UC/ohIT2nQDj/zAn6MCR/12EQ9OjM2sqmHGBc9wYQyRF/qmVPuoehEGZwow3O2UXG2GVTbUyNQI1AjUCNQI7AUEMB5yQ4J+lDGacJBjYj02TLqcTBe9KIXiZPNn/3Zn02PHv6Df/APUuCl+ReOTiacFKqRTR3OHw4MTg8nRTg+tGeijTxBAelgO44O9dkZxJGCB+eNcZCZAwb0zI4UjhuP5dEfPehPHkeV/vCSctoT0X+skTLy6IvsLIv6TFkWZRxW0kyMQR4HGLkQ4+HQggGOIk4bddhMcIWjB+7IhS/bhxzkUUZvCIcQXtqeDEVEOvmBF7s4KUUOZeyP6H/WjPKll16aAuitW7dSTHOMTjioBHw4qRBywBumiEgOL3piG3W0ozN5nFPsJM+6Qg55CHwhsICQTRCVAy94CViZZ4IFZNEvyyYPZX3JI4dTPvJgiV7YQBmsWXvYA4bIRWeCA8ZET/pyChgRKTAHL3iRhYxzzz33WJALfvRBBu2MBQ+BB2NFRPrSIWxkDOadduSRMj66YQ9rAL1YT9hAO4R8+CHKBCiMRZ5ND06RGRc+1ixl2iCuu5yy9sijK/qQZ55IkY1MdIFYY3l+SSMCtvRoe8r4D/oyLtcHeR6jZmxkYiv6mO0J3+DEvCOLdUkZAgt0xQZwQhDtpOgYEWndUYaHdUNKmWsPm+BDD3QEU8qMBQ8EDtxXIvrXAPcK1iht8IEJ+cUIW++7776EDeuBDQB0z3PNfZRxsA85zDXjMFfYRT260gbRF5n0YR6og6gnhcCFPsignO+VyM74Yxd8tDM3pBkL7EIecwvWyAIbxmRsyvCDJzigB7hQRgZtrEPSs42KUzaoFlAjUCNQI1AjUCNQI/A4BCLiMXXZMcNhwdnIjiqOE44czD/yIz+iv/W3/hZZ/ft//+/TI3yp4D88Vspn3P7ZP/tn6YQwy8MR+qM/+iP9/b//9/X93//94nOQr371q8VnRvminezI4HDfdddd+sZv/Mb0WTkct//9v/+3/sbf+Bt6wQteoG/6pm/S//k//8cjHX9HRPo8KU7Tzp079au/+qvpBAr+n/zJn9Q//If/UH/2Z3+WOsCDg4xcKnhs7/Wvf73uvPNOffCDH0x2of/VV18tAmqCB2zACcM5xKnjFPfGG29MfcAJOThqOJA4eQRJnPB+6EMfErK/+Zu/OeGEQw4vOuTxkQnRlzaIsUj5jOhv/uZv6ju/8zt1+eWX6/rrr9cP//AP6//9v/9H85Mi5HIy/TM/8zN6wxveoFtuuSV9/pTPm2ZHNSKSLOb3p37qp9I4fO6NwAsMvvd7vzc9Vo3dX/ziF1MASwBIJxxX1gZ57CBl3YADc4oT+4d/+IfpM70/9EM/pLe85S36O3/n74hTYnghMCWFwOi//tf/qu/5nu/Rt3/7t4vHurGZdYJzDA/yM36sp2/5lm/RJz7xiXQij+wf+IEf0D333ANrot/6rd8SdW9605vE5xex47/8l/+S2pgL8MYO1g790ZPHxxmTtfq+971PYEP7a17zGr34xS9On+GkH0Ii+vhhE5sx6AzWzBdPCIAZfPlaAhdswNZ/9a/+VVojrDfWNv0/97nPwZ4++0qQhW4R/TFYbwQMBBE8bcBniQl4/uRP/kTvfOc701rh2vnH//gfp80gAgVkIJBr8F3vepdYj6xN5BJ0MEe0cw1wPXP6CQ/6//Zv/3bCFl50hg/Kff74j/9Y/+Jf/It03fA5SXD+t//23+qOO+6A7QmJQJ9rjGucuWTOmU/W4e/93u8JOxHCPHHdkoe4JklZOwRC5HkKg3WOHnzenHsMp9GsFQIk5hA+8CfN88ccsd6+4zu+I31cgPn/7//9v8PyhMRp8Ute8pLUj8fpwQ9Z4McG3e/+7u+mR60RxP2POWI9c+9DTzY4sI12iOA4ItIj+9yPnv/856f1hm7gk699bOB6g/isNGuJx+fzHDHnYPTa175W3/3d3y3WB/dWxmCDBj1ZC3xen2uSPNcQ7cgGawJNruOXvvSluummm9Jc/K//9b/0spe9TPwfAO/ZRsXZZtBz3Z7a/hqBGoEagRqBpYEAjsmgJhGRTg5wMNlBz04aznI+YcLpJZjDucEpJNhCBvw4jzjm8BPs4OzRBt+P//iPi2CCNhwpHKC3vvWt+rmf+znlYAIHCqcL55cTLgJXHu1FFoEXJ044UPRBLhQRJMlJYwwCTBztH/3RH02B6H/6T/8pBawEEDAyBs43eb4MicAKvQjC+IwjARY6UIeThyycMLDCASNQIxhEDjLACoeWdMuWLcLWn//5n092bd68WTia/+Sf/BPh5CODPjh0pJTBCNzoTx3OPEHcr/3aryXHjqAAmwiWkE1AgyML7xMRX25D8EHQxOOWbBRwCsMj0Tia6MF4yOGUCJyZi6985SvJyWQzAKcUnD7ykY/o7/7dv6u/+qu/gj2dgBL8ZIc/VfoP9mAXGPMIKkEVWHKyw+fosAsnH1zhw/GPiHQa+P73v1/oi/NOcHfNNdfo//7f/5s+S4wNYMS6i4gUkGELa4UNBU7fCZRx4AnQGR9Hmk0HAiPWLIEAzvk73vEOMc9WN32bKHZwesmJNJj9wR/8gQg8CAgI6MCGdk5I6c/jyawF5gYZzDGBGo484xP0MR6BE/UEsPCxTkjBmC/WYs1RR6CGrfR/kwNj5hc5YMv1gs30w35SAjWuhQcffFAEa1wP27ZtS0E61ydY/Yg3hsCH65I+yCCI4PoEG+aa+aeNx+D5fDb6sGmETgQsBLVs9hBowMc1Sz15MHq9N2t+4zd+Q+DDl1/xWDYyCDqZX/ieiH7lV35FBFTYgQyCm09+8pPisX6+3IhrEhlgQQplHLguKTNnBHPYwNrl3sF1TfDKRgAY5nWe54z5wzbWAptE6MBaZ739o3/0j9IGFLIXI64L1jCbZKxx1jVjsSkBFsw9QTvXG/cA5uuqq65Kaxfb/t2/+3fHniLhmmcs9Oe+w+bHddddJ4JG5pGNE+5vzAVzwLisYWxljTLPzBsymGuuK4LIQ4cOpc067mnM83ve8x4xP8wzG0rc18GOjRg2p3L/fF+nTODPmmI9YwPXF/VnG9UB59k2o7U9SwmBWpcagRqB5wACOCiYSQqRh7ITRh4HhTJOKA4LDinOK20EETh32dEj+MMhxqnEsYMHfhx3ZOBQU0ee9Kd/+qdTQMEXCv3P//k/k8PDyc9f/+t/XTjjBATwRfQDCZxLnCh27TnRJOgk+OTkkCCVgI5+OND0g37xF39ROME4T8gj0MABJMhBHmX6wJuDRWzmlISxCEwZCyebkxGcPYIsTk7gQwZ9ccTAhzwOHjjQToozu3Xr1nQKiwOJPMoEE+iF80s/cAVT5gLnn89ogh1BBO2cwOHA4qjisBLoEbhx+sVpGDrSH6cTfmTkPI4ndcwVJ3Q4xeACFjiYBK3IJEj7N//m36Rvq4UfOuecc0hEwPPLv/zL6WSYAAJnl2CQE53BUxaY8xyTh8CBtUKeIPBdPlXLgVyec4KUPC84zPCyIcC3qOJgoyP90I+5JPjg9A9M4MU2xsk2EyTwLaRgzWeOmVOCI5zrK6+8Un/6p38qsGTd4LATbGMjJ3GsW2RCOc8J6cc+9jHxBVH/8T/+R5pSgM28cX0wb1TirJOyucEmBEEE8lmLnE5jE7IYDz7WHdcGen7gAx8QDjx4EowQiKM7dv2P//E/jm3CZBtZYwQzyGENMufkCQCQxVolUGKewI4gmOCdYBA+iLli7ZJSRh9STgZZE/BjB/PExgL2sBnC+oMP+yNCBFgEtDxG+ulPfzptpjDXnKQR/LK5QlBDH2jwOmVesAViXt797nenDYVPfOITIgBj3XEq/m3f9m3p1JZrHhnMOSmEHqTIIP2Jn/iJtFbRgU0S9GcjgvXDfHAtEnAxdp4zrs3f+Z3fSSfjzDX3B9YIa+/aa69Nn3OlH9c4Y0BZh3yNMT48zAGfkeXeBo6sY65V5otrkGuNwBZcWJPMM58JJthmIwbZWS9ONpEHH+uHdf/e975XBOFsFhD4RUR6jJfNN9YHc83aJYhGFvcG7mG0ca/O882csC7Z7GDeCGxZ39z/mEtOZwnw870OWdyXkAN23AfY2GC90JYpXw+kUK4/09I64DzTZqzWt0agRuBpIlB3qxFYWgjgnKJRTiP6jk5E/zFWAiycG3gg+Ag2Bp0OnDMcTk6HCATgwznCecIxw0l85StfSXX6EhNOb3CoOUUi+CCPwwMDO+s8ekgeR5028lsd5OFoElxxMobzhqOIPjiCPOJIoPCpT30K9mOE7vBlTVbvAAAQAElEQVQSxHIqFdE/LcUGvhQIp55+OJa5E3nqKcMHYRdjcRLBqQ9BIe3Qxo0b08kTeYJXUigi0mky/bI8dKGNYIyUx+5yEEgZRxj7sI1Hh+lLPWl2NtGHuttuuy09Bsfjv/xUDXUQAQ2PS3KaxKODzAv1zFPOc9rBqVtE0JR+niI/RssmQ6p8En8IBG6++eYU1DIuv9PJZ0XRMY/F/CAK5xqs3/a2twk7ce5ZN2CJY81cE3zCmwMO7CbPmuAxRZxj2iMi6UxAQ/DOqRL1EI9RI5M8GLGGyTMHzC1BAidjyIzo2097RD8f0U+pgwhu0BuMWZ/UIYv0Va96lSCCkrzZge1sLHCNYBO4RPRl8rgiQQEBAdcBMhYj1gvrlicGMh/zxNwSQHCila8dxsM+ylk/dCEAJohgXjjhy0EobQR9bBYxJ8wFdjAOwQqnXmxg5G9YZi64rnkkHd3ZVCB4gT/LJA++yIbyBgInzwRgtEeEOI0niOd0jtNL6vPcks/Emidg416C/pwscg3SjnxOMDkxpi/rGwxoQy4BJ7qAHX1yG3MApqwL1s+g7swV/XMdNjMHrKlbbrlFef7hYa2zYQaxscb6pB6ijnsea5enIvLYtLGZRCDMZgQ6E/yBJxsnzBuBLLqxdniclpN3AlpOacEDGcwDupPnkdjx8fH0E0VsCKAXutKfdmzhvklgGhHinsC4tEHoBg/6cl2Sp/5spDrgPBtntbapRqBGoEZgqSNQ65cQICjDeaNAipNFnlM5UoItUgiHlnb4KBM0kOfxQsrs8POYIk4MjhJOIsEEThC8OLQ4Veym4zzlQAEd6I/zhVOMA8nJBXUQpxk41zh8BFjUIYcUJ5HHUJHPSQZ1EDpweoPjRQCSHSmcUdoJhJCB87XQRtqxEx3JYzcOOXbg7OPI0pc2Thd4XA8ZOWCiPvclpS912MX4nC6hN3Kp5zFe+pMHM+wEI7DN40T0gxbsAC9OI8EYO+iHHQR5BEf04dSV0zecV9pxUmnDgcaRRW/qIWQS+IIZMqh7MkRwzJzBiy1gBkboTVDNeLTxmOpnPvOZ9GgmfagDB4Ij8gQxnFCxYcBpDHUQPOCEvjjV1HFiClbU42zjqFMPL21gg20ECWCIbbRDzANzhzzKgxQRaYOAuoggScRjw8gmSMlYYye6s2lCwE2ASYDD2ODLhgH6Eihw6s3aRBgBCNcDaxiZ1C1GjEHABA8y8lwSBHJ98kQBgSHzHdHXmTzzSB/WGwEzJ2pcV3wekXp4sIG1+bf/9t9OjzlznYAp7Zwo08ZnJSkzNinE50rZrMFmTkKpQxbrL+dJCXTZZCAwzuNSzxyQEhQxFwRYnJAzZ9TnNUMeYqOJwJbrjs9NUpcpIsRcojtYsYZoQxdOVPmcJ1hRx1pgXshzPyAI47FTyplYt+RJWWPcP0g3elPpsssuo+kYgS18jI087KSRNUDKtck1QbBPGQyxDTlgSB3XJDqxbiH0BxPGpJ3NBTY6uNa5/1GXiVNy1gZPalBH4M7GHDixvqiDuD6ZHzYXWBfMSZZPO/qiO5tUBL7Una1UB5xn68zWdtUI1AjUCNQILHkEcIoi+s4qTltWODslOFW5DucEZxVnlDqcLhx6Hivjs1kEnJwm8jgeASMnfvSBlz4446Q4PjhXeQycTXgg5DEGj0OiG3U4ZdRlh5/+OHrU0Y7TDw/OPWWINhw6xidPHYQOpDh/yMERJKUOynmctDz+IAboB1+WSX9Ob0gJAGiDIkLIou8grpzW4KgTfEBgSOCCs0cQ8YM/+IPpMWQ+64WcPE5OqcOJ5OSHz5HxuCbOM3jifG7evFk4nTyGiXw2APL4Oc2BBbIy0Z98DmrIPxGBBRhlLOHHDmwCj4j+uiI4gRec4IePADePSRmnnrniJIcy2OW1wlxTl/uyXpgf7OFxbB4J5fFBTrw4qeExRfChP1jRF370zHplWbRBEZECzoigeIyYK/rkwIV1RmOWy2YL4xDUgWtEiE0DPk9LAM1nRXnklsd9CV7ZXKD/oO2UT0SMxRrObYxDnvVCQMPpGfKwjXrWGrhFHLeBgJTgljXCSR984EwKMQ9sErC+0J86Ts/AnJPIwXrGop0AC/sZnzKETOaDPHrneQQfTvyoh5BLylgEwQSTbEhQB+V7AnmIDRDmirVDMEbdIFEXERrsR8CJbjz+yqYWwT/XFpgzPqd9zBf3AuxDHilEnvHAGjyRC755Htg0Yx2hP2uawBp++kHUkyILPngiQlwTrFva2Hzh87w8LUHwTsojv6zZiEin96w5xuX0lD48QktK4Ay2rEueEMEm6tGTdbFwndKGfswlPGwE5T60gRUU0V8z2Ac/bWcb1QHn2TajtT01AjUCNQI1AmcMAtlBwunIjgYOII4gzhyOZTYGZxanBWcq15HiUPPoLN9CCQ+77zhKOFF8hggHFDkRkT6bRB+cvTw2jhV1EA4hjl52uOiLM4vjxk48PNnxzfpSRx5e8hAy6IMTPCifetoz0Y5zSRm7Mm9EiDbqcx9syPnch/bcJ+tFHQQWpIOEXdgDtnyGkMcXCZQ5oeCEFmeUL9UhYKQfOpHmMchHRPrMLCccfIson9vis2mcqBH0I4eTFT5zxslc1pkxB+Vk2Vkm6bzOZJ+QOK0CIxzpjAdONnIH61hbYEcwGhHpS1WycOaNecJZxinP40eE0Bes8rySZmeZgAJnnUdC+YwbAQWnh3zxCt8UetFFFyWMWK95LHREPmsvY5LbTpYyZkSkn1E5EQ/6oD98YAEPTj+PTjIvnDTzOWg+z4d+bMbw+G1E38GH/2QEhll/sIHgZQ4JosiDNSkU0Zc5WEc9/NhMHgJzUuYPvckPPkrNHFLHePTNWJGnnpQxWMuUIeYXIg8xBtdyDnKzHbRBlDmFJs8ck0LIJs1EmfsEulDHmFk/ymBEHfIYk7o8D2yEcT0QQPNUAcR1wkYA9zhOQJGFLRHHg1bWK3LADJmZh7rMSx6d2KCBh/IgoQ8ED/XIZO3xWW3uk1y3rJM3velN4vFinpKI6M8ffSDw5NFvrhtOnbGTNUzwiWxOieFDPmuQeYroy0BP6iH0y7YQsFKXCTmsA2RTBy9yBvtTfzZQHXCeDbNY21AjUCNQI1AjcMYhkJ0LFCePU0IeB5kypxM41NRBOH44ItlB5OQEZwwniMCGoBMHj0CHb5QkoCLgJBCiP0Qf0uzokscZI4XyGDjUEf3gBAcSx4gUHsYjj0NGGeeRlJMaUnQkzbv1OVDFqWJc9MeJi+gHwDit8GMzzhZEOcsnj14RfX7KmXD4kEc5j0MeQg4y0ZcyRBDFeOjP44A8EgrOnBrx+TICFE4qsR/+bAv5TMhEN04rOLngVI9vueU0h8cXeaSO+vy5Mh4NxNnFfrAGA8oQMsEWmeRx8ElzmfzJCHm5DRnggEOLfIKN3AZGPDLIyQx6gyU89Acj8MHppQ5s6Idu2I6+yKUOnegPdnw+kEcieSSUIIIvYSHA4ItReGyRgJRxkI0M5EWEWK+MibyTEby00Y9AmNMt1hJ1OPak6EuKXejFekJP+mIv+L/tbW9L34bKt4MSYGz26TOfoSOPbPovRmCBzE6nk9iQDc6MzZwyV4M4oweYkdKBPHqh8+BmSEQ/KEFP2uDFTlKIJwmYC4gymJHm+wM60Ze1nNsGMQVzMENP5oG+EZE2cDI/PPnkG7nYBjFn8EPYiv7UYy91jMtYtFHGRmSiC/XUwRMR6XONXAs8igtxnbFJwfXFiTptebyI49c2MpFDCiE/Y8oY6ANFRHqKAf3hZ12S0od1Sh4+UurYBOLUFVl8eRJflMbnZDkFJ/jl/sF64lSXPhDzyzVNsMyjx5RZT6TcL1gD8KEjGGUd0JN6CBsj+nPOmqIuE23MBSl1zBtpxpf82UJ1wHm2zGRtR41AjUCNQI3AGYUATkl2iLIjgtOCI4/DwZd94Hxmo3BK6JPLBEX0w7GEHycLp5rgk5/64KSJb8XkxC73wdniUc8ceOKIZacJHh4BxNHlcTvKOJKcVsHHY7bU4RRRJg/xGU+cJh4lpZzbqIuI9PMp1FPGwcYGHDZsh2iDsIE29CEPP/WU0RudOdGgDw4ebRCfMyPFkc1jUwYPnHNk0oc6HF2I4CsihB6005Z5GJvyyQh+MMEWTqLhw9GkP3XMCQESc0kbp0wRkb60ib60R/TL8ovxIiI9Uoqdrkp50sWIsSB4wIj1wdxEhBgjy7rwwgvFxgWP9zK38IMLOpNHV9pw3HlUlLrcxhwgkzrkk8KfPy/LI8h82QlrkPHAH50ywY+MiEhfbsS8IRs+LXiB3yCBFRsC8Oa1R5ccKJPnsWbkEcygJ3ZlIkAABzYC+BkMNl94NJQvxBoMKpBzIkIuawj9aY8IkUcvHgnlUVWuJdoy0cZcUCYl8CUPP7aTzxQR6Xd2ecw714EhwRk2sKGR61kjOc/jnLRzQgde5NGTdnRGx/Hx8fSZXYIs1jp6wQPBxzpADkEWJ51gTD18pOiBHDaRkAnOWX/qMz98EPcJ+kGsNYJOgl2uWerQgTVCHuJElzLjYQN1OUUW8imDIWXkwcMcDw0NpeuD9Yg91NGGXqRgxXVNnvaccrKNzdwf+cIwbKMNog9pRCTcyGdi44INAz7LSR0n+mwmcR8Be+q4TyMDvCmjGzZAlBkXe/joA+VMXCdgAFEXESTpXpEyZ9Gf4ky3pVKhPmkg9a6HDavmyclJ35nnZCkdT9ZGPe019eYheKopc/ZY6gtaKKdfe/K/5k+T8VTTk0vstyyU1699Jv+i9iA9FdmD/cg/vq/1f3ylr5PjmJ+g+QyrwsYT0RlmRq3ucxYBnLXsyAEC3+yJM49DyMkZddlpieg7vDgz1BN8cbrIb+zxeU1kZV7a+VwdTk7+wgtk4hThmBEo8Zkl+LPDRnt2ctm9x7HH4SOQY0weJSOAjYgU0MDPOAQrOIQ8YkoZmYxDH5xKnEvqGZcUB5aTBHSjnIk+EZECE2Ro/oXTiG04r+gU0R9/vll83hLZBD7w5XrqyGNDHmvcjjinNozPF6YM8kf0T2X4qQjmIPdBxkIicMF+ZDAHBDYRkR5Z5vSMR/A4+ePEMaLvROK0YiNO5qA8bMXhxE6wgdB5kOdEefrkevqQRwZOMMFuto2gghNc1gubDwSMBEoQa481Bx6cTGYnHNlgjb5ZF8qMgVzWDv1xuqnDNvpEhAigwAaZtMFPynpgTggGskzqB2kQc3Dis4+sIeY4j4+t4E0/NhvQkeCPMqd2fFEPc8hjvvDyOT/aCORYo6wjMKduMWI88Mk6IQt++rLmwZVgiDooon99YiNlCHzoxxfK5Osgy0NvnkbgZ14I6FgrYMhnoiMi/RQJMrA1y2RDiM8qM8esQTCiT27PspkbTusZky+CYs6RBe6My3isW05WCRAjIp0WwkM7KUQ7KfONLPKMwTpjPaEzZVLaIDZYeHqAIJOnNcAQOcw76qz/UgAAEABJREFUfIzNT7NwP4E/rw/kQNhCH+YdrNGZFN6sG33Iw8f8ks889OMajAgx1/Rj7TGfbKrkjTEwpA1ijujH+OBJG3naOP0kz0YFGwfcA/mNTtq4zki5X2Ifa4+1ERHpPoae9OU+QZ5vVZZfjOUkBZaMzfVCmXmCHx0onwn0ZHUsnizjUuSrHGz2FOo1m5q1glWrIR586Pre3nU5U8/eeM9u9iBVVVeU4Z8zLynUNV+fuuJfL/0lVzlXJfnw5T4W7d7P5XfPxj89qjwD9GSeSCHq5PoTkzw7UppPA0/q0tMen74Wk2SSWtD8G01MFWTteiavFw0QNwRovsPTShizXbXV9qpizXm0pAvCKhpzhfOUIWzuuh7quN6aeV0qkYt0nSczPQbHfjU8J+/T5zlz/i60cbHyErVqYE0Nrq9j+SdQm+tlkI6xM9GDNN8wyEt+vrpOThGBCP+nYxkRoYhw7vgbRwJHKCKS80NghjNBPVyNRiMFbzgufLEJO+ecGPLzDXk3PDt6OCY4mDigOFo4T6Q8FsY3xXKigHOG3IhIv8fJCREOLDrQF+eSsbh//diP/Ziy00cfgiy+bIUvMsExyrIYh8fPcCB5dBJZEPIIdPnSGAIVHqdEDs4ddjEGMnJASxtEX+ojQnwTJE4WDh7jIBObaKc/jhltOO7gwE+BDOpMUMfnBjmZ4xsl4WUMUr5tljxOIvLI4/Dy6DHOH3iDNfUQTjX287MZjBvR/wIR2hYSP+3Bt13y23l8ZjO3Mw7f0MnpMo/vYWtuw1bK6JbryOOoMif0JRjGmQcTeGgnxbknxZGGjzwp7TjbYE4dTjUpTj9Ywk/5ne98Z/riFH4LkrWH/fTDZn5fEt2wG14IPenPemUeqCNYJ6XM2kRHfgqCOtYMZU4RIeoIxlgz2Ecf1j06gy1rGR4CAsrkGYt2xonoX0d8eyc/IwPG/I4kfARTrBEe6+Wztnwmj8/g0cZaY9OExyT5+YuIEJjSRuDFNwcT/KALdU9EPH7Lb3jCx7xw0vqmN72JYvp22ZSZ/4O9YMZcgDHVXBf8riJBCr9NSh24kxLo85lSHnmnD3ZRz+evWe/8di3XF3WZ+O1LgmpkwkP9oC3IoQ7iM9zIJAVn6iDWPF92RZ5gl5T5Ri/WC9cuMsGYa5L7C7jxG6Csm4j+vYzH97ke6U8fUojrlPVGX35nFtuph5hfNsI4GWcMTpqzzqQR/XmnjfscfcASbMnncWhnndCHtog4FjDTj7UED3nWHn2ZP/oT5FOmnZRNC+aBawd58JBG9HWBh3sM64nfEuUeymO21LPeSJHNdcQmC3NDHeNSz298cm2xQcBv3tLGNUEKca0ikzwUEWI+yEMRfT0i4nH/v9B+ptAZHXD2QQ4d89L7FY/5W+B0DdSEy9BA1QmzAAMNNrrrYPEp5J8LrDj72PnUUjClB6mOBUgL5cAxWGdOTzs1iVJn8zzVNHW2rPk0dU86uIJg08nxVsufb+vzpcZT/oMsJJMOCnvcGoUBmmeiD+ueKojqVEdmXs+UPZbvwd6v8t/cx9mz4I01mbI5oAHlcp3WCDz7COCA48ThZEE4JzhxnH7xpSYEiXymiUfjCAz5YhNOdHBccMqyI46DjPbs5OPMUZ8dKZwVHG7KOH8EfQQ7PEJIMMa4yCRFBil68Kgfj1rybY08csgJEU4XjhBf4c+pJjJx9ujHI2h8m+MHP/hB8XlFPiPKzzbwRSw4fOicH8OFH9txTnGc0Je6TIxBGw4ZJ2P0x8GjnB9Jw1GmDC8Y4sgRQHKKScDIKQX64wjCwxcnEQBiG/3AmQAU7LALmwjakIsMnHCCJT53SMCMTJxwTl+wk4Ay63uy9N3vfrd4tBbbCUJw3sGFoIDA9v3vf/9jHs9j7tANhxaZ5CP6/5mBAVgzPm2UsRucKIMPKX1xlOlLsAm+1EX05cDHvHHKCD/zTXrLLbeItcFn0TixQU82D/jGUL40CXzYmIAXwlFmbhifuaQOTEnBlPXJ2KwH7CWwIDAhuOfnUtgAQA+CAvrQl3WAzlCWj53MHzwE3bQxLmWIU0r05gSJU0vmhWCF+cOxJyBlvUdE+nwo889JLaeZb3vb24R973jHO1LKEwMEa/Azb8hfjMCSR9T5Yike2eXRU75Eho0dvqEUvFhPyCCA5hFedGedEXhiT0SI4At8WSdc7+DF70CiDzix/rgekQPWXNPMDaeZrF2uPdY5P2lD8Euwg0z4FyPuC/QlSAY3xmGO2Gj6gz/4A7F+mStksIawlzmjzNojjy78zi73CIJ77iVgwPzzW7Xcx7h/MW/0Y73Qh48DMD4nnNyXGJPriy/o4bPlrEGuQ+479IMi+muYPGucNUIeTEhZb4zDGJTBlzy6wo8N1BNswkc9fSIinTZyzwAHnu5gTRHQg+t73/ve9M3G3PNYi6xV+kPyCz1YTwTjfKkY9uf5YlyuReabOebeyJciIYvNHTYPGIN1DAbgaJEiuCVlrbBuuL9RZv0iL7dTd7bQwpjqjLKLpRk+9mna12zat4RK5yECTSjx2KqoQn2SU6hIKbylpJASFZLPTeW24hiVVaHMRxqSSlPMk5Pn7NtwO5ApnhZl0ApnwNLJ03i7dzxFyvxPZjTfqJTIMx4mz3w4jbDG0JORsQiPpfTX2yI8NA0OlfJ0NPktCJ7Hk3FJ0h/fcvI+j+dd+jVYkylre3LbM8dSSivP04noyeq40Pq0KHIl6bwgstB8sU6+zgjgTEMMQwCCA8RpC4+ycfrFt8lyyoFjh/OKQ8YpCLvhOE+DziwykMUjgdQTvERE+nwkwQMOf0QIh+ijH/2ocEx57IufqMBhpD/jQ+QJBHA+cYxw0Hg8EEeKb3Hkm0fzjjtBLk40n1FCt1/6pV8STh7OGsEMQedHPvIRcaKE3OwE4rziPOGMcspFHxw5CD5OPzj9IQgBG+pwsngUj5+14FQE+Thf8HCChrPOeNlJBUs+j4XzjS2UkYOTiU1vf/vbk1PNSRDycOxwIiljJzi9+MUvFqdIBOfoyykap8s4mchajAhof+M3fkMED+jIb0ESnBD4cmqCHdiNPsjBZoJkAkucaNrQBxspE1BjP44t84T9OLL0JU8KVswNTj1trBPqwY5TLNYGmxe5DhwYHz5OHj/+8Y8n55qTGr7FFfsJvHG60Q859GXOSQneWCvoiA4EVtRjO59lw0Fn/bEGmGuCO4J/AjvWdZaH3sjCxlyHHeiFTNYIwQyYgSUY5bWCI8+XvBDUYwtBLZ/HI9ghCGJ9U49cxgR/fq6Ftc91QmDE6T1BJsEeARDYY8diBB4ERgROnAAjG7z4fDTrhDVJf+YQfZlb9GdeqOeaYi7B7X3ve59YK2DJI/BgzvpkU4IAGn5kEMAwZ1y7PMKJLZxIcp8AX2wBC3ShzxMRgSubAjxey2cQOX0HZ075CLzzNbNQziA+3Be4JrjGGZdricdGmX/uWwRwzCEyWDesFdYz477rXe9KTzF88pOfTI8Ic43xtATrhfsZfaC83slD4MD8oytrnXsmOHNfQTewgo81xT2HMSlD9AN7rnPkMAfUgx/31rd5I4K1wqYFATHrirXEY+fozViMQ59MrAGuLR7tZu1jL+Nwn4jo/6/KvZQgnvWR8eZRajbiuEYI+JHHdYpeXCPcz7leWb/YRQCKbHCC92wivLIz2p7CEU/Rk44R5QEK5wdp0NggCHVF6f4EklCYH1mkJyT4zZP7uFi/TwGBcN9Ip3A9u9xKfrJO8qoSx0kan1b1Y5d/X48TCOor2W9wvnIOcvKMvC0yyUGbnE8V+U+uhGG+bv7+Nl/qJ/3mXr9wgr8nsi+LPgH7s1b19AfCYujpSzjtPZlIU0Qo4vF02vWrFTglBHDEcJ4RgrOCY8nnKXGOcFZwenikDKeHbz7kBIRHFXFiON3AUaUvjhYpTg+BEY+24YThoODg4cRykvHhD39YOIPsljMGQSgnPPRFBk4a9Tnl9Ibdd5xfHCmcX078cMyRTR+cagIDZKAXJxTwcxKJA02gwuO38OLY4egxBg4kTj4OLicyOFg44gQYyOKEiM+icVICNtQRvBBAcPoCDtQhC4eM4JDHG3HkOAnmNxUJ7n79139dOIucFKEzziK6MA7OHE41gT34UmY+wJV2TjsInPlcI849QQqPbxLQMj+MvxhhIydvBLzozMk1j37idKInekTEsUf90J9xCMhwttEBxzIiRCCDDAIK6ujL2BFBcuynTDhdZJ54bDTLgIEghXWAbAJJdKAewl5S1hsBAu2sTR4xxX7GZu7gQQ4pc8LcEphwShMR6R7FPNKO7mwAgC2OM59dw6FGPxx4xmJzADnwc8JDkMsjyJxKUsc6ZFwcbPrxiCyf7eM0kbVCcEMbvPThBBmMWX+kXC8E6MjBic9jwY+T/y4HO6w/rjnWBT99w7fqcu1kO+A9GRHIIP+tb32reJySgI1gkc0N1mSWARYEpwQatDMHWSZzyRpmbf/AD/yAuEaxkYAZPAhe4IEfmzP+rNNXvepVYj2wSUDwxrrnkW+CMAJ4+jwRIRN9uK4Yl+uG65ZHOwmi6Q9+pFDGG9u4nnIbgS9rhY0UTkyRg+xbbrlF3G8IwOnPWkNGngvuF2AH9lyvyMAGeCF4udboFxFUHSM2uejHfHMfQicauTYYG3uQySktutIGsW54xJqTVH4bNuNLG/eAX/iFX0jBP7ZxX+BUkjUBRtw/uS8yBkEncwcf88saRQeegKAN3bknIjcTATDrgLWMbJ4oYO7QBx7kElzSn2uCwJufjeEbe8GBegjes43OaG+NgJCAMweKlH3UpkVJLOhM8immSeqnjiLCQahOQrRF4jG/lProOf9iCT19Khxs5t7h/JOBs8f0mZHU06EqBaLF00gtxO/C4z527J4WLBN9PV6YUfj0PJEHoOxk/t23LOlBzXwj92PsTlXzdeS5DkifDBVG6snwnQk8fZSwqE+aXwtngu59HfPq75ee6t9wh8etXa9nVy94e00P1NOHvguYKNb0DCLADjuOJiJxWkhxlEhxtHFmsqNE8EIdbRDOFg4NeZxQHFDyOMA4OeyE4/zgXFEPwR/R//kDHPDsaCEXfgIU+BkTp4c+OMsEiYyB3DwOPDiB6AUfNOgI4YzjpMHDqQAOcB4PW7Eb4jFE+uJokUb0Vx4nKzi8jMlYBC20EzTxWSf0I2hBFvU80ob+6EMf+HAC0Qkc4cFhgwdbKEPIICWIJqU/KaeduR+Y0I96TtoITqijvBhFhLAdHbEBe8AzIsTJMDaAD23gT55TFrBgfjLWtDEObWBGHsIeUuRE9MeiTEAM9thPGWLu0YU8+JGCA7pBuZztpJyJ4CDPHWsF3SP685QfHeSkEH0i+vX0xQ5S7EIucsAbPtYmeNCe+TjRZh6pY71wLWAvvNRhU54n1hd1yEYeeYgyc8P6oS/YQKxh2hgLbOEloGaOCRSyfegHDcqE90REXxXMX/cAABAASURBVHhp41pmzZEHI8Zh7VHOa4o8gSgp6wgbaIsIoVseE0xZE8hmbnK9/BqsZx5cJeYbXLCXDSbkgjVtixGyWGPIYX2ALzhFhNhwyH2Zh5zPc0GZPHpjK/0hsEcP6smz3llnXDOsYzDCZvpjG33Jg38eh3r0op5rGTnIowzmzCd5MGTu8oYX/aiHnxSZrDH489qnP23Yib3k0YE5Y0xsYCzWD23kSVkz5PP9Cr2Yn4j+57h5coR7BvPLOmYcxqcvhFzSTKwNrolcRj4EXnls+oAd8uADt0GZ1J1NhLdzBtvTsz/eOx5gYknfA+3XUR6k+fsk8eRgdfK/B/vBdyIa5CGfOj5GUl14Ggj0ofY8nrQvwUS/8WRcaTrM8lRTDTjh7u73yUZQmu0sHy7IHU7pfWwDIws+ibTczJjg9Tg2BD2u8uQVBKjQyTnqlqWPAKsBeqqa5j6k0FPtX/M/WQRwShbyZqcLRwNHCKcQHhwRHDmcNhxEnMqqqtLJFo4QDhB8mQg2cFiyPOqpw0mEF4eHOpwYytn5og/18JHiqDEmuuDMwk89/dEpl6nDscNpwi4cOhxlHDkcKxw/eODPDiFjIZd65GErtlBGDm3wowu7/dTDQ8pY2AYm8DAO4+IEkjI2KfpnRxReMKA/baTYQF/6IQe9qcfJQ0+cUPBGF+pxcDlNgZfyYkTQhO3oCcGLzeiDU0kee7AduxkLHpxKHHP0pYwepMw5KUQbGJCnL2XGoozcLIsyxBzDR561RYo89ILgB6uMC+3oiX7UE4Aw/+iG7uDL+BkH1g/j0x8sWTPYRRl94EUmY1OPLMoQYzA+eQjeHDBFhOCnHZnwwsM8IZe1kfGhnrHhJY+OEf2ftmH+mA/0BStsyoE3dlKPPPSD8jjIORmBKXIH29GRcdEZGcgkP8hDnnWEDYwLP3VQlkcfsGNuIGTRnlP6Mg+MR7DPGsYO5oc2eJ+IwBkskBPR34hCDhgSQJ+oP3pRHxHpc4aUIa4jxsce5DK/4IgNYMA1w7VHHj5kYBd9GY96bGd85hO94Bkk5CIfmdSDIbLAgDLySZkX7h+sA/Bi3XM90RbRt5O1jyzGRQdwY0zqWCe0w5/nhv6MTx3jYR96oi/jcDKLDE63kYMMZCMPQif6QsikH3lkkUc+hK7Yx/rMfeCHN18T2JR1of5soeJMNyQ54jwDiyV44osQgWYiG51SeAkjcNaPkQML1+f2wdTRrdKxZuZV/TpVBAy1RSzm9DKxZknv3vz5VZVKz8Qfxue0RynwfLwelRdAnyqvlD51j+WeGT2OLSfEzZOHFbTQRtCA+npLBI2E40nGQuYTlCPXpQ4MlivOzBR7BunkVjC3J6KT93g2WpgB6MmPNWhD7oWEXJ/rTpbCd7K2uv6ZRgDHIjsTWTbOCXkcDxwanA6cKpwS2nCqcBBxKnGUcNbgR1ZOc35QNnw4dDhB8OEUUUYmcqiDGAfnEUeeMk4OZQiHiDLycXpoR7+cp0zQgUzGQ3+cMMaEcJKQQx8cOlLGpp6+1JFCjEUbOFDOjhmOHGXk5HyWHdH/zCr6UBcRQh90QGfqIHDBTuxHB9pxfpHJeMhFJ8YEJ/BmTB5jpo48fKSPoQWF3I+x+EwbOjAeY8HKXIIz9TjnjEU9hG7ZDvpQhy2ktIEVelPGuaYOJ5VyloUNzAV1EGORYj/zwxqiDCaMjfyIUO6DnuSpJwBhPJxr+jC3YBDBHVbCRuQglzZs41HKiEgBI9jipEMRoXwqhSz0JUUvsMCWXKYuoh80IhPZ2IseGRd4IfDCRmyhjO6kEGuJ/rSRz33RGzvRLyLE3NMPHvotRti7sJ0xMq7osrCd9QMu1DOHjI1NjElKH653yrTBBzGXpOgFgTO6Mh7BPnNDX/CDD9xIFyNkYEPGEkyQQx/qSNEDXMkPEmOhL3XoxniUwZF1wfVLG32RSx57KYMPNjI29fSJiHTKi4yIflAIL7Ih9CBFNmNr/oWe1M0XUxAMBqwv5hpe5NBOYE6KPujAuBB1yEYn1iL3ONqpRx9S2hiLPJhn+/g8O49C81gwj+7yeVZ4GJ91jC7IJk89ZcbMODMeetKGfK4P+LnmwAd+bKedPCl8gzZTdzZQcSYbkR1y3K1jdnBvnCfa++RAwXWVnWx4e/NpKocdMFOVSOrZg4cn/bSK++SUutTmOngV/X7Hxq0zTxkBQ/mU+3iGUh+CLCgVnoU/rKP+MJ53B6dcOFC/7un/9VJ8Wp0ZG5IF+P2UZMCf6Sl1rJlPMwKsvUEVKHNnGqx7Mnn6QE+Gt+Y5FQRwGrITkZ1LnAsIubRF9B/ZwkmCqKcdZ5E8MgbTCG+R9Zh7KTs1OKY4NoyBE4NzCOGM4fzQH8LRYQz60U4Ag3ycruy0wUMbfXEgSSEcMmQgDxmMhzNPHe3UIQuHG1k4bDhXtFNPmgM0TtMoQ/QlRR56ZR50w6kDI9pwArNtjIvDhmMGVvSPCKEDhD20Z9m0I48UwkZ0Qia6Ii8ixGPM1NEOBvAuRuhGf8ajL/2g3CePGRHHPscJP3oTVET0dWYs7Ig4/r8iDjF6IQteKDuu1NEHGyKO94no57EbneBjHYEJ+Tw3zCF6gid82EGeesZAF/SkTyZkQMwR4yI3n2qzNrCV+YJyH+SwNinTl7EiIn2bLPIpMzbtyEAn8lkP8oOEXYwNH+OjCyll+JAFZpSRTR3BBSl4IZcyKbzUL0bIAHd4mDPSTNkuxqeOa4WU9YNe5JlD2unLmOgVEeI6pYwttMELPuTRCzupQ1dSghlO4ekDH7agG22LEf0jIv3sEnLBmHnmemKec988HmXmDD7y6JfL6AwWyGEd0Q4xj6QQ1y588JAOykH3TPBiA/Iz5basC+3IAUN0BQP6ZR0iQll+7sM1Dw+P4pKCN0SecU6EGfLgR1/mjnsW9jE+ffiiLT4vnD9Py3XOtxQjkz7MBzKyDhGRAuuMC3ZFRHpSBXu4PqgDV3giIt3HaWPtyi/k0ubsWfUuznRrOtFVr7Tz1LAlpsqeNIFhN3o+IXI991/XcTqZfk2TsvoBaM+BQ6c7q27VVmX+jmXNdjuaMbnGrf3wht8tpNyu3CPJqszf1Wx7xoP2/+N35jn5Bs7Kzk+v2wXiY0Rdt9NJZf9PKwhe0k67rbnZ2WO7rCcGjqUJ9VvDswFJXbVnZ9Rtz1m257ff/JT/9jyX7Q6/3sr8nUgOY0NKv4dUdXs+XY1E6nVUeY2EZegUX0VZKgqPEwkd2ahEEaGIUH6RO0499fM9JT28JsNUVV3DW+Uu6ZskjxWOZdzXvPBD3PSONTmTb87OLok3N91BncjzHyYpCrLGDIKU5sJ4eG66nTkXO27ulyvXYSf/YSHPDUvm3Z/HE6nTc6XJcyqvfagzM63enNcstppmJ6fMw9t8va56vgZ7XIsm7Ox0XE+zCfshZwfex9dKVfXzpPQlHWCss6eAAM7DYHfKOBzURbACyCmdEvVzEu04hZRxgkipI4UGnRvKOJakEM4ZjhUE32A/HCi+SfPQoUPiC3uyg0Y9jhP9yaMjeZw9Uog62shnyo71YD36Mi51OFeZlzTrwmkaZQg+0txGHsq6RRzHCB2xK8vF1oX96JsJPXIevXKeYDjn4cEOZOc6dMr457oTpREh+qMDfciTav6VbaBIW07Rm3zmBVtkZB1wYGlHL9KF/NSBA2mWSz73Q1aWPWgHGGR+2vN4EZGCdWRA9M98WYcsm3ZoUC76D9pKO4ScvDbzWNQzf1k+fakjRSfyJ5JFPYRM+PL4YEOZNlL0JaU8SBmvXJf1yWnWh/aIEF+CREDDl1FRxzikmbJdOR28VrJu8JLPfdELoj5TbqNMPqK/3ulHHQT2BHMR/baFtsBzMgIvbIPAONub+WnPeVLK8JGHKKMXeSgi0jdjk4cGdFFEX7+Ifsp6g4exSQeJOY7o8w3W5zxyI/rtEXHs/oisjOGgnvSjDymP4pLCBz95KKIvj/wgZX7qWJvonWXxfyGBIF/2RbAJD5+nJQUbUmjhOINl2plD1iZ5iL6D+kdEelqDNuZoYX/qz3QqznQDOHlKp5A2pGuijJvVp57DEztidth6Jpy2nubMRR1OqWneoWMZAkajLBSNEO4X8uZ6VcoLBsvoCUe2crHyDbqwrOf2OzunZcxjUfXxKFzmgmrPzqXAstfppgCItHCANdRs2ama79PvMvD3eD0ONPOWG8PIt5qFmp6j8HzMTE+q4+Cv6+B21s74nAPZyjMW6r+oJ5fLBMKU0bfVaJJ90lR5NfWqjnoOmNtzMw6ap92XlebkmXhnJQdk9e0fqLDNIjhg3aa0SoEGdRGhiBhkPmG+cr+MA3OUmRgrot8fHuY2t52uNOK4PujA2mk2myJlXZRlf60QiHW8EQF7WTZUeb0dPHBABPMQdrZaLZUO8JGDfXNz3AsoLTU6vqbSHHh9Yx+BNjvgs17z3gXR0LIRdb0OO17zbOJ4IQi0Cl9f2Nlo9LHBuqJouK2nqt1fv53Zac1Ns37lpVMpgp5KKX0j+mXVrxqBGoEagRqBGoEagTMMgaWn7nGPZOnp9oQaEVzCRFo5A/VwyCGfWMpp6eCjSNRTU6HSzrbswIVPA8KnBKURKHyyKbUlBxRdTjvhcQl5XQcYuF7hvj3nOVmrUtDaUeGTIsYw63P23fVpUsLBWPS6bQdjs/Z7jWUKiLpqthpqNkuVdn7LMuzw94lHQXXsVTh3nCqXMkVBzhXp7bznLGD1eMzjyMiQmp5EnOtWo1TLYxWeb+YlPP+VT7dIKaMrlMs69grnEDpIrvK7ml8LHsIrIDznodZQU8NDLQ0ND+mUX2EJmZzlbSuTBSkFR9uB/n0yhzdBDLJkLFjfXePe8Two8bnd78oXRVE01O1WIu+q+XdPCROfiOWgs+cTMR4fgSECZaSI8FyVOt2vwsFTRCjPw6A+6N+emJAjfxVeX43Cune89pJtXVGePHJYHZ+G97HpB3LI6ho7QzQo7jTn0S2TVamgnsK2cM8xAhpZvkzLV67Q0MiwDIh6BNjmaxSlGg6mCwfiURTumJo11+6mdUQFOJYNB50m+BqtIbV87SAHPCD4BulEdYPtdb5GoEagRqBGoEagRqBG4Mkg0PdOngznUuWJ44oNZFXYocQZx1ELO+LhYFJOMdhuuBrRk+MTO9WhsIjKDnvbDlzXJwByQFrYVcPdxpmjvXBf2dEnSEW2LN+erHs+h984u47+HA/0QTBuBC99fCoHn3OqfPIInnKA3zW+Pcp2oqmfmZjs90t/CyPeJ4lZguS5CfVfyHMw63liHuWNgW6HR5qtBHNjphTwOniinWBkemrC88ss9twqERhHhJSCODlmc3CSWk7+JznqduKxS9jXntWc5c5NHtHsxNGTd3waLVgCLex6zPGn0WvQQEnYAZWl13IfKy14RUSqieinqVBVwiYDYxFJoNNQg0DEdiaeJfYnIpLOzAEEHqTMR9PANM8YAAAQAElEQVSnfGqGZg4f0J6d2/Xgvffojlu/rK+a7r37Hh0+eEiTR486Jp1NJ+Edrz+H3Ele0wGalsSrt0ALl9Ma7akoC5Xzes5NHNHhvXu0c8uDuu/OO3THV2/Vn/3JH+nTn/mk7rr9q9qza5dY811faz2vE3DydPvqqLzYK9+ybLk3JzgV7bVnfDraP+GNCMFLP1KUIQUr8jXVCNQI1AjUCNQI1AjUCJwKAif2VE9F4rPd174Uh1241BjDxzkhDsaol083qplpacbByZxp1vkppzxOxiN1DiDUmXWAKg07Ah1tNDXSaKkpO3q2ZSgK5yqFA8yWQkPmkVP5tFO8Kv48R8mnyIVPLR25SXZkOWDipFF2ku3hGqXKTW3xOUP/Uen6wieQblA0Cg0Ptwxc4fgJkvP9t93tfmbwrz1nnGACTUeyFt9R6UnmlKfnOeaRw0YRYgxZYjBfnqvCdZTlMs57w3WMT7CS5IlX4T8nI/e285/E+A8yWg4AWj5l4pFG5Lrz036zfDJlIX37+duzPWWqrnxSK8i6CJrrSLMEDJXCc8DGiIxRzwE3pAijIBVlmVKEpHoyCnlBiwBDfkWESvNp/kWgweOmuX2++rQkx+eoPzw2RISKolA4SNbMhLZ+7Xbd+sUvaue2bWoVoQ1rV+nC88/TZZdcpJUrx9LnIlpDQ2qUDcnt8itUGoVSp//FPFuLCnLemzFsbDGX/dT1DhmnHGxufehB3fW1O7Tz4e2S+dasGtdLXnKTrr/+el1++eXasGmTRkZH01yWXhMRod584ImUmMesbLZUmEhlnohIeIL1Uphz1a8agRqBGoEagRqBGoGzCoHiTLYmBZQ2ACNwHcP5RA4uwo6WvS3Zk1L4VEMEmNOz0pxPtRygaJa0rZm9ezV38KCqqSk7cT2FCvviPbujkJzKMc6cot22I1coyZyclCbMz+N7WQk9R18OciqfqMiYGyCDUKltrGenp0TgUraaCgKDFOiFTwcnNXHokOOEo8LB7ZOc71M3SXDeYVJlkudDyHawhRNduK49OaH25FHvE8yoGGrYeW6aGmJ8As+jlj/l08ei8HyZP80ZKbI991M+8UK/sqQdcsPJ3rYvTXEFQ8+KmZh329izHtQ+k2TpjxMX1HTdYl2SGT6Fnz46of1eu9O2hdNc1jlY9pgL+E9KlmaD2t6AOXzgoB7dsyd9Y2BmJ+CAJJvKeLnhNKU9B9B56MLz2WAt5Qq3PXjffZr2Wli/dlyXXXqxzr/oAq3fuFFr1q/VyrVrtIwArOW14T799ST1DIHRFJSm1W0ne4PpqdDJ5D6mHpzZREgpGmXNSLs66FPNh7dt9S1sUudsXK9rrr5az7vmSp13ySVasWatlq0YUwEuxkPc99R/sblSFDa2X+z/Rbw3y9q+hx05uE/5M840lmXpZVSQVUSkU+9UqP/UCNQI1AjUCNQI1AjUCJwCAn3v4hQEnO6uURUOEAspOVLWBh8Nouz0oVu/qls//1f6y09+Sl/+5Cf11U99Urd++tO6zfnb/+IT2v3QNu3aul27H96hI7t2q3v4sMTpUbcSQWuidtcnoHbcHA31Dh81/xbteughHdmztz+uh32uviuftATOsqdAduEnjxzyCcw27di+1QHRHlWcKnOKbJo8fFBbHrxft9/2FT14/7065MAQ3FIAYHhJKUOeOpJEBEA4/cSecz6tfnTPbm3d+pAe9hgiEHMQKQek7alJbXf9HV+9TVsfekCTR49YpY4qAkSfwHLave/RR/TQA/drz+6d6qYTQoZIypM5toxSgT92vElw5KvpGR3dt09bH3hQt37lS/rsZz+bmk71D7ZmyrIo53yynQK6VFLbeu8/sE87Hn5Yex/ZoxnbLQeREQbRfARmTtK7R7CecgN/HJgcOXRYO3ftED9PwFeA51bGGvJpYKvVcvxe5urTlhIE5cHRLef51rgd27fpvnvvVtNB1SWbL9TYhvVSFKpmZ1V5g0gOvgnAK284kXacIiMUnufKS8cXtE7zKwWZ87NN3pqx1hK53J6a1q4dO7V3z6MaW75cmy+6WCPj49LcnGYPH+or7/lk04fgkUfWuV5cJXdXhFQYk54raJ/zxtqe3bt1991368t/9cV0DfJlRAiKCPMH2ZpqBGoEagRqBGoEagRqBJ4xBI572s+YyGdXkP3v/oCB02bCX7KDlSrtbI+PNrSi7Gk0Omqqo+SMRym+2bZn52733l3auXOHdmxxkPTQVu3btkVt12nygNTlM3pt2WOT3EcObg/5VGjblu0OeLZq5yO7XR+WKktS/4VCg+Raik7m3z2nJutGJ9ogOVhLRH3Km+0xb/dJI3Vc21PXfzPRf5Dc5Df8mfp9kvwkm3oxfKIsh1S0+wQkNVhK/21+6jx+HifxmbdSqBteRmVT9DlweJ+2b3tAOx5yULdru6rSba0hycQjr70jhzW7b4+K9pRWrRxx756DeYnHoI9TV4XH8gRYZN/WnmdPGtb0TFeP7H5U27du0ZatD5ilbcc6pGiocEAxd3CPJh/Zro4d6+WjY+LV8yiV547fw9rvth0P3u0NhofVD7QKYXfHjKRRidhN/VfPMeqM0iO8YSnNUkPNwgFOR6UDaDn4tYJa/NVzM9Izseogq+4WWj1k0qHrcmFMS5NRSyXarIAtcCvKFaFue0YzB/br4O7tOrxvl+ZmJszrt9dohLEwevwl2OSXMRhDyPQ14GhMmp3UlOfpwCOP2LQ5d+y/UzCW+vfLORDpl47/7euUy0hfSG57LJMr+m+qT0T9Vv+l0QlvsrY6YQNiPW8qiC/36k6nOX7k/ju12SebF6xdLU+MNHFQBsRYtRUNI2D+olEqvDaDddhoSs77j6X0vK/UZpgBynZ4rtJ6b3stLKSO60xenzFI5g9Ljeqx/N7tUCLjr2M0PyQGQi5WXkg9T3rXc9wrrEfRkaNm7duxRXP7d2t10dVFK5dbddcffjTZOjTakpj7OY/p9Vk2GypaTRW2kfvbnDeC5rwh0+l2VBiPsmyoNTqqNeNrNLZsuYZ9TU4ceERzU/utwazJst3HmfR2jJrSE/1BbajrRog85OLj3tQvJB3DwramfL/bIF+/hr+Zh5Ryn+Dt5579v/WINQI1AjUCNQI1AjUCTx4BuzhPnnmpcVZ2rNVoaJbP8tnR6/Xm1I1QryjtmDVEJDPUOaLuwW0qZ/fpvA3juvCyy3TOpc/Thksu1fqLN6u1aplWrl+p4WWjmjtyVEe3369D931ZnZ23SnO7LGNGM2VXM5WhKpoaGl6hiFJDK1eqXDmmA905HbRje9Snoh08r57sBFaam5hTe7rvzHccRFZ2qqAuX3rjU0G+cGh64oim25Vw9Xo+gavsPFbTDnLTiZ2EPL5pcnZ2Wt25Sak7ZT9tVu3ebOpDP+jwTFtHZtvKw0/PTmnOfdzByrRTH1Xo4ry5enaOuyZUbVuvGXtu+6Y6guPIwX3mn7OPbLKzagGqbJ/ajD9jbtnNNtnuWQdchZ3WdtHSpI8nO3ZoR1YMqdmc1VhjRueuXa5oNnXANh+0TkPDTY0c2qcLoq3V4UBu2o5ub9oOvEe209ybnJamJhSdKU/dpCrZDmtVNEY03Wmp3Wmo1xtTaFgrV4xq/Rqf9NjBDgIJe+tlEVo+u1cXLeup9Glk13OisqHKOh41OCOe42XllFa3PPbclIaHR8TP3kw4Kjvs07ApA+Il5GC1o5mZOXV67mRHXYXTCZ8mTR5Sa9hjDIWW2f6VYXSMET767ExP9uuts+sq42OZUk+d2QkXpl05o6qa1ZzncLbr1Jx27zXrtWFtbKnSnHY6s+p57uZm2z7E8py0O+JbSuUgS5P71Zs4pOHlI+oe2qONQz0NVUe1YnnT8kOzXamIlvs7Y90r6zbhk7C2WyuPJ4+v7mF1927RjE94Gz59vu4FL9Ca1eNijsP6llGIfj1HG2VZ0ktt28I67PjU3yJtQ8+ng0ptch95TfVTA0gZQLxmeixgY9F1P/Cc81q3ZonbWUFzPoZr9yrB0+uY2URK1zmLY32Dnlej5liD7Qlpcq+q3fdp9MgurXcQPfvINs3cdaum7r1DR7bcpcmt90h7d1ot9+xhvaxzeK7D2jk1HthSel3YTPUN6aXNhapDn1m1J/Zp/7b7NL13u47suF9dB2aPPnS3Du/aKs0e1Z6HH9Sju7fq4L6dOrBnm9pHze97x9SjD0tH9ung1vukqYM6aL7OxAGPYT28Zrq+FmQt0pi2XV7N3XbX66BS2/eVuaJQx/cz1orc78ADd2jN3FFtLozE9ns08/m/0P7bPqeJ7XdJe6zLpINs6+NJE3LnDJyvJnVD6nr+VPq+5bRS1yzWwe2N5ojXzCpv8vS0e8vt6h01VjKuvSn1vP6QY2HWzEI8Jajb4fr0ParneW3bjilfP4d9TTPWtHkmWSNcADDPU89jsV48jR5dvod6Hmxzz+1Vqumvhsoyu5bdtozpua4mfD9zkiCy0lbHfOaR1zTlChke07V9HpQ9i6njjTSo58Xa9sk9+Scyt+v7GU8BPBHfUm/HVgg953wvm531dUDBRNkJ75pqBGoEagRqBJY4AvZGlriGi6jnGEeyBfY9zNVTFXaE7TDjbFVOHcmo4UCrFXNa1pLG7KivWLdW6847T5s2X6JNF12sG1/2El193Qu0+aJLtWrVGoVPrqb277Jv/7Adxz2amzms8CkJziBjLVu7Vi95+ct1wytepksuucjjSs2ioWarkfIVHpaDlJZPH5rDDXXtlBV27MPOWNjZDDtussNmb09lq1TZDFlti+55HOcR49M/mdfDqtkoNDTUTHxyqFfZ4W7PHPVJ34SmLMu+V2pvDXksO/pdO8w+hFOrFUpBpstpgHB446C8a0dxzjp1cSyNTWGtC7OWPh1xmK5Rj8c44bHCjqFM4VOXvqw5O/1zDoS7xrWnoVahWQfH0WgqilJt865ds1ovfckNuv5FL9DaTRssxfNSGp+hIckYjdpxHJ6ZtOdpBzfZOaOw3lGGSgekgfKc8BB+VdMORKYttSP7XHaApVVrV+n6F16vG196k66+8QVKL+aaDQE7ZCMOzIZNDefDdTPGvaPCwVgvsZ5/0Xm66bWv1ItvulHDPu3BeR2yzc2yVAend2papZ21YQeyDQODOsJp91zK8yXrPHFwr2YP7dUQ8zg3m/RqNQoxFzZPHUdSxbxz3HC9jIIXgiK6FhGJutZxxpsI1BXWrDKxdErrWzjAHfL4Q62GD+4aagyVEpgMhwrm1RsOhYOMhnVpeE5lufSvbCepeDnDtJWem67LPQIv99PEYc0dPqDozGilA3ApxCvC6TxFOO/KCKc2qlEWXoelGp4jx0PWvxBpeGZk2yrLmpue0MzkEc1NeqPA15BVUVFW6npTgrUPni2v9VLu4UCk4yCrY1t7IS38eZJivqJnXnT3ynUuLE+Sg3Ufzyp8DSzrzmj2oE/ofGI+vWeHkI2HfwAAEABJREFUJvc8rEkHfIcdgO51oHdgy33mJySqlKbB3ZFZOY0Ilbbdpim/ms2GwjbK18Yhz/Ejux/WJ//sT7T1wfv15c9/RnfffqseuPdOfeFzn9bdd92pu0xfvfVLus91t375C3rgnjt1+5f/Sl/54ue0/cH79Kd/8H+0c/tD2m/9umwkJbzyaE7njY8Ihe8hPVWg6b/hdd/2QbQ3OIxt4aCys/8RtW1bx/emtvOHHezucQB8dOd2Te/f72iOQLnyGqzU9trrWjyEvfK4HkER4aytdzrcHNLYyEhaB91Zb6a03d9BoFexe8o6mELiuut4vkovJl8OYt5ZBy2vzRFf02YRkDU916W173lNVr7H+NhU4d2bknXrTZU536va05Nqu63HOqxmPIDJulp00i08SY1m6fXelG8n1jqpIsEgXtbdssgBHenZThMTE2o0fA8wFQa/2Wyq9L2KeoLPbP/MzIw3yWY0NTUl6uEZ/JHxzHempdjOPZoAutVqachr7kyz4bmnb21xjUCNQI3A4xHA13187ZlUYx8kqxs5M5DyHy9UFA0RVKnl/7CHh1SY5BMutUakZSu0YtMmnbP5Qo2vX++TkEr7H92rfQ/vUqvR0HA0VDbk4MruG84STpQDjd7EUY15/FG7Ri1JUXTULefsdvGf/mHNHtmr0vylnSxO7jQzq4KIRKGenahpByyVy0PIs8PXObBHnX27pfaMZCnV3LR6pu7MlE9Ljkp2WsMnk6OjLa12cLbCwQeBlRON2EVsWF4rumqU1tOO/sz+vZKD3T7Z8Z6dUengbtiOf8tjlnbeC596tdTTaFPyW52jB+RjG/UmDycdZL0cSUgOxhxlasR9R9xXcxM+GTmqsMNYmrMw9SxbOIQFNZ6NWc6lKiVHSQawso/pqKpyEEOdjK0KO8kEwEcOqnvQjvNRO7+2Uw6US2MzbFtadoRH3N1ZC/BAxoCgQFNHKZhO/p6ZnDLa0hjBFZ6xgwlZr9QjCuPREbq3XNGwg9x02BwO+GSdJo/s17RxmD1kvY5YL+ujUrakK3AebhSyxy4Zj5AUDqBK2wP+hWXJAaUI9BmTz1lil4Okwqe6Q14XiWxby3MN9g3bVRBAuiz6ex10Pf/TxmVm3yOSAzoDLi9KLXcA3MIez50WeQ3Zge8Z754DcDmt7MDud4DScSQx7s2BBE6UUmCBlOTbhsLrMyy7x7zT19T1aWvPGyHheYYq7HJwGda55XUxjE5DhQL8rLvcVnpxFp47YZPtC9c3HEQNuzxi/Uuv24jw8FUi/7EOfoep6E+3fAIaCpWFUbIec3aqp72W5VdYv56D7443hrrTh9XxmpjzWjpsvPbt2ilx7RhrAqaGsS6S7p00h6XtA4eeNxi6Jtalwlg0W2o4IGvYub/gws269uU364U33qiX3/xK3fDKb9TV175QN7/ilbr5la/UjTe9RC955S164Q0v0oudvuSlL9cLr79BLzDvxk3namhkmWlU5cio5EChNKWxbEdlkuekKBoqbJ+vBKdmc77rAO3okSPJwaatPTvpy9hBYaftKZrzZTmhowcPaPeuHTrg67zrE31DqbKQe/fJWT32FfPFUGt4VKtWrVZvtqPpI1PSpO854OygppoP+GHmEm14DYXnihPGnjeYKp+yNcw7ZPxY483upE/aZ9SItgpv7oVm3dV6ytf/1GHJp/wjxZxWjBZaPiQ1C7f1PB73Rda57xlo5mUnhvFS6ttQzc+/paU3TCbUcxPmpuqz+c/y5cu9RKoUSB44cMAbAB1FhIaHh9VsNjXnUz/spwyNehONII06gk/SM5m4Jrl3YQvXzaAthdfqYLnO1wjUCJwAgbqqRmCJIFAsET1OSQ37IIJOJKTytnz+T6vbsZvS7jl26qpDwDg1o+kDR9Tj0ddGS62N52jN+edpdHzc7V0d3XfQIguVOFbOhU8uJ44c0J23fkH3fv5z2r99u5r2fsLOXuWd/dLBXrc3pQOHdmrHtnv04H1f1V1f+Izu/Nyn9OAX/lKP3HmHDvO5OQeBVRRqjAxphiDEDnvPjtlWn5Bsv/9uyY6zHNA9umOb7rnjq/qaT1Fu++IXdNdtX9ajWx+UOKHqTqlph7/hU0rZgYdKBz4JCAcme3ds0UP33a0vfvYz+orpti98Vvfecbv27fTJbfp21TnJwZUcAJR2xIftvoWDy30ec/cD9+igT04IcA7tfURbHrhXt//V53TrJ/9Ct37+03rorjs0aye3cP+Wd527KYiUg7CGDh7Yrzu/9GU98OWv2NY9ahm9wkpVYNitkvPUdPTeMlkBTe3da6we0j133a67vnarMbtLBzx274gdVeNS2EZ5nCGfoISd3Ol9j+qhO2/Tli9+Xvff+hVELEo4YGLsea692x/W3Z/9tO64/Tb1HLg0sNsBYOV5G21IxXAhgs1Hjd8Dd9+pe772Vd3nedly/32aenibCHKXj7Qc8DVV2sG2ly3kdz0fYWdbXgNykDl5dL/2bN+q2z/zKd3q+b/V+t71lS/pIZ+SPeITs2rikIYdnBW2sTT+TesxPN9XMxOafHSXdm55wHP+lfTbkvfd8zXtfPABTT/qDQkHoct8ulziuA/Y1gvJy1GkViq9bY0qz09hJ1Vec7M+ZTpkbOEZ9zqXnbYId0zcA39cFw46Kwc4BL/hwKDyJgABnrzJIIIEt8tBpaxPz4HerAPzo3t2a++2LXr4/nu05e47dHTPLs/xLs16M6XtdSvPZ8PXUdHoCZmIGBj1MVkCEChXEqwZKu/btDXjgNnRjYablYa9NkaipyGvf/JsoIT16kwf0dSBfZ6zCQPTUUOVNxh6KSWoKdRLork/4Mx2sIsa275qzTqdv/midDLePTqh5rKVaoyvkRwwDo0uU2NkuRqtEQ0tWyZFqaYdfbWGpOVjiuaIZg8f0Vynp/MvuljjliWVkhjR9yDnyKv07FQuew6K6OfDbVDPAfD0xKRZCpXGq1GGGgaj6fyor7nRVlNDrpvxifyU+eZ8wiXLapQNDRVlGq20LBvuvx7DfxWWbB5Zj+bIsFaMr3YuNHl40kGnN2+6ZnLwm/BwljXCenLWYnztstngTZXCWIfnX96wGm5KDa93ef1r7og0dUjVoUc1/ch2HfIp844H79Yj2+7X/l3bNLF3p+a8DnTYc+IgVLZHBN2eh/C13bNsL1U5K6o7PllNYyvEW8/BF3MxOzubAszVq1crB5OF1wxBGPdfArIMDet4cnIyFUd8gp0yZ/AfbBnyqebY2JhKX3uYAh4E2rlMXU01AjUCNQJnAgLPZR2LM9l4/BX7kMlvwQ7KCx3YroNM+33q4iAVdlzsqJV2threIS586jCyYp2KclRzlZ3B0nCMrdDIylUaHRpNweTsrj3iJyS6PiUpGMCO8oQd6+kDe7Uc563Xtj8+48O/jlVoa+rgHu3eep/27XrIMeM+x4577Mw9qslD+/ToIzu0Y/sW7bFT3rFHNRR2GsNjOuiYO3pIRw7sdpC7SxM+nZnYs1OPbH9Ih5w/Yqf5qMc78Mgu7Xrofu186F7NuT4cAJQev7Tj1z9Baqs6uFc7HrpPux3sTB0+mHSfm57WlE9L9jtY2e5gZ8eD96q9m9OfSWPXtt5z8pGJND0hTjgJdvY76Nv/8BZtcwC8d/cOH9Ae0uTEIe23DjiQh+1A6qgDcuNa2TFM0NgrrOY62u+g8NCBg6rwHi29sAdZ4cw7bRSlCjtLM3aQJ/bt0/333K1Hdjyso4cO6Ojh/dprvXY4qN63a7t6fJ7UwYx8UtjxKZaaPQcMbWN6QFMELw6WxfgeY+G7sBMLtRoNN1Wa5OdDfDLT8ynltAPNySNH1XbgbwDkoyMVPnlMAbuDvcM4ylvsJO/x6dG+Pbb9qA5bvx0OOPd4k2HSJ2iFMefxQVmeHCjaz1fYEQfHo3t36WH33/LA3Tq4f49mfEraczA/Y7z27tiq3fffpQPbH5A4TebUz5sGLUdSDQdM8olz1075I1sfMPb3Ws6DmnL/Wc/hvkf3aNuWhzTz8FbNelOhOzud1A+vXRs58HYghS6QawuFnbXCQYNjaTuvbePQ8HUwutzBklK1KocekIvz757TSo2yUBC5FHJeKrB35qh61n3OJ6/7vTZ2bNmi++/6mu5wQH37V76YgvTtXqePePPia7d+0RsmrrvjVq/J+9We2C8RmPuEqzt1xPPZU1Q6/rLOx4Ic10ZIrK1wPr25hq0QX1RVOR8+4YzOlOdv1tdg26f03RQANRwgy0Ena6ozPSU5mCltZaOQfOhqmZVRUXLgy2ZDOO6NhsP+nkeBnB8dX6vW0DI9uOVhqXBkVbbUm26rMTyaPtfqZa+iHFKHG4zbezNtyTxswNz/0BbHnuMadgCqKHwtdNQx7gQQZVkqSilCj3mVDhOpcpMx6aUZmZmZdvDVVTi4rLxG2CjreoOpxB6v/SHPT88nz9NsInHqW8lS+uRLwHYqUX+gcFXRzzaHNLp8hTdOlnktzWji4FHZKLeFyWvCcvxW15tEPd9jKo8XboqWtSPjddDzabm609KRvZrcuVX7vN533vs1PXT37brvzlt1z+1f1p4dD6X71YNsKHlt3P6lz+m+O76iKV/fXNfy+pfnUYWH9elzxUaCB2YI1zzuzdpgejI9juEsq5jyvYqTy6Io0mnmdt9/HvGmJWU207iP3n///cespp71RUWEJ4zMGUyc8KL+oUOHvBa7ZNPPOBFYR5z59iWD6j81AjUCNQLPAQT4b36Jmfn01Bl0WvlvKJcjKMmupsSOvVJkYLNTivNkR1ItTblxOhyceFd4yLupLZ949qZndejRfWo4OCzt8HV80sZnLleMDWvM5dKnNfY2VViMSsucmtA+OwRHdu3QMnvJm89Zoxuuv0o3vuiFuvyay7RizQodOnrEQedOHbBc99DI6LAc+ahy8LRytKURq3B4326377bT2dbFF12oKy9/nq69+hpddOFmNW3OQQeOUwceNVD+D9iOn3DYXK+Jo9rl06WdDz3kGGpaG9at18te+jK95CUv1Q0vvEHnn3ueej7Z3f3wVh3Y9bActSnpbWeSeg+o5c1Sw0arPXEk/f5f03add965lvES3fzKm3XF5ZdqtFE6KN6jfQ6e0omVscCRD/drOL96xUqNLxtTQyE56GQuyigkA9Us7fa77sjhCe3evTs5/OvXrtHll1+uK664QmvXrtasnew9u3balq1Ssykw7hgfWX7LAA0PldazoTFvHBiERd9dB7phPXDawuM3PP6yZSNavmxUTesqO9MNz98QeQebEzu36eGt9/uQ87DW+0Thggsu0GWXXaYLNl+o1vCQjhzxxoCDz+7slJpFSA76Kusl94+ypyPeWHjYc/CoA3O+7OnGG6/Xi170It1w44267uqrtMm2FrblqOfwgDcfsKmPkV1oO9zM4UGfCh5y0D43O6mNG9bp+ZdelnTYcM5Gs7Z1YN9eB6FHVAUHO0oAABAASURBVHpca/AY+72MhVOeK+27q7CzmsoOeHBQKXP6UTjoQPeu4Eoc83/QxWTsxMRyymldOpMOvB2Ab3/gPt3jk/e777hN99/noNibGwe8KdJxsDBijFatWqUN69dq0zkbjPOICi+AI9782GFcdjz0oDo+vdXclDwVqY1LNCIUEfIfvytTyqqQrH/4r5HCsKIhThNLbwgRdPZ8bQa4qacweRrEeGVRiPnpzrXV8/qWNzvEBlGl9IoIVe7bcXuqUOH+RtRDdeCFvF7Wn3OODvvEaJbHsKMQY6psKhoN9TxGUTTVdU/qui7LPBPTczo84evvnHMlB66y3ikmdZ/S/FKRhmw7UFRZiCCUiojwnIZ4tRy4LvM15K4qvECLZkNd69/uzqnra7jr08aeg+0hy8eOOR6t9PzK9vUlWIrvDYV168svJMtX4daCvCTP//iKVerNtr3Zc0SOaFzZf1tMynQc1BYGNZq+SDyP8oaFd280uWePNxC8IfU1gsuveePozv7PDe3c4ebDvpX0NDzS1OpVK7Vq5ZhWji3XyHBLjrp1eP+j2u3NiIO+T8nXepobj1Z6QUSEUA81KWvhqyoW1pzVZYJK5u/Xfu3X9J3f+Z161atepR/6oR/SPffck75lmzroS1/6km+TnbSWuLa5Lvrfwn3mw/PBD35Qb3zjG/Xud7/bS3ROK1asEDaCy5lvXW1BjUCNQI3AcwOBM/9/b3tGYacIRwtynDc/c3as7K3hrOFk9aKwX2NmeM3Y63ZVOfDpTs76P7GuOtFQp7BTNTSi1ugyd2nYJ57TnE/Gwvw4QG2fRHV90lml05MZdTlRwCH3aan/p9f0/kOafWSfxruFLlg5rvFVa6Tlo9Ka5WptXKsx0+j4CjXt6JWzlbqTc7LXKitivzPSF8SEnfyuncdRO+4EOxv5EfuNm7TyvPO1adMmi1umGQeWB3xK2rbzLzvNwkOz8zp54IAOH9ivsOO9bvUanX/++R5/uWTHdWjVOgcv54rHsgpjgIxZ24beikINDDRkpZ3zwkHYSLOpFWNjuvLaa7Vp82Zp5SrJJzsjrSE17IBWPh2cOXLIuldqGLdC/Rf4DxUNtSwvBbF2kptub4axjfBwngOzFta5YQecYO7CzRdrfPNFWnXJpbrw0osddK5V5ZPSA3v2Snb2Db8xa8perPt73iyzsjNdtY1fEufRrbtO8OKEwK0atj0GRl0HGB1TOKAobLeMX1gPZE8dOexA3yfaPk1cM75SF118oekSrb5gs1ZfdKk2nb9ZK9esE7r36Gd7VDYccDCCyTZVDn7C+K5cuUIXXXSRlo2vVmPZCmnZchVeD+esW6tVK5YpfHI7ud/2WeeqmsfFR2YzDtz2+SQzPIcXeM4vv+IqrTz/Ao1vOk8bL7pE5553gVojwyrLUuDn7sfeFgNUx8pkoicHXs4Zp65PS3hEjX4jo14XZeEGeaSQUU359KcyM+RCb2rSmDzik9Yt2rF1i3Zu84nV9m0paOj4BHF0dFSr16zTBRdepCuuvErXvuA6XX3tC3Tp86/QhRdfqquvuUZXX3211+J5KZja40B8l0+0HblLjdIjVMdP4FDW2rhS4T9Q4dRLSaRdX69qttKpYdP6ty2xilJRNhMVTnv0pK5oqPRaHfL13HQfM6jyaZ0874LHYDGHBMntdtejEnq7xX3h7VOh1d60GRldoR27dqszNaPm0LBkbaIYkqKpjmWFg8OOZTeaI2r7frJ3/wGtGF+l5ePj5iklj99otRTRSPNjdH1a4/FCcmUaG7UKyy1USqStYa3wNRdeX/L67Hquuo2wWoWKZiOlONyV7YgINaKQCpMFVcYJKFu2xV2UbK48KmTpzkkhv0LjK1f7dFi+p0yrk74aNjXIIiVnGw3LlF/uO3HokHb7hH2rNxm2PviAdu7YnjbPDh2dUMNYr167Tus3natzL9ys5115pa554Qt10WXP08XPe74u99q45prrdPnlV2qN18uMsdyxY4cm9u+XOJ01CmF0Cg/MPcQj+lpH00I2kWJKyVMLpcqz/A/X65133qn3vve9Kci86aab9ELjeskll2jM92eeVuA3VXnslOu66//XgIS1QVBG/kwm7Ni5c6e++tWvJvsPHz6czMHOI0eOpHz9p0agRqBGoEZg6SMw700sfUVPqCFe1QkbjlfyH9YxwiErGpIdsaJsOGmqdPDXGl6uoik7jyY7VlGUatlBHDZNHj6qzuSUOg7CIrp2grrp9LDwCcNy79rLgUz4lEFzlSYPTSjaldauGNfyFavt6PWksNdWNqSxUa0591xd8vzLdemlz9Pa1RvsJLZ8QDgruR1nYW5mRpNTR9UaamitT7PGL7xQMbJMKkrLaSgcuIyPj2vUTm/PpxwTh3iktZKjBclBEt9cKL/WrFmj9evXe8yVbgvJOqloqblmvTY5cFm1YqXaPlnY9+gjbreOYGLH3MZp2gHejIOMYZ9GrD/3XGl0TB07sPKpjcy3et0GbdqwUUOthib5zz8KOXSWR/HIPRXOzU7P+NB2TsNl03WF7Sxdq4QHDn5RFMlZWrNuvVrrNkqNIfX4SRQ77U07wOstf2xspXqdSjsf3Kq2A6XSAbiFa86BXtcBXcOYlGpY6CLvyhAsH/PYlWaNl9yXfoW74JQLu3ouYIMdtUmf4M05kF62fETr1q3TsrXrVTYcYDhQkNPWmg1avf4cDTkAaduxn3bgqtFl8+umK3muly9frrXr14jNggscdNGvPz9t21/Z1CGNeP4KbyxMe+NAVcP4mayrlUwnTRM+BYfnwos2a3T1OsEzxZe6jIxpfOO5Wj4+rrJJn6ofrNFXWKX0wilXkO3xRw3+mmdmatoHsjMqy1JN8LTdvcTsIbzuu1a0f630+zlC0969e7XTp/ZbtjjY9Kk4Tl7ZCG3cuEFXXnmFrr3+Bj3/6hfo3Isv08pzzut/ztGYiC/ksp0xOqbhjedo88WX6ByfFjYaXjdHjmrCJ57yWkM1cXKWMvN/0nVthV0MU2Ei7Xn+VDQVw8tUePOjU5SaVak5yHM07dOv6V6hqY40a7vavVJNjx+tUcm83V54ypFmRIK08B7KSMID2T0Pmanr/o6BVI6MiY2jXbv36KjXocqGpjntTDqF2j66LKOpOZ8uRqOZeA4cPKx16zeqaLRUeQ23vU7mHNR2vJnDtdTmxNj9Wy30kIepfOl5cNeV/YmTlVLhTYpZz8u01+aUN5RmulKba6o5LHmsnnXsmD+KhhpDrvP9ShGGs0qroVE6b5lhktcbSRWlKtvuri5WWuYNA9rbtqnnMVxpEaEgY+J6deL7whHt3r1LrINt27bp8MH93rzpatzB47mbL9UV196gS6+/Sedd9QKt8VoY3nSBynXnKVauU7lsleRrRr4nLl+9XuOr1qtlXMO67HfAOcV1ACa2lQ0bprlnONrzOsvzKqERpOfUi/sJQRZB5Wte8xp96EMf0s///M+LLwxiM2297/PM0Qqf+gFMOul2pus10/C15uwZ/Y4IveMd79CnPvUpvec970n3Ze5B2Lxypf9/O6Otq5WvEagRqBF47iBQnA2mnsiI5FAl/6RQaScNF6wozAnNG105cJEdmZ5w+voEb8PO4qFDh9J/6qWdc/o1orATF2o1S40tG9WQHf5ZPsPkk7gKl95B0/KxcY04UDp4dFKH+MKhEZ8iud7elWSnVHYSx8ZWaJmDoKLZdBXUksqWev6PtaNKQyMjGl+9Vo5YlRwtnMthyymH5UhHy8dWqdFopcABJ1GlnVbLsl+rA4cP+eDoiIYdpI74hFOF24aWSS0T45dDGl6+UmVzyEHzlAhAhDOupoQAA1FYx5aDBUiMrUKNZf6P3cGuGtahQNdCYY8QLKqjhxR2Drs4q04bRSH59JG6tk9qaSx86ideLrMrP+VgV2WhFcZZ7ZCay1WssFOKvq1hjfhUMIqmiqLUFIFoWUqNpnrGJ5otZ4d0+PCEHB9J1o96eR4VpSIiUWXn1V6836BaacQnMCrcZino2PHpnHhRryIFDnv37lfHGwk4aqvOPU+yo9uzzZ1uac6WNGrsl4+rtXyFhjwnhdeVHEjMOOjoCZ5C5dBQOsFZ5YBVxllFQzKvwLkxIi8QDTk46NnB5vFWxqiKpi1rSO579NBhjTr4Hxldrig8pufaxmt0zTmS10nlumE780Vr2EFO13o5COExR+cwuRdS0Wj4BK2j0mlZSCG/HFBMT0wqzDA9NauVPjVXozTGRWqPSFxmlCKch4oibQyUZZn4CMKv8YnljTfeqIsuvUQjK8elYa+tZFt/bYh1Zh1VDknojv38QKgDjAsuvVSrvLb37NkjTi0sVFL0/zEeVFSuqhRBvaegZzHqv5oNy+TCNl4rvRkwsmqt5jz2hEY0E8PqtsY0WwzpaKdUx9fLiDd1Vlx0mcAcKdEaUa/RSPsv3apUWE+CmwipLEoVUcjwqCydN5+se8/B4qbzz/dJ5zrdd/+D4nOYw56/tjt21FNVhFh/Q0MjmnZA+uBDD6nla3ijN4u63Z6i2VLD66AxL69RNtT0Wi4K9+vZPptWuI5y5VWQyPWKUnLAueG8C1X4fjHt8myzoZmi0GEHt9MdOehenn4aaZU3bsY3eH1EQ17AbiiMn9hf8Z9KZWFZER5JKm0b2S4ldApfGz4xLwpphm/09bok+O74tJ1riMAF1uHhYQ15fbZaLa1cuUoXbb5EL3jhi3TVTa/QuZddo3KVN45aK6RhaKVULne3ltRYpk5zxJsyTcmbKxod1+oLLtX6jReq3ZMIOGf44jRfd75YEzZW0XMhtZoN2xGJ/EfOJdL8X50BLzDMavJ/Ss6TEkiSLqTMN+H/X6a9kXjvvfdqw4YNacMG3ixzxOts3759IqUeYo5I6cvpaLrHuII5dSLkkd5+++0kOnjQm5bOzfoeAi+pi495UwflSmSTz2uDTQjKmZBzlKdncsWC9MCBAwtq5L2nyWN16Jh5Mhb8v5Ge2DEXazhj4KKXvC8GMqbMP6ivq0/4HpRxQoa6skagRqBGoEbgGUOgeMYknQmCKptrp1Iq7No571T2vroOnnz4IOKicN6N6juIhcIee4TMGSoVCgcXckDVtXcfEVK/1s5UqFs21bNzOelTlh37D+iRB7epe8j/kR6ekj1DyfVhBz3svLmbZmdn1EMfe3uklUepQoLkOkUp2YHvVaQNqbTD3WipwLG0nr2O/6P1eIpCvapS205iV1Vf96adPQZx/27RUjdcRp6d26YD1BR00T/1sezCDqHbGBsZ3Qgp6dCyju4reBqqkAGTeuJlf9WJ89GncBBPXVG5mndOyZvMpUqhJKJwBfKsn2zTHHYWDRV2UEtjWfVCHePNQQd9ulGoY+HdorBlpcqisIATv80mVRKp0fGISmX0yuQav5FRKNnc7ZqnEg6NPL7SeA2P2VQVQ8ZjyGnLvE2BT0/u6zlpNBxsRWlZlVSWKpbA97O/AAAQAElEQVQtkxwQarYtNUdd39SsT8A7R6d8Wj4tHoMbajaFE2WBkudIyLIH3vGcFLaL9ReeDwtQWw31mB/PYWV85Hw4jbJQ6te3Th59nhwChZv8xlYvDskBEg59RKgo3A9S/zXPag1cn6qO14zaFgKu519+uS685FItW79OhTdNNGSbmyYHeHIgLDAgNR5KdcaLOvM47pK8zhSFhhy0NNy38gLo2slNw6U/Pf+FshU96yM1CiXrnEjUFKXkoGfZynGNbzhXnaExzTioOVINaaLXVLs1pmGfoI2fc4HWnbfZXZqJutHwnGkeH8lLK+Ut9Nib0Sn0rGdFxiOTFp6rld4Q4brJjnDT+PW8yVJU9OqqcB/aKuO8du1a21upwbVpOVV4PPUtcPHYuwr6ZpJHk1/wuUOUkmnVpk1asWFTOjme81qa9FqY9MnttJrqGufzfHK8duNGeSdKHjD1ycblIEODL49ZcVFQR/r/2XsPAMmuq8z/O++9quo03RM1GmkkjbIsZ2zW2AZsk+FvWMMCJiy7JixpCQYTl2TikjMssAuYuCyZNTkHExaDbZwlK+c4mtipqt77f79bfXtqxhPkIGlGc2v69E3nnvDd+6rPefdVTV251mpsPxK/xytbEmEbPMI+dKGo+9rum1j7vAeu8cn9Huud84m1vBdbXxtdzKirvebUq1m1tm1oWredo2pGMXAi6us67ROX4X0hX/ed30s73nitn89Tt+0wbdW0Z6wY/F1M/VRT9bO/SlLWek9wXW/dujUZfNNNN4nPZH7pl35pSiSf+tSn6mUve5l+4zd+I43DxxweI922bZu+4Ru+Qdyk+d7v/d7Ef5lvZvz5n/+5IiZrxPsJSRqTSQZJZPm8Iyei6caOB6pqghuJ4Bvf+Ea94hWv0Cd+4icK+ZwYclqabyr8yq/8il7+8pfrOc95jq6//nq99KUv1Q//8A+n/5rFotTr9XxzYlV1XeuZz3xm+kzp3//93+snf/In9eVf/uX60A/9UH3CJ3yCPvVTP3UzoWUeOii3b98uvujoZ37mZ/RRH/VR4jPuH//xH69v/uZv1lve8paUQMODX31f63/6p3+qj/7oj9arXvUq8YVJ6MVWZPFY9rd8y7foBS94waatX/d1X6ff/d3fZbhQQaAgUBAoCJwlCEz+Cp0lxry3ZhCyKfzbf39PDCSP3cUMHavLwWZnssZq0t+utWq6Tj4akhwEEcy3Rqee6Ut1pdp/3BsPEziPnRh0bneeK59wNWPL6fU1f/HF2nX1NVq49BIdrXq69b6HdOMNt+m2d9yiB95xqw7fere6dEfZE3qthr2xg2ArcTA6dsCK7ZY0sYuK+8YeW/fJwDh6kgO02kE8f3DDCeeYzzCaRwofULYpkcHHum9eyDbKdrROXEbwddZVNSLo79Wes77qRKiVczp1UVt+LVxsuxAk66R/7KCxdV0uO8vxsHgRbHfgTmOa6ItOFXhO92/U25D9plEp6cA+ScNkg213UtJrBl7SECenBF+tx0f4acLHiFDPQXAy2GNn/OkmHKHWEiaUevDHGFMnOER23/aoaSSPjW3TyLiPwvsgHORnDNIcO9KF5cmtkIiSISdXq4cO+RTvXr3jre/Qm9/2Tr3tnTfqnbfcpjvuvFsP+CT18OGDvuGwJuy3iIT30CfABFlVVanvQCuanq1VemR0ZN2d7Rj75E4kw3WjsH3qKuOsxKd3e2047YCXfcueQXY0tVQbe/NHdHLLFEr/IqRMVairam3dsVO7fMo3cMKhlCh4RmM8sMP7S7ZLxqeD3O42SE7yVDVe62pin+vNYCACVnAe+dRVp3y1HmmNqxK5IfZBEmSb+kvbtHXPRbrQp2s7rrxeWy+7WouXXKkdl16pna5v3XuFZnfv9eS+E7NGQ7s7DtmWDaw6JJ6ZqsoTjccFO7drYX5WD91/n44eOWSbWnV+n6g9XLGIGuuBBx5I19aeC3ZrbXXV7jcygFZiJv9O6+zy+J+JnzZtqht+z/WaV5zS2o/tl12hbVDy8SpdcPm12u3T2x3uCxJc2yjvhy46oedM7qVxlPasq+r8tjf0iaNvkPiaDbcjGJQa7zPZWxnzOd9o2Onkd+7C3XJWINai9ZqPAnz7GmlgnE22e900Ul9rbZXw9zueOjUSN5Xqvvr9WTXeQ+maQxAUtt36W/brFBonVsMd1Qa5OKt/IkIkmxFYLfEts6985StFknTjjTfqq77qq/TiF7849X/Zl32ZSLpwqPK+4+SSL8sh8Zufn08J4Ad90Afp+c9/vviSNfh4n6DMmJGs8qgpieY//dM/6c4779w81YRv165dyR5082g0fVyPJJ7USdZIVknsSFhJHLlWf+InfkJf//VfrwMHDqQ9nh/dJfH7q7/6q/QZ09/7vd8TCS9PQdBPAv2N3/iN6bpANu9tlJzYkjx/0zd9U/KbGzUk1D/1Uz+lD//wD9f3fM/3CJ3YNTc3l2RyikpSfaFvriAbTPls65VXXqmf+7mfSx8h+diP/ViByx//8R/ri7/4i1PSiRx0FioIFAQKAgWBJxYB/m4/sRa8X7UTvJ1cYET4j1hsDnaOyiLcJrgy1V2nWblN9rW8Kr6dcd1Ha32+9MfJh2Mh1Z2nDwnOOo0cEHQOwhRTELq+xJdmXH21g8ErtHTBHh1dWdehA0f04L336c6bb9ZtN92oQ/fd6eTwsP9w12pJzgjoLHrzhz6bIvcP3WmVDmdDqhyw+a5yXVVOMkbivyqQJj7zh3XMlxnFSDWZsXk8VbhkMQ72ZJ8kRWjQq9XYmfFoLQUfY/lVQeFfMk5j67OzVXhepbH96pySyIJaE0yBXux0OQlyW7qV+l0DLxfv9mPYlQl58gx1EjaMqNg+1X019tXLYh9bhdfGoahHW3VJp3xzIGxR6GSv6oTOxMU8TlE8dsy21q3JD7rkBKLyKWeNAMhDnX2Ha4wQ18GixWaPGSl1Ti67tvN62APPTd8ye9eduv3mW0RAxyNrR5fX1FY9DXjUeWFefD62cdJXI6O1YH6MASfWyKuNQc97Tl5Du26fYYC7EX0K1yMUEUjYoEqIshi1qWfyW6nD6GGnk+HKc+ra83GyOjafGpSmpjWmVfl+ijEn6XBy0Prmyvqq94z9Fad3zUCyLZ357X3SSwm1klUDYiW+UKYazErWmwJj27G5BpZl67zn+G1d3gldIkuw82OuR6pJaGhkflmf6kb1lm2+uXOltl1xnXY56dx59VO17arrtXTpFepv3SX1B2qjFmsGDJB4hX9BLvjZ7Hdjuu6m3au9OVv1Fxa0fWkpnfLw3/6EWg2MYT8q789W9993t9ZWlrXLpzf17KwtxOgTpSFRnjkpNzEwUvRW7o7OhvkGk2S94fX2DYZqaae27N2nHfbvgmufrgtN2/Zdp9lLrpL4vKz3iUyd36/wlak2QLXts0j/2BZ0BPZQh9yNJVbTVq1Gvq3R8l+U0BeR9lbYFmwSwsae62tS/b6EXV6Xw0dXNBaWTwjdYyeVUOs5jMVEgNdNKQnXut/RnFBycw8aj4dee3PC11SqTdGE7A4Wa/JicELhjnStujwXfmrv+c77mBJ73/72t4tkjxO5X/qlX9JXf/VXi2Tuh37oh0SC9Wu/9mviUVh4OfnkM5skYYPBQJwCktTBs3fv3rQXR6NReg/n5JI5mTgFRR7tymCS2FOPCJG8Lng/82VeJIjZtn/4h39Ip6zo/YEf+IGU+H33d3+3fuRHfiR9UdHv//7v6y//8i8R479dg2QnJ5F0cHrJKeSP//iP62d/9mdTEviiF70onXrecsstsGjJ1w8VTkJf+9rX6tprr9U///M/62b/XSR5JAnldJbTSXCCFyKpzkQbuueee9JpKDiQuP7Wb/2WsBlbv+IrvkIk3n/3d3/nvdUlYs6JFMFuOrH3uHZpFAQKAgWBgsD7CQH+ir+fRD1BYvw3w3GRoBRwu0041WGO65Sdg5+gQl+mFLg6UPJA7eRr1n+UZ80vJwfy6dS6k7EVDdVfXHR8VZvRE8eVnM+lOqeGnJpo0EiWTfI3HpMyddqydaf27rtCV157va645im6ZN/l6ZtXK+s58PB9uueOd+nI/rscmq1YaGvip7WVrcIhXKTEqJWiFXGeaw4DK6WXgxc5sKzMU4UDNfPLVLtOEtmYk0fTRPJpwzpPSpSmW5KTKjmwrO1bz/LpJoAzDPJfZomK+4WcTdLGq9qwsZuUtiHxb4yesTC+hlAkb5CdTVMcf9rSVJ38sn3h5K1x78Bz8FWuy/ZULvGbPr54ZzLhFL/xxXPSKCC4gq+V+5hvUcLncBtq7DckPk82cmBs/8Lkaebg9zGCv/ZY1JVq21px2ux5hx9+SPfcfqsOPfSQZpxUXnXFFeKbeLnzTrnHJ4Xbd2wT/7VLhX3WaRdV+Rf+Nho7mW6VfGM/sd5W655kQ4QZPUfd2NB3hrD16LGf41v0t3bRvJ6NzfRMyHLk1e9kGfKLmZCr6cdjHqmcYEQzUBe1d0yttu6rGixI9Yzkvg4ZOv7Vummx1qh0Klk1PfOH5ORifXnZ29fXlS+bgWWb1X7I8m2nG8yDXJWiTfMNc9JCYFwFKIU6hdqqVhc9dfWcNLtFmlsyLUrzrjtAb7tK7DfskV+2wLOUZLEHwmmWu0//E9J4bVU2REuLC5qzzfyftitHDqvn5EiWwRd43X37bVqcG+jC3bvku0nqzcyo837AB08+jY7O9rSJojMblAr7ad/GqqUB/m2zj1ulLTvtn6lvX7u+5PWQ54z8njCyd50T8bHntyZ3a6Jfk1fqmFTT7zCXlbamboNSv1eO62RSn/zuolKFrkQ9aWZWM1tsj4fZKfCn0nNjg2g3Hse+8F5uhGW+rsbr0rr3wdoRhfdxy3sSfBsU+HGirRtjSZbrsUEuzvqfyn9bspF8wyyJFUkm7wdrG4+Vk5xxesmjpjxKC39EiKSx9RskN64ocz8l7YhQXddqmiY95ppPHkkA0UtiOfC1AE8+YSQ55UTxkP/OMU4yJ7/+4A/+IJ2GfuEXfqH4nLa7hF4SUPrg/83f/M2U6CKTxJXED9kkzl/5lV/pg+9ZpqXPm37Mx3xMqnOCmSr+xX/n8qu/+qvilPI1r3mN0M3JpYfSY7PoIXFd9N/dnHgjH1/AAj6Iz3M+61nPSsntZ3/2ZycM6McmTmWPHDmiH/zBHxTJfibGC53LCBTbCwIFgXMZAWKCc9n+M9reORONiMQXJJkbgQx/hOh0SqfK0VKfiN/xF8nmspMGTjirQU+zS1ukxgEWsdI4nAg0Dod66vwHflhXcjSqNoYKB2y1oyFzKBwkNr15caK13QnGtkv3ave+vdp10U419ViH99+rIw/epVg/7FNTBLcp4JSD18oUJgljoEktIuS/nimIbR3INg7eZlLAC89IddVp1slv7dOK4epR+ThBjuY8Z2yrXLWpKe4Z+4SK8dGq5jy/Zx88ZD7kjCXrBo3cegAAEABJREFUxZewHFmHO2wbv02O/O2mSNaCsYBfMsQe5Kd1HTmdG5QuNn7oMTCihB9q7ZLwy+sCd5UMdM1B2Gi4Jofcmun11HN/ZbusSY399AGIKgepLUme+z1DQpbyCy2ubxQyj1sbP5POxE7VwRzjjXnAs7Zf47VlERDTvzFpEwOwquxFdJ3XrpVsz8BEQqKVozq6/yEtH9ivhZm+rr58ny7YtVM7L9iphSUnCE5CENQ6mW29hq3XQJY1kSnV3lMDB4/hgLxd982I4XDTLXiyLUrrMFTrtZz0TUbBlDZuUSYytoGUqBQRYt8TqLoidyi9jpuQetKvzsZWdc+INEanp+jPqRrMqo2ez8NCR21fYvSvypR/puvjdujuVnJSfuSR/VpxojbjBVyccxLVMNTZlA2yJteMiPes8cXWOtltvpBcVdXUku0iuRp1tXh0c73pu2w0GtsR+ysD0Zm5tSGdeT1h88ddXreRlw0JrS+RdnPslBUnRfJ+7A1mtGvndnXG/ZH0/+B6rscOPPKQ1paPateO7apmBr7X4wS18i6xD6eUmQZahSC5NHUm+eXSPx5pNK4aDWOgoWqj01PL6WftoL6ZV9fMSD3r877x5nG9wXXP04TAwuLspH+3GzSRLFHye2QdrWVJAbTMtN1gX5nF7snbzfZ5sG48GrZDGkWjytemB/gxpjJNMK00KcNla+7Ke2Cm16npV1Ln/XBkv9YPPaJ2bUVzs331+pbtm0zsETOIF58pHXrPUN8k25Pr2AZF7jhLy7F96IGT7Vvz+xpf/vOyl71MF198sTjFGzgZJJHjcWxO5TgxjJh41ffNDdaBzwTTbxHph4SRCsni0NcgMnbs2CGSOOYwhi50M04bqirj7wp8LlT7vQY+eEhU7733XvEIK6eGjEPYRHnNNdek5BAeklv6MmEH38pNmwSVb7am/pSnPCWdhPI4LF8ORR9+8kVH+/bt0xW+GYct2MAY32LNY7uvfOUrRUJJ8sh7FQkpX0SE/bThj4j0+OyLX/zizSQ36yDZBjNsB79M6ChUECgIvJ8QKGIKAu8hApO/QO/hpLONvfXfZ8eYgk5mG0kS/fzhccQ0iWkIxnyHn4Coc2dD4rHeavmRR3T4kYOS/6DNL27xXXwHdrVhgr+rHPaZ6p66qqc186x16xpVYzk7kuA54mBzeV38NyId/69dZeMGtbRtXou7t2p2aaDR2iF1B/ebZ9nyRvJEhQOzsB1Q5boSEWG1qjydJFBOsoY+bWnX162u1Wyv8lzmj9VzIjs/U6lnW9ZJKKEYq7Oc6GQ9EvHG2MnOyvJhhU9w52d6anqNepYvn5DIpxDhIJFkM5jkaDOwifkOQpXqrW01OUCs3KZP78WLNUvTQj74GjqI79TUbljmeGVZJH19Wz/nYDRsX2CXiaWoHWlWDlzb9dUkYvMX0zcbxyrT3dRxDZLlW7EZW6clY59e1QK/EQkn39jpSHvio1n46eTYHd9b4zlygN3a+JHndkqybPdo+ZD6tnNpYVZbfJIpfAqGzQuGPuVDZmOf+qyfx7wNzTCW7OssfU5G121DN1wx1iPrRH470cM+tV0yT2dZEz88/YSfybXQKu1571MWv/IGIGCDPCDRj01e57R3Xe88EWoVRic0dnvUdU545JVJlmtV3rpj920sol1wz+SHeia4w3M7JxaHH7hP995zt4Y+2dq2dUn8X6Rpz1nqZObJf6d9aGhwGY7Ov1ojgX3eNYq6UfT6qgfzkpOvUVTqIPO54t+tSfYmk/HkmrBHgd8T8JVf2J7rqTTetQP/djRys9XO7dvU9+Id8E2p4coRjUwP3HePtm/b6mR0p0FqFWEp9hu8PWnz5+Rr1Xrc1Lngx2Xmay1GTjbHqm1trTWXbTVrP+2rTz2Dbz/2xdHxbpB8ruXp9k5ynuOSFkJPQfZ96JsbY3NWda3aZOOV9wKzNlzxKoW7w/tBWh11WjYeq37P8KUo3jsr7/nKeNaQ5dW2uKFs11WbwuO+qCUn50fuvkNHnbDP+KbWbt+Q2bKFm3qNOs8dW2aXvED7ScgugQ90ktGzritdfxtWJXxd5zHSX/7lXxYnfS984QvF/63JF+z8+q//ujgNZA7JIsQeOuLTOpLSkTH3dJHgUZJ4klxBa05m6cvEvJ4T3en+XM92kDiiA76+9ziPtfJ466d8yqckHfRn4sTznnvu8f3YQ8py0EWCih2cmNLms6B8TpT67bffLmwmYSR5pA9eeHicljaUx6hfuPEZzXX/jQMH/GB/RIRIjCH64YX4nOq3fuu3is+/fvqnf7qwEyxJ5pkLLwRvLqkXKggUBAoCTyYEzgVfqnPByDPZSNAj7vw7IQxHprUnhIMd4pax/1CtO5Aa1z2lAK5blxxkNe2qwicVfdfDiVw99qnW8Gh6XOjQ6prGPqHsL+5QM5hV8M/JmBwMyfKisoawPOtpBg54Hf2sHz2ih+69W/fdcZsO3X+PtHpU0Rje2hESZL7e4sLm3dgRyejIoaTtlVqfuMiJhdIr+E2/A7VBu6Y5l/0Nuzvby53/cdVX5RMnIcfxqhtOHhfURl/ra2O1vvONmAof7WvPAaCPFOzzutbXR04a7ANBetOHzTSWnESOnJSM7Z/zDPd1CoNYYwsdxleu21110RhhkwNdM9r2zvM7B5eVfak1DghPxpYxITnoHFXhMak/lqqE6cjlqmZGK5rt1oSNWj2i8fpQ45pTFJ+E1X3L8Bz/btSpZ52t7Vl3MuAJSvZpLA9rrZoxDdQ5mPYRsuQgdkJDSa1PwgYaVgPfJPDahLtstsat5PWsm1nrHOgobd98UNtpxkndvE8iZ8arnr6ixu0+eo3F2HZ4w7jfQoxb60B8POxsX18z9l/DsffBiumofAQmrR9xua6xbxqMV0d21XoxOhWWYT/Vm/VKNQ6uxup8qlZ57efGK+p7DcP4NOxTr+nY84ZOQEbolVQZ28b7s7KP4XbrHpmccroIyXtx7OtgZLvX7Ze852245MTI7Kf8qfCRUftsKepSvVPP19PCYMZW2HjvmzDViWyVbwbUPtUKU2Ma+/TvkQcf0P4HH9Jo3Gl+63bVi0vWbYkVAmU5JguvvL+qXOKPZY1Hy97Pa+o2bAhb0XmNwn6sew+Z3T2eX/VU1wNFNKaeKmNjDQkF1LBPkM3+lXEQL5fwUE3kNjzyLNqd7ZFvyiQcncXF7KwIzpePHNXq8rKD76H27z/gZPMC+YhJ45UVRb8n2S5x8mghYQPR72r6oe4u16llcnPjx1t7ozaxIlQr1LNFfcn1sX+7Q+vDkXd9bZJa29kZK/Z6+KZS7feNgfeEjKGMm8GTuCY0eXnVUoWPAlTeM7XNqIyXMNZ7ooXMAZ+XzCJahccrX5MkIY33UhMS+y6sJ6w7vP6V92vtNe95r/a6Fflq895dkbg5dOSgHuLGg0/SjvjmTOOkedvui9RbdKLem/Ea1tYYdi3UWFfPOtwx9WMjY6p5DlRJ6rKZ1P/lX/5FPAL6WZ/1WfqTP/kTfdqnfZq+4zu+I327K4knyRfrUNt3iLmc7vWcPObPQB44cIBu7/VanGzCR9JJZ7qZ5MrYexWi3Xkt3ZWuB8qIoPDeXUsnmjRuu+028Y2vPMr6i7/4i+KLgEhA+UZbPjfK+Jve9Kb0eVMSwPy468GDB73tZ8T/B4ocEkJKCHsjQsjkJJM+voU2IsQpKkklffhGmefiP+2IiZ3YD+EPp7nI4hT1137t18SXKr361a8WX5LEZ1z5kiK+1ZfTU5J35BQqCBQECgIFgSceAf8Ff+KNeJ8scNAZDhIjeho54Odzie3aUQctI8mB/Xo9q6Mx0HrdV0fit/qwtHKvtPqgdNh00H+8H7hfo/v8B/ctr9ddD92ro05Ili65Xou7rpbqObW+wxwOelWP1EUn53NaWVlXv+urbhs1vvM8coJ5+OBDuufeW3XnHe/S8qEHpGZoHfsl/uA7uTxy38N68MGDzm0W1Vvara6aU1SNhocPO3Cr1evNqu8k8Pbb7tLanXdJhw6osY294SHb+4jG99yiu269RUecZFY7LlZvx2VS+LSjm5NmLtCO3VdrfulSPXRgrHvutP7DR6TD1r+yQQ/codtuepfu3X9Q3eLFWrz0etvY1zLfFuog0VmOqvmtOmSfxtEoneqEVIWkesAv2WBVxnu1ndVyN1DtU5aISrUTYR06rGq9UaMFHV4LhZN1HXpEPjbW8sN3S71Kdx94SDOLi1q790E98pZ3SE7yG62oXjPfUa/Hvbfo4L13aNV4HW4rbdt3rdRfUrtWqVoda3xoVWvGftjra9THJjm4X5c6kwPn9fkduuvoWMNeK7VH5aMUY2DZw4O247BWm3k9NBqov3Wb5CBd3jO+u2AhC5rffqmO9rfrkO2//Q7wc6B86IDqo8bv6EOS1/WRt71JB+++x0H+QN2MT2bm56W6koxX5b1Sa1Gy/G5Yu3RaQcDfrVnXEcn7Y/neu7S2/4h641ljhv0hybY6gdKw1cLF12k4e4EOHl7VvbfeJu2/V3HofttuG7ynxnffpLv+4W91xJtwOLtoPwfqzQ8UWtV4+YAGllW7NRpXWjd+Va/nfWYVM3PS7IKOeu0WlrZp/BD+WWZYt2y/qTOZM/2ETYc629+P0IAEQJ33e6cZ1wfmajRSN7Rfa76GVo3xquUt+/o6eJ90/+3G6yY9+OY36sZ//ifd5X03GMzo0uuu167rni5ddLm03Uma907YZh92KZygx6hNOc/w8EHd/JY36V9e91eG/W0arh5UxFidT0iHqyvqRa1+9DTvBKgvqTZVtj9MtCgr9zbejT339SQ11lV7naJyqx6YbaCoK8v1oH8qEzwVPKrdck/l0vOa+QWJBNLJ2969+3ThhXv1tje/Q//2prfqskuv0LYd9sXY1jwqXFs+SerGTZ+wrRUyTJWl8hMhhXGUzAt5TOHOyv2NhNomlKzoKzTj2kCVf8u/JXep1/cKdOF7Tp1q21x7rQZek+boAd325tfrLa/7C938hn+UnOjJY85QPS9YRa35PWvdN55a3/hY9vvBnOdv37ZV+MiNubpXa93Xh11SZXvqppK8TrV/901zUWngDdL65pDY31z/ozV5gaS1w9Ih74Mj3hcHfU0ffFjLd9yk297+FvGtqUd8zfW2X6QdVzxV/T3XSP1tUsyq6s2prnrJv1oSFC4nP9afG1RNVW5PGM7K3yRRnFBiXOu9w+ccOX3jvxl5/etfL/5rFJKmj/zIjxQng32fNJJcwc/c1dVV8TgtCSXz6c8nnPBx8tl4XzJvZWVFVWVgzEQ/33J70UUXuTX5meGRflfhqetaEHzuEo+4kkhGRHrcl8dheYyWz55/3Md9nOb9Psd/gcLnTLEJ2cwjqaSNDZxm9vx+wykmYyTG9HEiSp0+fMEPbGBeTlwZo48SX5DDXNoRk4XGBtoQj89+/ud/fvqMKV8OxIkxWL7sZS/TB3/wB6ogQLMAABAASURBVAu/IkLoBidkR0zkMB/CDspCBYGCQEGgIPDYI1A99ioeLw2VA6mJO40Do5RMOCLpHOR2/QWfaDU67JOWlYfu0/L9TmgeuEvDB+/V4Vtu1YM3vEO33vh23XvfHVpzcjizfacWL7hEg917HUA5APIfdA0c/jSynFDrIDeaGTVOELvlFcd+If6/wsWlBdVN6JADvjvvulWP3HyDxOcMDx7Q+P4HnD86EPPJ5PzSTs0t7VLMbrH8cODYU1X3tLo21OrKUOtrIz14//165xvfoMP336eDt96oA+96m+676w4RhMxt2arZ7XtUcTIw8h/RoTHu+urPbNeWbXt8SLZFDz98WLe+7e0aOcE7etdteuiGN+sW+8gf/v78khZ271N/1950CFc1tTRoJJcrjjDXVKvqz6hykKG1VXUOTluOOThFdjjYRa2x/Riqp6O22WmA7LjUDKRoFB5r+3Ma99zeMif5xKdfV+apNePTrd7CoqINrR46orf/4z/o1ne9Q8tOMsd336YHbrpB99x5p0gflxzUx9J2qWdbnCBEf1a92Xmr6mnserWwRfJ6pWCaNe81mnUiP9i6SyvG/S6vweqRQxquGPfhsuyWMV9SLCBz4JPEVhYg2RbFQDMLu7TgdWf84UPLuvWd79KBO+7Q/hvergfe+gbde/M7xJcBjZ0YDetGK8ZBDtwUIY1DXTVQPZh3DtvXgw8c0H3vvCE9Or189+3a/64bnEC+y6dh+9Wq0WBuuxa8ByTP5bSxcjkzq4GTsP62C+1/Iz7rdPDO27R81y1a9fxH3vbmJGO4tqJ6flHNlu1acWI+JpmQNFuHV0d+VYm6qpbvx2g0Hku2tz83r9qJ56oTjdWVI/LCms9FTCg1TvjVVDUWTshJaN92Nm6xJ45yIwZVPt0aLx/Siq+ng7ffrAdueJvueudbjN9b9eA9t2vkG0Bb5he0becOzW3ZIXk9ZbxHdV/e+BONrCM165D325EDB/TQg/frEdOBRx7S8tGD0mjVmkN9+1I7McGy8JxpUkKgcu+EwrVpctM/kzHBiz7IvSf+dIxH7e5I1AbzakXVqN/va9Z7Eer3ZyT3KfFWrpvdloL/RoOO46h1C5qMe07S5c4wbfxQPRVtsKizztrvHY3nN3Sur/sezmEt739Ij9x/r/F7QEce8Y2A9TVxKgwLVNe1+r2+1o+uqOlcb3qSbZZfnZUmSLzW2Eid0kP+oWZyMioP1DMDpWmryxofOSD55ll74ICWfRPvyN13av9tt+huX9O33XxT+u8xht6Q89t2aOtFe7W41zcdfM2wF+T3Evm6kP0IKYmk1Imvk3aeyHT2tEmccqLHlwH967/+a/p/J7/oi74oGclnGkneSCIXFxc19rWaE6E8l/mN/wbl/lzyOCtJGCeFnDT2vSeTUP/ixJG+2267TRGR/m6QwCEffpJb2ug0exrnc4/M4X0He/ivUbABfvQzRiKHPVVVaW1tLRH2IAs+ZJG4UvJ4LHKYyxz6SGxJMsEB3dhPgsppJHsSOXwONCLEvFUn3PzNYy4lOiBONJkHjiSYYEhiSR8+bt26NZ2sRpxjGwZHCxUECgIFgSchAtU575P/oBAgOQRKf1iTP1UtERy6PLqyquX1oQ45MbzngQd1oxPMd7zrZt1w062u36Kb7r5LdzzwkA76lG9223ZddMVVuviKK7Ww3UlJ+I+V/7Bq4KCqZ5K07GB41UHTUdMRJzUj9ymsz4ntopOpHbt2a9aB/aEjy7rt9jv1pjf+m17/z6/X69/4Zt12171OACotOomand8iVQ4RfaKjxoF33TjObt01o+07d2t+cbuGHrvVJ5033HybbjQ9+MhB1U4YdjpY27H7QslBvOrKCQzed4r5WW2/8EJtu2C3Rg4o79+/X2+54V16x8036+Y77tbDtqm3ZUm7L7tcWy/w/LrvuZUa8zpbcvzY+RBkLBKSNScljkKk/kDR69uukGNBZyatE6rOyZq0arXDTq77lwMiRWh1OPLJ51grToIeMfZpkufXTnLlO/z7l1f10NFVaXZBWy+6SF1/Rg8ePKi33nSz/s223vfIAVXGb/tFF2vnJU74Zx3MO5AapfUMGXYdtWxohccWU38tKfxTOaFZ1JalrVr1mt98y21629vfqYcsU8ZX3igHDx3VQ/udHK2uq6Kv16Nb+NYszGuHbdqxZ48699//yCO67b57deeDD+rAyprk06ttF+8V1M3P6zAnWMafU29VYfzntWXnTs1v26YjtvGOBx7Q2266STfeeYfutqz1qlbPtvW3btWaMX9oeVnyCgzD+CWq1PPcC/bu1ZZdO9UaU3S/6447Ez53PPiQdSxoxyWXqp5b0D0PPqyu7mvEzQD7X3ut5Fcny3MZJoIwAkJXtcW4EqQSxB3yabRU0Z3odL+QMXYgPM0ztO+c3Lzhn/5Zb/yXN+jNb36b3vaOG3XTzbfrrvse1IEjR7XiOXP2d5fX8vJrr9Gll1+hOfvuzWQLQxGsW7UpNpw4McZNhHXLZw+SoAx9zSX9YdamVtS1K7KMY3NTx2PwKwKlFuyEOMDLbfTPzsxraXGbtvpanvFaVPWGTUDv60LmrarH3r7aKNQKpRf6XB35IvE9K/kQXGu+ObJuMlticUZjy1rxJIii08HDh1T7+hzMzkm8H9l21hvmynua8uS04Zv9XT5wML3XvcPX74033Kgbbr7FdJve+a6bdIv37r0P7teaTzUXt+/SpX5/vWSf3185EfY1dnLZT57eFZ86cq3g0czMjDipJJHq+z3t0KFDm4+i8hlIElL61n3TgDVgLsRpHvsfQk7eV8iiTeLGdV1v7EHmc7IZ4fdLv+fC0zPW6IUHXcxFF2PIZfxTPuVTaIpvq6VCwkjyia3w/NZv/Zb+6I/+iKFE9EeEIkLoh9KAf/HeQMJKSaLqrvTzjGc8Q5yccrpLPzaQLHLyCcOP/uiP6lu+5VvE47zMBTOSUmwnwY0IUSdphZ9v0MWXAwcOJDu2bNki7EIu8iMm9sFbqCBQECgIFASeOAQ2ooYnzoD3XbMjpA0hsRHAdrHhVlWr8akRCcjitp2amVuUOIWDnOhEf1Zbdl7gJGOP9l55ta68/mm65LprtcUJRzjJ5P/QlGUleRHWEgqfaszv2KGFHTvVzC6o55MmmUdOZno+ubv4sn268uprtdtJYX9uiw++GkVvRjPm233RRdp31bUOuq7U3C4nfD5VaD1PbSX5EGrcduo5cd22Y5e2XX65+G9VONEbzG/R/LZd2r77Iu259HLt2nuZ6qVttqdWSoYtp4uQfMI3s3Wb9lxymS72/N2XXqK27qnn+QuWuf2ivdrrZPrifVepb75VJ4ey7WP55VL1QPNLW7XNSfPMwhYHie6vCGmTeW74x+3Gyda8k+stlkmS0zqE7Uyqa/mvveYchINr40B86BM4qXby1NO6T1KaLVs18AnHtosv1ewll+uqpz5NO/dcrNrrVDno3W7f9l33FO2xnfO7LpCi0Uih9QgnttK6OvW3LGnG61mlE+JKsk3+5Z+eZh1wXOAEZ/eFFzsfX9LauHVKB09PcmLPfpj3Os2Yqv6s+3q2rdHQCYXqSrNLS9p1yV7t3nepdhm/kfFrZ2bULC5p4YI92rLnQs06qZR9W7VeL5ntCqnXk5ywLuzZo92X79MFTgoXL9yjlU6S98nSnot04VXXaPe1T9G2vZcqjPNa3ZejJ3V14yTefPZN/b4W9uzW3suv8s2PKzXv0/b+4lbNbN+hnZdeqou9fxYvu0JzOy5wYr6gRd8YqSrLMf4RYQkolKKp3SMdSxpayXt6bm5OnCKkgG0jGNV78YoI1V7vA05cDx1Z1YpPukkOR1WjajAr1mjOyfNlrOXV12hh7yUK30RRfyAviLoubF9teyvfRAjJGKgKJTLmC16H3Rft0cWXXaadu3drzntY7vcE/4Qkz3sf7LeAyU9MitP/rmRzJyzYaL8Jkpe2bdXS9m2ibqDTeMSGQPNFbNTTyLv/qt69K/c8+rLzevM5ZYNKkiK/F8xuWdSO3cbu0n3pfWhucTGtfbBHfTLJLqn9htOurvhA8qh6Xq85Xw9iDYxrBBxy7ZgZ2BrHmpNauNfArPsaP3j0qB56+KDuf3i/DvqmzsrQ113V04L37w5fi5f5/fXq656qC695imb9PqSB9+E67zyWMZH2pPw98DXXNI246bOwsJD+e6zbb79dJEiLrIu95nOSv//7vy8+l0hyxTUaEWlfzc7O+rIdCF7G5BcyXaiqKi35Oun3+3rDG94gbiTRT5tkkf3wZ3/2ZyJppZ8E7Cd/8ifTfxdyyMnu05/+9HRCyfsB4x/2YR+my3y9kfT97u/+Ll3JXirf9E3fJL49lqSY5BN/IkIkhIxnGeikja2comI3fsM39E0kTlE/+ZM/OdmETLCBmPOHf/iH+v7v/379zd/8jfCBeSSZJMjIx18SY0r44Xnta1+b3s+2bt1Kl377t39b3/qt35pO09EPb8S77dzEG3Hy/jRYfhUECgIFgYLA+xWBc/+vPQHXBiRj1x1+TYLDsGsmkq+rrr1eT33mB+j6Z3yAnvK0Z+v6Zz5HT3v2B+o691319Gdo3/VPdZJwuWYd1MvBl5zkdHVfzdysVh3MrVnoqgOr1n2LPj28/CnX6/KnPFUXXrZPBGmd+VuPq2oUcwtOSvZqr+/i77vyGj3zuf9Oz37u8/Qs05VPe6a2OwgMJ5+KWo75PKVn68PhYtjunoZtaHXoQKweOKnYpauvf4ae8oxn29Zn6VL7seCETEs7pN6MCPRQqzo0DjmIt6imp4GTkAut57Krr9PTP/B5eupznqsrn/oMJ0H7tLBjt0RwOZhXzDjo87yRTx/somJ21gH+lbrWGF287woNHBCNHdSP1DlZlNZc12CgJSekFzoh3HftdWqQIaWkEOxmjOElTjCuftrTtWff5Yr+vNZUadl+Vf0tespzPlBPee7ztBXswGt2Xrv3XWY7P0hPf94LtNcB6dwFeyQneASlR9eHWnfCGZU0tpx6YT4lYlc//VmWf5UMoOR1UW0cjWk4yd9+0SW6+ilP19Oe9Rw94wOeq50XXiTWFHlXGJPnPO/52ufELXp991dO+ExVbflhe/tasA977P9l11yr577kw/TsF3ywrnjWM7XFSXxcuFdzV16ryz/geXrOi16cTvGGMvYYWNlIB5ULuy/URT7Jucz4XP3MZ2vf9U+3j1drsGOPWLtm98XafdV1utwBX2e9Mo3r2hinVZC8tjOWsdsn0ZfY3iu8duB2sX3S1p2S/d3uffC8F32YE4pLVNsPb311xmcMVqY6KrUWF7atrr3XWDvXCQT7vtmy5lOU4dqqe07/QwAZEUJGBNKUXv1+X1uc+O/wTYcL7c/FtvXKa67Xdc94lp5qzK957nO1z3svFrdLXmN5rW2g5FP7cVcZMNukxl02srLcJDs0dvLCydu8b4hc6j3AZ7xlAAAQAElEQVRylW/e7HGyOru4ILuloU+1eUS49UxFrffLy+rPJCciFJXtxgiXzczA/m9J1Pc14UGLCNPUT5zQnhpC0lTzvaoivfGv8Gl650RylLCr1WzZqgu9P/Zd81TfeLpKM4vbpIq9Hht6RtJ4XYcPPOwbBWu+H7KgeV/rqoynWUIuJTzVKe00n3j5xsaSbyBd5DW6xNfHXr/vQVd43a556jMFXe6bDrzv1ebzG4YUvlZ944EbUkmJzvbX+2YfSRKncPxXH1/wBV+QhH3xF3+xvuu7vkt8yc2P/diPpc+27tixw+/hXUqWEtPGL5JTEi8ev81JJUPI/YiP+AhR8kU5fKaR5JWxF7zgBekLdfis6Etf+lKR5H3O53yO/uIv/kJXXXUVLLrxxhvT3IH3L/Zdf/316cuLOr+ZvOpVr9JnfuZn6ju/8zv1JV/yJfqpn/opPfvZz05feFT7/SQnnSSx8OekNiKS7IgQSSmJLSe0dGJn0zR6xSteoQ/5kA/Rr//6r+vlL3+5Pu/zPk+f8AmfoK/+6q8W4y972ct09dVXCx3YtuD3VN63kJGJLwXCPhJqEkxORfl87B//8R+nU2PGSeArX6tQnoetuV7KgkBBoCBQEHj8EDhlPPH4mfA+avIfx2N/RHCncihKGWodLkXT1+ziomZ9Ilk5QO5vv0Czuy5Sve0CVVt3SVu2mhYV/qMmB9EjB+bD8dinVtjlkycHX+Oo3O407KSuajS7tF0LO7YrZuYdIFSSA9/KCU9H9udYTmOH/vNbNe9AnOCvRsf8FqnuS6POsZ7l++7+0HXVjfsrVbazP5iVqjp9YY6Nl5x4ND5J7G/fZXt3ilM1WY+iMp+D9aaXkhRUdpbjnE7pVdWST+X4jGN/aauwYcZy5kyVE8ROPXXq25eeCPhat3wQKFU9NfZtxqe+jkD9B19qLaszE67Bp7qW7EvjE7bZnbvVr2dU+1+njZeDl4ETXmRUswvq7HPSVQ+clNZO4hdtm5OHhSWXxs+nLrPzS+ovblVtEqfQ/TnJ/P7lOWHtsoWGzio6B84zS7vUu8BruLhd2NzBEbXwoeVRYNujuQXN+BR0wXYOFrZJxlfmCdu04L0ws+R1bwbqkOn5lQMhMPTKWWat2klZM78g0e91GEajkTfAaL3V0Do6y2ts99DAtKYRciJsqCV6HzVbFzW7c5eWdl6oLUsXqOov2JfGy1pLg3nJGC9cuk98Y+zYc8O2yevZIiOtb5XwaZxgDuxnjQ/eb+rNqbU91fziZF2dTFTeE/gu5nWehzxTl7yT6rpW5z3tLidIS+Jkjr1KIEvf6YigcXqcIJDrraoqDWZm9MxnPVfXPv3ZuszJ5gVO0pd271Fvy6LXvaeWGyfGQnVjESbvLzV9YW+r0NDjnUvs7nytguOaT0Hol32a3epryGs16/2W5rRKa9xFZc9CqsOlRT8eP1Fb3wRbX/Su12qcdPaMgWr3d93Eigipikn9Mf/dGr3W6oyD9Y9G3oUtumvNbFnSnPf/bEry/L4j93c2iM8Lexd2w3Ud3P+w/Falea75LVulsI+qFJXXSsdenunZ7bGOzVrl/S5Ff6BdPsG/zInMviuv1EW++bD7kn3aevFlqnyNWIHSnue9wGJa33ToZB21yfr0JH6RcOFeWhtXSAy/5mu+Rpza/dIv/VI6meT/5PzUT/1U8d96POc5z9HcxlMIR44cSUnb1q1b9bznPU8XXniheDIBWUNfJyShJGwkhM961rNE8keSZTXiS3+++7u/OyW1W7ZsSd9ASxLHfx9CgsZpJnJyAstjuLXfJ77iK75CP/3TP60XvvCFSddv/MZvCDtI5kgQkcF7AMkj7wNLS0u69NJLxXsJNmV/sRM/9uzZk04g0QW//Nq3b59Isl/96lenU9kbbrgh2c6XJ/3CL/xCSsLNpohIcrHxmmuuEbr4f0Dlwac97WnihPRrv/Zrdcstt+j7vu/7xOnrh3/4h6cE9sUvfrG5lGREsIP1bq+Ik/e/G2PpKAgUBAoCBYH3GYHqfZbwRAtwoMUfshRLOfx0PON4sHPNQan/oKTPI44kH4xIDsZGDnJTzNXVTvza9AU9nftFMGyq64FaB0PrjuDXfXJQOdFonJw19Yw4QBg7QGpV+3RR6fOOfE6KvJH+Mf02wCokAn/PHbvREWCN3WU9zI3eQD0nD73ZOaPnJSDQ8x/7se0l6akHM9LsrIO0Ga07uXEO7ISh1dABJcR/WTAi6HbANiRitBRPlayvpd82dm0lcowjR1ctg1Sxp6qeM836JK92Ah0apUlS01SKqifZb+wlKSYSXXZSHO7rPMKf5nHnOXKtaqREtXEOH0hV9tx9Hku+tpMZy3zhg9dH7q8t56ixOLw81KGVdXWccgxm1e/P2R5jaV3rqyOprUVSpRhoZKmD/qyQNpa8rpF8Go/dMw5jUnkMkkuocgInra2NNFwdamSZK9bXshZVX2BC/7rHfHBtiZVGXptwLWwjNHYJddY9tr8tpZOfarDgBGNLonpmQW0z4yUeqPZYHbbZMrxlbF8ng2kCj1prXadlb76Vcac1yxppoCG+R18yJp3XqrX1nVuV651vBrBuYzaV+TuX66ZVb7RuFObqqerNe3kaLfP/vVrG0FhUVa3K68+1wEl/Zc4qjJHLiEiBq3+pv3VJ253syjY/+PAjHn0ffowr+3NsvFtTwrQZiBPN8KlmsL9pJzL+7LHkey35+uuML9rxvXUlqkp1z/uQvRVeVzplT6ra1yRlpconauFrxex2h5nU3ntCAnSihHAHJPS7PvmxDbRbG9Z5lu2S7RR+0KWQ6kYytjI2gleP9atThFRVxsZ7URvYjb0XBE7GfHI5hszka4BrrNVw5agOPOL1b5qUnKYbPcypauVXlyubpZ3crHsJXV9eWRNPQXSe2/RmfdnOqxrMKXxjQcZi5L2b9nJYru2Lvt/bTCO/P60P312DRT6pfrY6WcQhksOR379n/b7+5V/+5eIRWv7rkZ/7uZ/Tt3/7tyufLlInaWq8LiRsVVWlk8Yf+IEf0Gd8xmeIU1DGer5OKGd8w+Prv/7rxaOlP/IjPyJOPNEHkZQxRtLIyR8J6Ite9KIkg0dX//zP/1zIgDciUvJHnRPRn//5n08nkPyfoa95zWtSErh7927xpTwktvCt+v39da97nf72b/9WJMrYRHLL2Pz8vD76oz86JYHf9m3flvSQkJKsktzy36J87ud+rjihxDbw+N7v/V695CUvEXLQw80u8HuZTzx5FBhfSGCRDyGDE9jf+Z3fSSfEnN6SgDPnh3/4h8V7IfjBm4m+XC/l+weBIqUgUBAoCDwaBIigHg3fWc2T/4jksk2BXqXO5cDBz8CBb03QW/cVTvaqnoMegh/X+078gjGFfWROKCLUOICqTZ2Dy/BIT7Vqz5FlhqnxnMbzawd1BHTj1gFY1Oo5mGqcJI0ckI7Wh6pcD9sQ1kmwFY0D6ug5gA4nWuiTFEp/HJdXV7TMt0lapmxrJ6nqOVCve8nuejAQX2bTOhhZ99iaM5O6rlSFGxs/YTtliqpWVI0WFraq76Sus5KxKidxsm70NupFz6dMnbllrKDwKW6lEUmfE6q5+QWtrq+bXxo5YRp3pEaeG5UTroFj6p7WhyOFk7ZKk1fUlcJJgZWrcdAZxsQxpxxrqbb+Bb64ZnaL88payyv2d2VV4UQcG/szW2y618b6WwfsnfkriyXB5CZBo1Bd9dR5XOo7uJ3VqvWPWyUba+My40SnPzsnsKqduM/MWabtgKeLUM9jfesP93WavGoX6ElC2jZp7axrbOrUaGxbSPrWXQ7dN7T+cTfpb5zIMj+QUYXXq5Fsh6LS0EqbsD/GeewAu/WczvVoZtWmGxu1qsr81tl6LeVXZYqoVVdO3JqexmAzt6QZn2iOrHd1bajWyVpVz2owu+h1Q89YEZajSl0XTnrHliK3NDllTK2NX96zWxaXrL/WwUOH3VmZTv1TVcePR4R1RZrAtdE33uAc9kfYkPhth3Ebub1sv1bsH4n3qJP3l2yjVBu0pl/ZP+8tjyOwtcV9Xy89n5gpKuPXSSGNu07hCfhYNwNVHusk76mRfz8eP1MY2B786IyzDbHyymsQGvnacOPYj/mONR67GmvgDWGYQr1eT64I0zpV2oDV29r2hw1KayOA0/rqWjrBqrxuPZ/6y+9bUu3B2vwu/BOtEGdJercX+NPJe2tV9TQ2L/tdYRm196LXSe5vfP1Vlj32tZNItstSwze55PeJLAdZT0Ya+iQSv0jWSO7yCeSsE09OLCEeOSUZhe/5z38+hejj2hv7+iHxJKFjDskeCRtMg8EgfRaSxAzZJKPMYSw/4rq2tib2xQJP8HiAL/JxkR6Ppez3+ynR5PSQ5JVEj/6IEGMQbYgEk4Qyf8EPYxEhEj/GsQ1bqOMPSSefo4yIdEoKf+3rmC8igg+74MUP5NKHvfwdx298oo5P/B+l2MfJKd9iyzzmw0cd3ymz/dlf+goVBM4jBIqrBYGzFoGKN/SzmfjDBXr5Dwt/ZGhTYncz8B/do8sOYRwuORAdOfLh1GXkSGZ91Dp4IsCp1DnQgaqqd6zuRE4ERwRJqiy28u9Qr6pNlQaWN+N67ZEwDZwc1A7KwlxVNArX/UtuyqyKkGX7l+XVTtgaB8/ROHFIg9jQSFXjRI16mFe2Txr76PTBRw6o72RspHBSGHI0rUkA39tITCtPHTgI8ClC9KyyVs9/vKvQ5ivsc4fUzr8ddYb1EnRCnduQnPTIs82adM/2YnN+q0YDn941TpC75FujGQcklaR+HZrpNZYeyZ6o+lL0NOcgd7ZXKZCGUOOlqhKvvhOmvkf6VjHbSLO92i1GpMr4zTn5mzc1XhP3SE6khFxTZdmN7anNPmvd842EnL7lN72+2WdNffVcRx2qO/+CZPzDOGMHZVhXVfUU4eRdti0s1BSmXlPJRaK6khrLr9yCSMgr8/dtz4zXc9Lum2dGtZPGxv21dQbUWqYJma6ln8Z7y0Ni/qxPf5gvcIWikUzM7dteiACfvCUcnHdeL40qNdYDtHKy2XN9xietVdh/NaIMy5ojYdDk1diJQdPYg412U6dK7dPklFT4mqiN2badu0Wicf8996T/y47AOCIU8e6UBGz8qgB7ox6pHlJV25WewtdTa3tGqryHK5tdqamNVTVruR6PSlV4mU3aeNWV1CQ5Gx1TRd83DKQQ6x2qdeJr0O+d2PU+tzENendBlbtMXqvGSXs0rIHbqhRVo9RXNRMe97nyuPxEhCrj5yteEb4KO/n6lHoD41VJ634jrBrjFG5Atu3A/v0i6Ccof8YHfKBqX+9a8Y0MhW9AjcWj/twgarmTppO/vNW9vjJVgi2812tjkvat5ch7QpRRqfO119U9ta4PJWVqTw60Oc6dn7ETQq6dwWCQjOZvEsleXRt/9/T8/uhi84cEbLOxUSFZIrmi2ff7LSV9lFkOxSULSAAAEABJREFUdYjEMPPQJgll/amTtFFC9FNmu7J8Elz6p4lELrezjCwz91NO89HOvmUbsS3Xsz74IPYaJXTRRRdpWn7mpQ97I0KcUsIbMdkkjNEmid22bRvVRFlfavhXtj9iMu/E8SzHrOWnIFAQKAg8xgi8b+LP9PeFvzfnElURoYizl/Ifo4hIK8cCUGnJohzpDBxM5T8y3Pkl4M5/GMPB4fpwPZ3Crbpc9WnYNK257ShI6ciF6Mfy5EgqTNWJ5EAOCyA5aMMGKPxrmrrUCEWEZP1Kr0rdxpw2ta1yo1wejrW2PlLdazS7sEXzC0uqejPCtrGUgjPKkSVQTqh1QC9MVWCXhWJz5zrRX2cj0ia0TxGRbKkcsNepLoXklpJF4TrkwhqQ2ThgbSx7EjxbdOJHNER7ZGaCxhGJER3JKFd4prLzqNema8dqXWJX7SHKbGtnQa0zKw+r8w2CdDyCDJ8CaoO6ceUxK8pzKc2DChtoQ231OJJtYbZE/mUXFRGm2r118skV+1OZqGnSZxtSJZeWn9q5dH+YfZrcTJg5dN8sSTghfKtg9rwkx3X6qKeSySbq+J8JlCHmYjGyPVXQ5Jcnoc1rKjqQL1FL1Lk/rbVbnZUxnAldQ5+Ytw6K0x4PS3cg3HOSv7i0Qzt2XuBT5tV0SkKQPPRpDGuWCbk602tDGUWLDV1nnMNLFKmkrz3BLnjNlvbuyOvP56ZTOR6JkpOykRPjUWrTN9Iw1VuP03bpzQPvmcx7zMbTAhnPVD5mWs4s2HtdppD/+f3GVdckb4tE6+vrWjONySC9D1hbBmrvAxLEZmZG9cycNOir6g/UOEGqm5DvWajnkj2ULkQuPBbNxJqyhu2GdW3an8aiqt1TqaMdPZeNiXa49JB/wvRk+hkb05x44RcJE8kV/bQLFQQKAgWBgkBB4L1BgL8jp/v7EhGKOHeoIgB5IulMugGchTqxzMHw0aOHfEIiQhytLa+ksufoPZw8ciLX7/V1OmodCnUpOuscpZlaazPFCeToWROCx+RkK8zKTy7da2lysA1rZ/ZOY3dCjo+dgLnfbZsmyKmZbas1mFvQjr2X6aprr9NV1z1Fu/deqsH8Fkk9y/Ac11pLTj4z0TLC7aTX9ZRMdK4QFDKeyKNOOGXq7B9zIfzyVEGVp1SWbU6aiex2Kj3k0r+TrLEql1B0nfvDPtZq5ZnuD/QmMr/HN22lj3EniiTwtUsCWPixpbMU6gkM88m2ZrIYWZGwl7Vk7kS/hcBnn+RTP+TZBVjFnAl1at3T2T7E+pDHKtoJtVJai05yziszTsjtVM+l+Wjjwia5b7NuM6hjGyQUe9xqlQlRJNskpNME7tgNoWNikL1g/omEkA1CRZIND32eMvlhFTdq7kc+RA9vVlXtRIBkk6uj7ivmF7W0a7cuuGivOHHhNIXTicRbVao2KCJEwnJK8k0clgFCVyKuC2xwI6zPO8SrINd00hc3iHrWR8mJ8CY542ls6/HUaDJeKc9Ztw2ntM+J1pnGwNRLmZaP+pmI/fSe0JpvJkHrLk9OviH2KOxcPwWPoU5bovMipGvKHewrF6l/fn6gmZm+auOpqlE9O6+tO3dp14UXaffFl6ruz0mccPZnpWjSdgwprRllEtJZmp2eyO+MVZf46IbC+5Gy83XZ2o7Ws1tPSX2U8iVBCVHP5PYEk/cNg1Nh83j12510nVD2+/10/VCHHi8bip5zew+V9SvrV/ZA2QMn2wP57wjliX9fzpQ/nW3jji2r9AfSlbOyjEhhjwAawLmDTElwnB8bqmIScOeTTcY5sUkBj7O9saOf7mSl+/A7Ks/PVHu2m8rkpuMnfpR+YQ+kY6+Jhcfaj6aW5xxZHWlIBmThzcy8+rNONOu+fKCjZQfT2YxaDhYdEFYOGhv725gfUzElHGFOKBTx7lRp0jcplU43mQvl84eYGJ1+Ow5MZeXgseeBnvVRNpVUh2xJqLLMyrqqyh1VJUEW2NWVopLCZeW+KkIuxDyoCbleuW9CFiSLkjtMIQ8mYk6ikKqQVNkqy1X4VxqolXjzkIdJwh3aukcyJHqfX8jcIGQhM1yZpolZrSo7Ybg86p/K5B/4K8x0u+c2GIJB7XZ2YXPdPG4RSuTxzVLHXoHiY83kakQoIpJ+11zXcVShyKPuVTdyauWTQzkxkA3rDWZU9Y4PkEkqeIw9U98B9OkobGsi+1m5DjXuqK2zZ6oVgirJLbm1QeHSxLU5obG6dqxxok7cYDqOUv/xPFzTg15f/TPYeKrxXr8vQyeboVS68mhK1jnTmfj7/cb2nY7ee/v7/RnvASPrJF/5xaZzPe3LTlpbG2rkk2vWVfZPXpvO1DjR7PtGl5q+VPc8o3ZuybuB1LrlqW5LEVD6ler8igiFJBfKr+PqaaXzyKRM17CryS6XmEm9n/DpG6Nzl+yOJteZVNfGkT88dJpOtfdK/7m73mXtytqVPVD2wOO1B/xn5JR/X/i7c04RgcjZTAS+AJ4JW6kTjPIFA7Mzs1pfW1O4c3HLfCqpz/quPkFO7V+No6GTlZXHxl3rc7aR2m6kziS+nYYEEBo79HKyKge74jhrPEw8idezWodk4fmJzJrKjbYFOnLrFBETcnQVptp2ust9UkiKulFXOWisHfj59EHz81Jv4P7a4/Uk+OtkWRIBdmCTKWwXJwuBEPuhRGa0jklyNqnjHdTZfki2b5q6dl3h7La1j51l4nYm2h26PA6PUmmv4bN4+MYEV66MbSlfnDJ0CY2tB2qt110yXInMqta/WuPcWqcgcDe/xcrqxIkkZUtHmj+SbOeEDDQ/1g/PtC8GSBB+ZoroVJsoExmfym1Ca9rYBzFvuqQOjW0b1CZ7bQdKp2hsx1ovBBhDXaq3drlVZz3gl6jFNPdtlLjWGofO+HWW0XnGhMzn5ean6/gtwZsSHPtsdsuVXDX5tweTjDTgtn88kBkmAvjtjRK9xnurJzUmbm74pJObNrxxwgJFhBqfhmU62R236T6rT/bZFUGdf0HhEhKPcppa751pGjnx5ZFZ1mZCoco7PlNEKOIY5X7K2v3M4XqatuU9rvuGTpv2XZtst8mbJdtumqbHNn021mPftDodTU7wRj4BO56GPrGE3mObPW96TqvwzslkgzDOPuXrYmbQU69XKyIkIyyFohlosLCoLdt2+VqrNBqHRp7HdbfeSnzSYDjsNBy2vix8k4L9vgEAe3bkOryQt/vk5o7n2RBLl/L+C1cTeSzxuS3v08q6OPGX7XxfT6insXgi6vna4XrBPW508uU51KEnwqais5yUlD1Q9kDZA+f+HjjT35cc+50rZRURijh7KQPOH28oIigSRUT6Onb+wHNx8S16DJCI8h9ZUzeLKk85WUmfPKZwGOukL0yqK6n2TBeprEPK1NRmrRIpwnFVp8pzE1U6VqfPsipT6IR/IdUWHxs0djy37jxmyK81GqbhWMP1TqPROPHWZq6rWlXlRKFqUsljw5w4emhDQ5dK2a6IcDEhbDie5PlQlcq6qlRbQc/yawNVV1JTSb1Kqt2u3C+XUOVywhvqhTwOhWRcEl/07FU9oXDpuVXt0j8TRzTR6b6aMZNcZz4lTR+fKsxvN1U1Idk2pbJy3UTdFI08bqqqJNOFwr+gyiVUR6WY+le7nnoipA2q6lqV7ZdpuqRe1bVqJ1/TFAYmkUGirN2u6toyQhW21lJUUGUVXpPK5WYf/Sa33S0IX7E5avigybjMw5g2/Ixq0p/6Ns2fVEL+F5nMF8dIx70sRBAMVlDVWvdeG5EQOolIyYTr+bOcTOX6Ox3hwyZZbGVDp2nyCGyjXmWqJ5T6jB9l5mWtKgt6NAQvxNzT2XbGsV5fyEhkWKxemcLtaaI/3CdTZT8NtxLVofo0NDnBa/TuZd997ztVNvI4sqH+Uabh+qpPOdfSN5Hyvjh0IjlqQ152U6dmMKfGOETVS/54WcR9ib4v8P7G3lZth2vvF1MNVfWky92+POy/NinrpUz4hFRXE/Jlq77B6yWS+h4YWHffJ83nKskvvjkVcjV9GRP/HQn/zQnfNHuu+lXs7r9frs+CY8Gx7IGyB97bPcDfFP62QNT5sr/pvy8R4b/b5w45FMCNc4c42cTa2oEPpzN//7rX6YNf8EJdsHOXLt17SSp37dip3bsu0JxPP+uoHBydnCoHPI3v/jeDWlW/VrheO/FoTP0N6jlK6tW10FfVtarGZD74mdf0Kgdo706NIzeo53JCDrabRk1vQn2Xg96M7d2hrUvbtGXLohYXd2r70m5tXdyuJfdt37pDs70lzfQW1VQDB2i1ZqueBlWd2k09o/6gr2amMVFCjXqDY9TYL6jn8jiyD31TE54TPVXeuI3l9qq+6KvcR5tviJ2re5o3zaE7rNv1XjMjqPJpSeV21eup51PlweyMBrNzqd70e6qNV9/jA/MPmoGo1w5g4a97fiNqoJ4a41w1lDNqjEtlfuQ2Ta2B58+ab2CiXbsv6bW8JuELzzHqeRxqerZ1g/q9Rg2U+CsNKHuVoor3iCrzJ8IH1+u6VmV9YT2VMc5Ue081tM1XV7V65u25rDfaldtVXQueY2T/ewPbaerPemxW+Fkbj0T47/G6bz4T61whD4pK9RRVVSUoIhRhqhtFVU8oeh5r3F97zy1qYWFBXEv9fl+9Xk+UNbY1jXk8N05DdWVZE6qrSj1TP1GoXx1PPcup3FebKtsM1VWlujLFCVTV7p+iqfHK/FBdVWe2zzojTm5/ZTtqr11jokzkvVabmhOIPqhJe26gnkuoqfuqpqlqVE1T1KqOo3D75PZEvOf9jfdE1eur6TUTairbVm/S0sK8FubnvL7zmpmZU38wq55pMLeogU+4o+opXXesfX9Gg96cBvWsevUgUV1ZXtXzWvbU83tD5XVp6koD6x0Yg9p8UOOy18yoV/cT9T02Ic9tPNf7r5dsq9TUYaoTRcR7vYYRT/xcvjH1ggsu0LXXXiu+fZX/vuOtb32r3v72t+t5z3veOe1bxBOPb0SxIaJgEFEwiCgYRJxfGJzp74vOsVd1xx136Gymd73rXbrrrrt08803p/Kmm25Kd5EfeOAB8X9ubVnYkr5l89DhQ3ro4Ye0f//+dDefI+bVtdXTLkd0HnZApXAZlfxjclm77aBKLsNj6SNSLhMrHa7LzKFKbdudlo49bjcWyXLrI81M7pB4pHQ01HDUilOH9bHkqodc8amTGSSNFRGJsCViUne8rNYnUq1PQltPnpScjB4jRCQaW1JryqU7/WOZEo9rWqT1hOQfuRGa/qfJK1xYaYQr/hE8rnfuk0ud+DJPRGgy7sGNekQYOcnDSTf65b5NPnmEH/dFuFJNbGRSBG0TZWTsJR7vg/DpOBpJQNyOzWuGvB5Drxt1ZCayyM2SOmS9rPmpyFvAay+eDBSPE3qZlKkbt15D+2g5mNpZFkR9mrDVplmO+d1ou1GqtxuP8Hb0tUP7YLIjY9c776HxeMamB1EAABAASURBVGT5Yx2TFa6/O9V1rcFgkKhxMhl2Jtjbac2k9fX1dAJGObZcbbwq8zVNs9E6dRHx7jptiMJToMrjUFShylSbKDNFhCJORnL/NB3jqXSsrvfl5es/IlSZIo7JjDi+bgZFTPoqMQkKpWdJ3U8Z4l+nCJdTpMf41Xp/8Bw6JXuu9b6mKxPrX1W17dowpOskX3CdS18+Uii9goqHxEZmICpVlRThkZBk8jS56bobguS936plz3bs36FNGU/Ie4n9tEneu603OtecWdO8DiN1br8OHDggnqbhb9G9994r/i7xBVx8GRd/s85t794j6wtzQaAgUBAoCLwfETjT35ezOXc7mW3VpZdeqrOZrr76au3du1dXXHFFKi+//HLt3LlT/FGvHUwfXVnWTbfc7KCn0+ramkYObNaG61rlv4NwUMXnCE9FrQOedm2sdtXkcmwaOeMbmtadwCVykDRKwVOnkfvGw1atx5kHf+fxNgV5nU5WdrbhODJvt0Gtk4fR8gGN1o44eei0YtuPOPk8Yj3D4Zra4VHTYdNRjcarWnMmumpbVp3M0B6PVtW53jqR6rBjo+zMQ5uSMRLRscfHTkyny5H5htY5NmF7R5IzXrcf1t2ta+j2sjE66nFo2SU2jEbmGa6qHa1obBta492uGxfjOFoZC8qY8rjm0DLXsN9EfWQ/xvYRGtomiL4WOcgdrtjnVcteF4n4mnlWbSsl7fFwlMZb+I0l9o83ypRI2k7areck7D2WMN9Yi9Zlps64tBu45ZK+TGOPT9PI7Uz0T+R7/7i/tb42l0nmWPCM3D+ZM/Y6dqZx6h/bL3S2Q+8d87NOicZDtRvUda7bn66zDkrW29Shx3PGLkeQx0ZTNLZOCPx51Hx1eUXDNa9b0mlZLqcxSX4Yl1wyl3m5faoSe+GF0L9uvdCaMYfYqxD7BmL9Rmn9W3EtMQ9i7nGET9M05Rt8zIFOZdej7R97L03TyHsbGnrPZqINjT0Gtey7tE/Bc02tr9l27HJjzdqpknU7njo9WtseFZ+vUa7bznui9bXaGvfJ9eA9ZswOr6xqbX3kazrrZe1t6/qK33dW/f7R2f5OY94vk0+rbkMe93sQWK97HdYta+S1Hbveeu+0I8swsT/xr2Wfskc3aOwkdEKtxs4wW++tk9Gj8tFzz3Y+Ek1s5IbnyDcBH3zwwffvOp8DGOB/oe4sWfdiR9mLZQ88WfbAqf6+nM2528ls8z3s92M6fg6K4j59qEr36ymVXlX6LfenAcrUM+kPt0OaDOm9fyGj9nTIhX8sPzhVcukW45nc1EShx+jUsVdu5lK2bzJq3lQ5XckYlBiTiphUtdkIj0PI3RikgOQX5YQq1eaBwiWk/Jow5JbL6gTSMXVSqmvzNc076TxeHOP0u2TAumlps5y0TvU7NgZyudF8D4oq2RvWh4xcym2lV5V+n6odG6O53GhuFrn/xHKT4WyqYOTp6Gyy9b205WTuvZeiHqNp7LdpOl7NtP15ZLov1/NY2txpLyNTqfluPCqvgkBBoCBQEDgpAqWzIFAQSFFEgaEgUBAoCBQECgIFgYJAQaAgUBAoCDypESjOPTEITG5ZPzG6i9aCQEGgIFAQKAgUBAoCBYGCQEGgIFAQeBIjcIqE80nscXGtIFAQKAgUBAoCBYGCQEGgIFAQKAgUBB4XBErC+bjA/D4qKdMLAgWBgkBBoCBQECgIFAQKAgWBgsA5iEBJOM/BRSsmP7EIFO0FgYJAQaAgUBAoCBQECgIFgYLAo0OgJJyPDqfCVRAoCJydCBSrCgIFgYJAQaAgUBAoCBQEzmIESsJ5Fi9OMa0gUBAoCJxbCBRrCwIFgYJAQaAgUBAoCByPQEk4j8ejtAoCBYGCQEGgIPDkQKB4URAoCBQECgIFgbMAgZJwngWLUEwoCBQECgIFgYJAQeDJjUDxriBQECgInK8IlITzfF354ndBoCBQECgIFAQKAgWB8xOB4nVBoCDwOCJQEs7HEeyiqiBQECgIFAQKAgWBgkBBoCBQEJhGoNSf7AiUhPPJvsLFv4JAQaAgUBAoCBQECgIFgYJAQaAg8GgQeAx4SsL5GIBaRBYECgIFgYJAQaAgUBAoCBQECgIFgYKAVBLO934XlJkFgYJAQaAgUBAoCBQECgIFgYJAQaAgcBoESsJ5GnDK0LmEQLG1IFAQKAgUBAoCBYGCQEGgIFAQONsQKAnn2bYixZ6CwJMBgeJDQaAgUBAoCBQECgIFgYJAQcAIlITTIJSfgkBBoCDwZEag+FYQKAgUBAoCBYGCQEHgiUKgJJxPFPJFb0GgIFAQKAicjwgUnwsCBYGCQEGgIHBeIVASzvNquYuzBYGCQEGgIFAQKAgcQ6DUCgIFgYJAQeCxRqAknI81wkV+QaAgUBAoCBQECgIFgYLAmREoHAWBgsCTEoGScD4pl7U4VRAoCBQECgIFgYJAQaAgUBB47xEoMwsC7y8ESsL5/kKyyCkIFAQKAgWBgkBBoCBQECgIFAQKAu9/BM5piSXhPKeXrxhfECgIFAQKAmcrAl3XaW1tbdO8X/u1X1NEJOr1epqdnU31fr+fyojQjh07BB+Tjh49qoMHD1I9jlZXV1N7ZWUllfxq25Yi0Wg0SiV82LC8vKwf/uEf1kd/9Edr27Zt+uRP/mQdPnw48cA7Ho9THd5cp4MxSuYzRh2bKCHkU0LT82hPE3ZmfSf2o+PP//zPtWXLFn3Jl3zJ5vCJ8qb9g2kaV9qZkJfr0/bRNxwOKZR9SQ3/mrYt+wfPiTaYVdiR5eT2gQMHtL6+TjOVR44cSXV+PfzwwxSJkJnt279/f+q75557Ujn966GHHtpsog/5WSd+Q5mB/qybPnT8zd/8jWZmZvTv//2/pyvZTCXrpj5N6Mht6sjIbXShg3buv++++2hu0gMPPLBZpwLuELJYe/og5LCXsGNaLmPIBm9K2pmQgazcpkQGZSba0/OQwzzGGaPMOulHN33TlPkyllneNC++5H7WOO8V5OR+yuk56KUPHgj5WRftL/3SL9VVV121ec3Th2zK01GWgeysL+8p5mErJXz4TD3bm/c7ONE/TfCyTvQxlzLzZT15vdGNP3k8z8t8zM19WSd9J9K0v7zf5TnIhze3qWdd1CHwpcz9mXdaJuMQvmUMaEPsrTyXNv7Qhxx4sYf+aWI8t6d9hR8djGE7RB0bIerT7we0zyd68iWc59PqFV8LAgWBgkBB4KxFICI0GAw27SOwaZpGV199tf7rf/2v+o//8T/qP/2n/6RXvOIV+qzP+ix95md+pl7+8pfr8ssvT0nC/Px8mk/gQmBDMISwqqooUsKaxwiCCBAJeNCBLtoRIRK6r//6rxeB4ud//ucnHSR4yIO3ruuUKEWEqMsv5hJAuaq5ubmUEFMnSaYkgCSpQcYjjzyS7KWfQPfQoUMpqbv//vvpSnaiLzX8CxuxG2zQj2+0ScI9nJJs2tQhZBIA0odd1JlLmQNL6oxjM74zD/soMw+6aIMVZQ4msyyCQjBnDBszFvRnuWCPfGTCQ33r1q3ipgF1yoWFBWU7uYGAPLCHHxtpb9++PWF+0UUX0dT//J//U9/7vd8rbNu5c6duu+02kWiiD/lgw1xsRQf+Ig+d6GIMOyMi3bRgXhJ8ml/4xDC81ME5IoRM1oQx9KGbOuOUF154YVoj6tiQfWTd2RfgBvbIhbAPPuSwl1iHLBd/wTIi0t5DL/tJfrE+zEOWmwkbSmTgf07WaUeEcsKFfvTCGxGbN33QST++YivySe7Zw2AKfy4jIunLbcaQC8bUWWP2CnaAC4Rc7EUPPBmLiBB89CEPe8EE+/EdYr0Zh5ANLtQpsRVckE+dtUYG4xGxuRbsKfrgxQZKsMNn5mAj41yL+IE/tKkjm3WHlxKb0IHd7F34WDdK9ieYRYRYU+rIyOPwYCdYRARNMU4F2djFGDrpw1+wwtelpaUkk/eOiEjXCDbAxxx4qGdiDJlZPrYwhkxKCH3oYm5EpPcm+pEXEcJn+YUs6mCGX6wvOIIdMrJseMyernHGqTM313MbDLENXDLW+VpBHnznE03+ap1PHhdfH1cEirKCQEGgIHA+I0CwAoEBAQ7BzPOf/3x98zd/c0oyfuEXfkE/8zM/o9e85jX6+Z//eX3TN32Tnve8520GQQQrzCOYIVhFTi6pE0QxRnBImQMvdOYA9J/+6Z9S8PxVX/VV+p7v+R699KUvTcE5cpEBITO3mRsRIvhjDCJgIxHIwRZBaw6mODUlQIOPhHRxcTElqLt376YrBXgE2ARldCAjIjZ9xGZ0Zn3IwG8CPAIz+PEtIlLyi8/IQz/98gv7IiY2E9yhi6DVQyL4hB/7aSOfkrWgxHfsxw700YdO9NNH4keJXMaYxzhE0kIfBA8lviAn66PvggsuSAkVdebgA3y0ob/8y7/Uj/7oj+qNb3wjTe3bt08kmjSQi385YYiYBProxxbwxtaccNGfeZl/KiKgZgxs4EdWRAjswQMfGMsnmvTlE5q8VvgALviDHewL9GMvNjHG3qQPXVkme4256GR9wJg5rCf7CV505Hm0sQssqGNLTtYffPBBupT3O3rpIFFCPzLRxX6hhA9bkU/yxPpjF3NySR3bIiaJLAkUfOjFBhIkEgqI/YSPWQ9z8Q+/IiYJF21kMAYhC/t//Md/XH/4h3+oL/uyL6N7k9DNPsFmbEU260U9YnJTgDVjAj5SZsI+9IEdRH9EpP1Hv/wCS3CCF+wpsxx0Mw8s8DcnSYzjL2P0W0y6zvEfeewB+iDshI86/WBBHZ25H3/og7he8Zc6lN87sBds6WMec+ijjX0RkfwCH/mFLegDN64HeLEVvJEDRRxbE3yKmLQ9PflDmQm/kIF8ZNCfS+aih3VFB7zsC3xkbbgW4GEOfMjhegJr5NF/PlFJOM+n1S6+nu8IFP8LAgWBxxEBggwCKQIM1BJ8EIwQmBD0EpzQDxFMEbTkYJs+Aml4mUebQIpTEYIW2lBEbJ4ewEdATWDDPMY5OSFhuO6663TZZZfRlU580E9gecstt6RTBAawgTIiUhAnv26++Wb/lgj0sm0kHTmYz3Pou/vuuxPv9C98IPEi0MM/xgjG8IXglTbBKXbjG+1sO1gRmEH0k5DgG4Ec8rAf/eCRk7N7771XyEUXQSu6sAF+fCYIvf322xGXTo+xA7l0IA9d+BIRSQ62kJTQj25kYxfymMM4JQQPa/6Wt7wlPbpMkkk/68wa5ACZRId++Dlhe9e73pXwxi/wxkbGIXxDB/ijkzZzCHIheMAAWfhMm31A+WgIfJiHjxGRTqrBA1yQiU5KZMFH8sF6ghH6sy7q8GAffdibA3P40cM4spBJnesi97N+zImIdIMC+YyBObwQcsGCOtcVuFHftWtXekScxIl21su+os6aMBeKOJZcsJb4yRx0UyKXfvYjvtDHvmFvUMdmxlgrkiiuCWzEVtYh20c9IsRasZ74jT3N7H6GAAAQAElEQVTIYD9kPvRif8aEMXgg9gnj2MjNE+TQD+FLlsGa0Ace7HXmMMZ6Yeudd97JcNqT2AUedOAnfKw99uEHfXl/owO+iAlm7At46IOHkj2dcSLZo2/aB9rIwRbqzKeOHbTvuuuudFIIxlyv9P3Lv/wLRSLWjwrX1Otf/3qqmzeqsJl1wa43velNm2P0ZZ3ogVgfrkH2KTbDjO8QNtHGroiJr2AOlowji3H6eI/K/qKfMdYVTBmnjc2sHXPYk+hmHDtYZ9qMnW9UEs7zbcWLvwWBgsBZgkAx48mOAEEGAQiBDL5SJ1DLd/IJPuChj2AFnmkiEKX9d3/3d/rKr/xKffzHf7z+v//v/9MrXvEKfcEXfEF67JLgiqCI+cgiCMoBFJ8P+4RP+IR0cvrOd75TH/mRH5lOrzhNIWh63eteJ8Y/7/M+L514oisTtn7GZ3xGGuf0jaCOQI0Akf7nPOc5KZj+uZ/7OX3RF32RPvVTP1Wf/umfrv/23/6b/vmf/zmJwS8qBJOU9HPK+jEf8zHplPX7v//79Wd/9mcpAX7a054mAl/mRATs6WSSQJPPn/Ko8XOf+1x9yId8iL7u675O/+t//a/Eg505wL3pppvS6TD4EBj+wA/8gL78y79cH/ZhH6YXvehFQh+JAon329/+9vQYM5h+1Ed9lD7t0z5N//Zv/5ZkgimJByUdb3jDG/QN3/ANCQv0f+iHfmj6HCz6SJTgIQHHjv/9v/+3PumTPik9Hou/zOMxZh6fftnLXqaf/dmfhT0luwSj3/3d363/8l/+i37lV35FrBEn3Ndff316rJrAlD3ChFtvvTXJ/M//+T+nz+K+8IUvFHN/+qd/WjnRJwEiwcB29gTzTkcE3yQJ7E98+c7v/E5hY8bku77ru9KJK0kVa0/Cg2zW41nPepZIgjih/7iP+7j0+VtuXhBUo5Pk56u/+qsTTi95yUv07/7dv9Pnfu7najppQC/y4Ec+e+k//If/IPYWnzfmcfP/83/+T0pI4GGPU5I4sNd4DJ11/J3f+R19yqd8SlqjfG2xv/P6oSPb9Ud/9Ef6iq/4Cn3ER3yEPviDPzjtQ079eQoA2WDIvIjJaTp4kgDxRMIHfuAH6pnPfGa69lgvEhLmIJu1oqT913/91wJL/MYf/GDvcfOHcfYgJdcp/dgCjvSRLFKSpLOfOPVmP7EurP2rXvWqdCIKD/iRmIMde4lr64u/+IvF+wX7gkf0mcv+/5zP+ZxN7JmLvfhJ/VT7m/VkHD3owDaSq3/913/Vt3/7t6c15VrgPenrfE3yfgJ/vo7xD0yYTz8+IYP3qb/5m79JHynguuY9iPe3v//7v9f/+B//I532Yj9zmA8OfAQB31h7+iHWlfclPvPO++GP/MiPiD3NGLrB+R/+4R/E+wBzsZP3QK7JvA8zLzcSqEPYR3mm91+u77wnuf7Bk/3D++WrX/1qsV9YW/SyNm9961sRmz6vPq0vdZ4Hv0rCeR4scnGxIFAQKAgUBM6AwGMwTKBFQpRFE7QR4PMoHX2MQdwRJ1ihjzolATMlARPBEo/ckkx+wAd8QDpt5DE8gu6//du/hS19SQyyaBCkEdA8+9nP1lOe8hTt3bs3nW684AUvSAkrj/SSkJAsve1tbxOBJYEkc7GRkkCb0w6SIPQSKFJyanfHHXeIxPMLv/ALRUJAksgXnxB8EUD/9//+3xGRHk/LQRt2EnTxCOGNN96YPvNI0kiCSsBPsodOMIuINB8fvuM7viMFtwTW+H7JJZfoH//xH1MiSTAOYz4ZIQAl8CNw/bZv+7aUYGIzyc6b3/xmYddv/MZv6DWveY0IlC+99NKUQHBChB8EpsjDV3wi2furv/qrlMj8xV/8RXrElSTiiiuuSEk1Sc7v/d7vMSXhS4C7Z8+ehCc2EuRTst7ghl0Eor//+7+fHnEG/49x8k0Cf+211wqsXuGbCeDEFyixVxBOMshNgh/8wR9Mp9kkSiRkJOvgnZNYsANDkglK5p6Osnz2AJ/xRf473vGOdFrIyRxtkgGSaHDkxgE6SG5Yf9bmF3/xF0WyRlLAvmMfc6JGEo2ffN4TGRdffLH++I//WF/7tV+r3/qt30pmsb5537EPuEHC3mKfkiSxT8CCmwYkAdle1osk6f/9v/+Xkonv+77vEwku/dlvZGMTJTahkL1HgvPbv/3b6XFxMKQf/L7lW75F4EybJCYnLnyulpspPO5Ows3ewF9uIJDkcCLNHLChZAxZ3AxgL3JN3u4T9W/91m8V6/wnf/InsKWTZPC67bbbhJ/ZbvYdDODP/mKPYwvXMokca8He+KVf+iXYBH6sDXuJU77f/M3fFIk7SRjYc/1jG2184TrCJvbImfY37y+vfe1rk56IyTVJovbKV75SP/VTP5XeW1grdGMPiTzXMRN4H8M/6vgEceOCNjZyk4uknTbE3iBhfI2vTd6PuGboh3ivIokm8cd2+iD2IusBPjyKDt7gwRi6uSHCvuYa4b2BGxm8V/zpn/5pSnbBC15k5ve9iImfec+c7v13Oskm0UQW7y/4hk4+GsENKk47ef8gSecJDPh4r6Q8n6gknOfTahdfCwIFgYJAQeBxQyAilANJlBL8EhwSbBCw05eJgAci2KWPYJCSQAXeb/zGbxQBPMExJ0wkMwRgEIE1vNzVpyTYIkiDhySKk0HkEdSTIH2hE0UCQnghAkb4qedElyDsyiuvTI+vEdgRsOEL8wjGmMPJGkExNnEiQXDKXX1sJvDGT2QSEMLDHX6CUoJWEmZORAhekUlAShCMDyQXYEWQTALE6SQBPwEqfQRuJHAE9diFDjBgDsE1J08kmJzEkIygG9vg5dTn13/919NJCqdQBIYEz8/yiR3JJfOQRyBLiT4SAhI+gmGSsF/91V8Va0BgjCz4wIgSH8AJ30hOSaZZA+b82I/9WDoVxJecPHECwgkoCQXrRjJJksVJFvLwiWCaRIzEmUSawBy7X+nAnz1DsE5wDT8yWDv2Ge3TETazRtjDiRPY5LUjCeW0iSSLRIWELstiL2E/+5HEi/3JyeG+ffvSfsdfcOSEk4QJm7GRRIwE65d/+ZeTKNaaCv7xxVbXXXddOo0nMeR09a//+q/FyTdJLfscXtYQuy+//HKa6UYL+5y1Qw/7kjUg8WBf5X1NMkKSSmIAH0kva0PyyQkU+xUMEEqCgI8kk9jPfvqhH/oh0eZUi6SCkzJ8wkZuzDCP64H9wU0a9gsYctoFNthI+w/+4A8SRhGRTva5lkjE2M/IyNcf2JKcckLJXvrJn/zJhA37meuDE0Gujewfc0nqKZHJKTU3BMCRZJCbTCRtzIGH64TydPubfc84fGDJXmOd8IOTeE5lwYUvvCIp53SZGyycZLIGzGON2cPsSdq8F7DfSO5JnrkJg0xksPfBkL3MHK4j5rDXWBN85aYMfdD0ODzZJ8awBax40oHrhBtKfFb+//7f/5tuVrGWP/ETP5FORCMi3QBgXkSk9aEOcT2wv0/2/ouvYIQubjZhNzrZx4yxj8EHvTxBwXse7zXIZR9Snk9UEs7zabWLrwWBgkBBoCDwuCJAwJUVEigTnBDEcOLBo3YEojwuxskWJ5kE1znpJOgioGE+iRwlj5QRfJGUEEAT8OfkiGQDnkwkcZxuEqQRyBGIMpYDZOoEPvRnO5FNP4F9TuIIvrGdfohgksCRIIy7+fRBnB6QQEWECLqRSz8+EFQSsPKIITaRyJCgfOzHfqx4hBQ+TmQITCF8+cRP/ETlQJuTTbCDj8camYcNnFKAEwEfJ1ycIHASRLDOKUn265prrknJC0E5NpAoIwuC76lPfWp6rJgkkj6IYJVEBntZJwJe5DNGIvDiF784Pb5IskIfuGILeOMTyQfrlu3mv6MhESQJgR8i4aNkHnhnnFk7+tD54R/+4em0lqT+6U9/evrMLSdVJIjcFOBUiSQAORAymUv9TETgz0kptpOkcOpLIM8agBGJzbOf/ezjxLCu7AESUU7t2B+0YSI4JxHj5AvMSFQIxBkjseaUmpNJ1o0+COxJ7EjKSTDZ/+gnEfsYnwAj44YbboA1fYMpFU5RsYN9wB7EbvwGN5IP9gZYgwMJEAnd13zN14jTNR5NhZf1JTElGWBvkvyw75EfESJRxJbP/uzPTqeT9CMXezkt51FifEcnY1yb7Dv0czODPuazf0jQSFJJFqGISDdzuN7QzTrQT9KEvZzMsS95DFl+kSAxzprzCDunzCSlEZMTOZJirmX2DzeYWDfs8FSx99mH2E7Cn68J/D/d/ua/1eFmAO8zyAFP7MQ+fM9+c73hLwkWe4Z1i4jNJA6MWE/2CEkXNyPYa1wPyIV4RJxHpDmRxW7WPCLSkwCMYzNEHRwoIya+Ywd97Fv6qYMrN4iQR8JJPxhSgik3vkiY2a/0YR8lxJ5BFyXvXfSBHyVrjGzef9nnvIeDC2Ngy40ZknuuU/og3g94j2dt2FPIQD5j5xOVhPN8Wu3ia0GgIFAQKAg8rggQ/EAoJTAiKCKpIVjh5IGgiEfgODXh5IdTOYJH+Al+SVwoOVHjMTuSMsYIXghqCM5IzugjaaCECGgI2qgT0FIS+GELyRltgizmYBcymEPJGH3oJagnEaIvYhLgIQdekgP6M9G3b9++9EgmCSUBJmME3QS3BNwEw/QRtFESYHOCSbCckzn6sYNEmlMPeJFByRj96KIPPOmD8I2SU67sIzjRR8KB3QR7H/RBH0TXJiGDE05Ol5CZ8SJRwnfso48xHpmFn8n0k7AQZNLGB2wgweTEEt3wTttNm2SBhAcfKJkbEemzipmXtSPZRD++gB26My+4kUBw6knAj32sF8Rc9CAfftaSEkIeRB0icSUBIIEggaaPcfzANk4DefSZ/8qHMQi/KLEhB9voo481ZB5YUNLHjQiwpc5+pk7Sgn0E9czlJgKPFcMTEelxbHwBXzAB+7yf4AETfEYebersVeoQ1wV+gCH7gXF8IBEGD3hJ6PATPWALFvBhH9cG1yhrSRKFTMawB5tZX5JXTvYYg+BnTUguaSOXvco81gh+Pj+ITfjMHoeQBx86mcdjnNjFZ4t5VJ353FhgHAw+4iM+Iv3XNb/7u78Le0rskI/dyGVfpgH/ou0iJZ3I4b0FnfSdaX9z7fHZ4ZyUMYfriJKEln1MHeLawt4sG3zxAV/zPmBNOKkHFxI1xrAZAgMSVW5I4CM8UJbHnmO/4A8lOqlTopv9gXza4MSJOHPZH4zRD4aUrCmPu6KTzwDThwza6MR25lJnPuXJ3n9JQtnn+IkMriPkgBv7m75M7BvWhaSUR6yRn8fOl7IknOfLShc/CwIFgYJAQeBxRYDgk2CFAAjFBMkkZNxx51SMQIxxAiyCHZIyTnrggZ8AirvlBDCcZvCoFgEuj8US7JGAIpM6wTXBTw7CmH8mIvCGJwc/lNhDH7IokZcDPNrvCZH4EOwRyBNwEbwxH3lggmyIwJMgM095JwAAEABJREFULyIYPo7AicfU+LwcSRdJCSWnfccxPgYNHj8kQeUkjyQVTDitIIGJiPTFMJwsEjBn9SRg4Irvue9UJXjDzzhrDUbgQBtiTVlfgm0CaBIZkh8+E8ljoBC2EcRzugsfhFzWkSQGOVkmOCMPykEyc1kLToKYy9oQ+ONDnsfeRA5j3KDALuxGB/1QxGTtOIkkoCbxJKGLiPQFSSSnPAZL4M51wWPVyMcmZHGDgtN9TrnY46wxn+PkSQBO59njYIQuCHmUpyP85BqLmNiAH5wuczrFKSc3TLi++IwoiQD+scYkDcjlFBYMwZY2awoPtoAxWIBdtgU74ctJGXjCk7FmjMSQEnyZC4aMZ53IJzHEVhJ1eMCHORAY8BniiNj8sihsiZicKHI9wfdo6Ez7m6QS/fjAdYBMPj/KqTbvR3wGllNQHlPNp4fsHfigiMmeiJiU9PGeBbHu+IjfUMSEB1/BHL3gB+bMy2XGi76IyRz4kMd7DXsTDNFBcs3j53yOknWNiHQjgxNnriOuZfh53Jq5yEAWslkDsGZ/nOr9F7vhPXLkSHo8msSc93BOxLmeuJ6xOyLEExrcIEA+6/WerBM6ngxUPRmcKD4UBAoCBYGCQEHgbEOAIIfgCbsIggjaCGwJZni0k+CDwIpxiMCWOQRi8NLHqRNJKJ8F4rEzHvvjGys5keGzcgRMBDUER/Dn5IeghvbpiICIoB974CM4hwiGaUMRcdxnmugjMIsIqqclZCOPQAwd+MuEfPcfTCIiBWvozFjBc+DAAfF4IgkIviOHEwI+f8oXz/B4JnyPJWEPwSk6SZT4HBifpyOp4rN7fOaPR+QIwLMd+EQd3ynPRNOYcOOB4J71JwkBZ+ZzMkYQy0kjY+wDHiXlM5GcKuXEBF7WPyLSlzJlnOmHwJgSygEvQTm6SKKxnf3EOHoo4WPtmMueYn9iM33sO3gg+ijxgZLHOPm8I49Q8lgmuPHIJY/vchLEFwTBRwLBiR5rij88iv2MZzxDL3nJS8Qa8wgp68ApJ/wQPhLYUz8TYTf+8QguX2TE47N8bhO9fMaRL35h/bh+SFCn5ZFAco1kPyMiPQbLXLDKGMkvTs1IcsARclf6YQ1zYsKcLIvECgbsi4iUlNPGN/ioZ3syplkfSR37i6Se+fBC+EkZceZrEz5wPd3+Zo9DPNacE2Xet/jsI5/DBBu+gIc14jFjEnmuW2RD7BfKbBd7ieSOPnzDV+oQmOIn+wq+XOYx+pAHNmBKP8Q85IANexC58HGN8pg1X3zE+wenz3yukhsdfPM1e5AnTBjnBgFYIA852Ise2qd7/+VGGDdsuP5YT+ayT/nsMp8352MEnBDzSDL7n6dX+EwsT1OwX5B/PlH1ODlb1BQECgIFgYJAQeC8QiDiWOBHEMRJCAkmd9MBgj5KTnc49SHIIbAioOLRWQJeEi2Cdz7fyckmQROfReMbFwng+eINAlrmICsHtNTPRASHBFd5DkEsCQVtEg9siYgUZGvqhS5oquuUVYJSgkB8IzCEkcSaMvtPsI//4EA/RB+Pc5Kg85k1vsCGz4zy2Ss+JzodaMP/WBDBYk4iSHY5eeOElbXhxDOfkOEfyR14gSG25BsG1E9HGUfWgYAVnOhjnxDEcjrM51j5wiU+E8nJLjiQsIEDwTJJKsE6+pkHrsghAJ/WjdzcjpjsTRIJbGZtmMd8ePCJvUcfdfYE/RD7jZIxSmyHlzp8BOD81zM8DkpizMk2j1JzIsujjOCGffAjgySUEzMSafzji274gituNvDYIjKnkyv008f80xHJCPsPn/jcKDo4ZSVx5/OiL33pS9N/YcNJKokCyQNY4g9ywZYy7zXWhzY3e5BNYgnm9EWE2Nfs27yPwYQ1ZJy5+Ep9mpjPOjGe+5FBHbsp87rl+ewJ1pt1yzjCh90Rk3WlfSY60/7mcW3WDQyzDVyn+E2SyQ0XErv8JV58NABssy/4hg3ZxohIX/JEH0kzchmDLyKE3/hEGxlgDC+EfvBgjDrvXfSDHfuBen5fpc4eZD2xlZsynFJyzZLs8QQJRD/64M/EWqMDW870/sv7MP8lT57L51uxjUe3+dw1T6SQoLP/uRZ4XJjTVmzGrjzvfClLwnm+rPRxfpZGQaAgUBAoCDzWCEQcH/wRJBOQnKiXu+sEOASUEcfmEKwwB34CTJIa7tqTiPGlJQTHfAMiwRk8BGEEMwRxnBDQdzpCH8EVyQZ8BMgEXNSxiTay4SGYpR+iDVE/HTEfe0jS8I/kMfMTuGI/bXSR+OTgnD7mcvLFZ/v4xk8efyPpYAwMIeqPJRFwE+RyUpf1cCJIEhoR6XN04MMYAXREpJMqEjQSGPofLYEBPmV56GB90MdjuwSxJNskQSQ04INs1o5Am+A8YqIfOawP+wAe1o428mhDtCmRi26+eIg2NxxIaKgTjLOncht5nMywbiQL6IEPjFhf6vhOP48Ao5c++JFDHWIfo5M6xDrjD1+sQlCOHvY7Y/gPJiRz0/ZPz4fvZIRM+pHFKStyeJSWEzv2ecTkWuMaw37WDP/xB1xJDrA77zvq+YQO2eBOUoIO8CDBYF/zKC594BcRYm3AhDlgwRgEPujCr3y9oh87GM9fWMM1xJpnHjCJCJEMMgYvhDzKR0tn2t9ZH7bn/YKfyEcXe5T3I9aNJwBYV04+4c88zANf2hCJHv7l9wIwZU9lHtYoIkRClvvQBUbgCA7IgcCfkvcOZHINwgsfCR5ryjg2UGIv49TZp7lOO/OQvGI/7TO9/zKPmxh5T/A+x5pzvTIGVviDLNro40Ye9fORqvPR6eJzQeCsQqAYUxAoCJwXCBAo5iAOhwnQCEIIcKYDRwKmHMTwGT3+ywCSMQIq5lEn2GQen53KgRdBGeME7PBQPx0R1KGXxxMJhgmW8jwCI4JjbEEGMikhgijspn46ipgE9JwIEXyRuBH4M4c2QR/287k6Ak/sYYxgn4AUf+gjmKQffkqCevipP5bE44bo53E4/h9RdJH4EuASDGM33/LJ45rgR2DJ48NgR0ID/6MlEg3WAt+Zgw5K2uwF7Mh9rDtrxV5ivaiDFfysC7qxBZvoI6mJmCTItBmLmKwN/pC84V8+lSW5gw/iv3H45m/+ZvHlKuhANwkcew7b4IHQQcnJJif5PMLIl2PRh2/YT53HGJHJtUCbZJbPElIneaFkbXOyQJ39RqKNbvYhetEP7+ko7xfsRg52czrNHPRiM8kOe5LTPnBhDAJb/q9W5vAYO33gjx3U+cIdvh2X01kwp48nEVjDnHDSB9HHtcSpLY9bsj/oRz+Ef/hFH8Sa8DlNPvPHqRl9YJox4b83gZ9ves3z4YHwIWKytrRPR2fa3/jGqSXriFx84KkKvn2ZPQceyMc/PlfMNZETcDAB94hIj3fDB5Fwwk9iShu/2BsRIa4jHnllfdnX+b2H/cw81j8nnMxh36IPPFhH7AEP9j1yWTu+EZzrF3sYRy7yOJnkowrsA+yIiPTtz/hJm7mUZ3r/5X2KvQAvN8d4T+dJFNqsK/sOrGjzxXA8UovNtM83qs43h4u/BYGCQEHgdAiUsYLA+wsBglYoyyMIIugh2SJgJoEkQILgISgiGCUgI7Clzv8XSMDP42vwQAR+JCEENHxxB4EX/cglWCMwo30mIoDlhIsgjkd14SfgQhd6Cdzowz6IOoEuZcSZg1qCOwI3HmPk8UXqPMpIcI/tBH58BozEjTbBGrI5ZcB/ThhIRkh26CdxIUDki0D4XCN9jyWxVnzmjwSM4J/gMuvji3F4JI8AnG+pBZeIEHaD66NdA/yGOJEhYOezZchCD3iRwIEfdXCjn3WGh8+Wgh/rxLoxxjqBO8E+c0hYWF/GIkLsHXjZa/TxxT781zrMe81rXpP+n1ACfQJ4/o9REo7p00r2GuvAfBJ/7EBO3ud8czK4RIQIrqcxI/jnv8/gc6/caGAeNxN43JFEkMeGkct1whjrTEKPH5z2gRN+4V8O4uE7FXH9ZLv40hbmc9MDfm6CME4yyWfr6Mu81LGLa4svjWF/8rlPbGOMdSCpgJDJPgYHHtnksWFs5dFSTtQYg4f9SsJBok0bOZngAf/cZs15fBr7+D9keTQ0j3H9cAMKjMCZftafEhnYCEa0z0Rn2t/sC04u2evIZN3Bgv//liQPvLIvf/3Xfy32PI9Fs8fYQ9jDXpu2gxNs9jPJLO8xOfnikWf+j1Ju2MCPDN4HqbPfOZUmEUcPN0Z4n2Nf8xlh9gh8vDdQcqOBhJ1HsnlPweacFDJOm0SS/8uW9acPwv6IyfsausEfG0/3/svnjfn8KvP5BmT2Mu+lrBvywJgxPhLAzQbeW8GNvvONSsJ5vq148bcgUBAoCJw7CJzTlhIYTztAUEoQyrc68iUpfBHMy1/+cvGNidT5XBRfYkJgThBK4MTjpARXBFyME+zx7ZH8twwE3XyxCoENwRe6CM4pCZYoT0ckR3zGjgCOb4Hl/8XjkUP+D0D+jzrsjYh0QkHAiayISJ/pRKcexYvAETb+7zsSbAJYfMVu/isOgnACbBJfAsscPJMQEDASoPOlH5xGUPJYKSdI4ILcx5JIfAn8sQ/92MzpDsEqOJFY8i2dfAYQXnwlgCagPHHtT2UnOEI8jsdpCJ9hZI35xlaCXpJdTrNJxvjGVh6hJpkh2SCJIoDn9Afc8toT0PNZNb7hl2AZe5EdMfmcHGsJscewmySQRJETOJIMHtfGBhJabmywLxjHB3SwTvhHAoAc+tmjlPQjg8+woZvHLV/96leLxBw7SDT57CnJGckK/HwxCwku++57vud7UqLKfuFkipsOnHxyGgdO6IgIYQf10xHXD/IhbniAF0kwgT848iVFtNFNYsA6s+e5GYRfrAm+8DlF9gH/pQmfL2Uf8Pk9klH2MPuA5Jv9DT+P4HKN8q3CrBlfVsRpKP6CB3zwYzv6SMpIzmjDw3XNNcIJK/uOzw6DHevzile8QtwA4JSYzwbmOZRZRsQkaaLvdMTa4xd+owe/pvc3+5j3Bb7AKcvhfYh9zv5jLmvLt26TnLMmYItcfMA3/GEuPlJyCkxShq3sK64jsOF6JhFkjdjPJM7wYwMla8F7JziAIfhiC+tHcsn7BTdDeB/MuriG6GM/o4f14It+OF3l2kAWJ7PI5/rhekAf87n22D/Yxd5G14nvv9wk4UuH2CvcFMAGvoiKfcq3+fJfv7D+vOeBK9cgfdib1x/d5wtV54ujxc+CQEGgIFAQKAg83ggQ7KKTQIYgI3+ZBQkd33rKo4c83pXbfLMhj7hy2sU8ghxOEwiwuBtPUM5JAAE7j0HyGBd8nHhwqkCCQjvPJ3iizekEASGBXj4JIKgjICLB5UuI+BwfgReJAsEfgR/ySaImgaNEAsLpD7rwjaAS+QShBF4EbdiQE16SEsZJmjgxww/kEfQRDHJK9Emf9EkCGwJ9ZMJPneCN5IpH7QhkSThJHAiOsY1APzhnracAABAASURBVPvCHBIHkhP8oo0tBI7U8Z06OORxfGAM29FHMMyJHHyM4TP/vQHfOMmpEvqwmzUiASNoJQFGBrzIBhvWAnnojwgRBMMDkWxQEpBTZiKA57SGL9XhNISEC5nYSnLESQs4EABz6kigzE0LEjv8xj/sQx6y+TIpAm0eh+TUiLWJCLH+7EWC4rxH5Bc+8rgrc9mLnOgRpHMSBfZmST/4BGEbAXk+OaLO3oGJZJe9TaDNGiOXEx9844QRu+HDN/YnevhGYk6KOHXiS5EYwyYeG6WOH3mvcYOEfQWWGVv8QSY+YRtyaWfii4pe+9rXihs8nFaTSLHnSEJIHiNCyAUncMy+kCxyIkuSw3XHWqCbGwO0SYjRhZ/oIjHhM6n4wfX0y7/8y+LUmgSeRDEnbyTt2BkRwg/qzMcP/KSP00xwI5Hhm2HRx/XDI8DcpIKPteTxUuZSZ/2YC2YQ/ewNkh1O0bl+mUc/Ok+3vzl1JPGFFzzgBw9O6Xgf4r2LmxVcE9gDTiThYAgm6OdaYn7WSR3MeU/jWuZbiTn9Zf9zos37Gieq+IHOiBAJHzd2eNIBPTxRwH4gqeP9gxsYyGUvoi8i0udm6WP/cj2xPuDJey17Af28t8IDoQ/i/SfiWMIOD++zXHfcAOGmA37yfsk1wg075rNG4MOXXLHHWW9s5IYaNxi5ecNJeraV64V55xOVhPN8Wu3ia0GgIFAQKAg8bggQAJK4EDgRyPBtq5x+EIyRkBH8ESSRnBCQ0c9X9nOyh5EEbBEhAiQSQwIteEjYSAi5609yBy9EoEcJoQ8d6CeBQBePfJEs5DkkH/BxQkdSwCkaSSFBM2M8YkkwSNBPIExARcJM4IZcEix8RB/BGiWnHgR5nB5hK74zjzGSV06wsh8E4wReJJycEHAKEDEJ9ggQI0KcCBDYEjQTcHLaQ5BPkkIgSsAXMZkDTpxGEcSik+QDO0lKSCIIFEkoeQwOuzPm2ECSzaN5JB/giD58jgihj8CbJI5H+khYfuzHfkx8SQx+TdMnfuInimCW4DnrJ7kAB/jwncf8aGMbRD824AuJLY/B0g+mrAMJBRiR6LL2+EEAPD8/L5I3vqQEvfjMvIjQvn37xGk5tnKqgw3sM3Sx5lk/+4E+kiiCawJ4TiHBkQSfAJpxknJ4SahJNvCBmwjsB8bBimCfOutOm2/SZY2xjyCcL7viZB798GV+2nxBD4k0urkG2Hvgh9+0OVlkXVg3HgPGL2zEBtYReRAYwMdc7MBP+hg7cf+RxHGyft1114nkgIQfPk7SwJ7rDxtJoEmsSBh4xJuTM04D4YE/IhQRVBOR2LEeJJ4kT8zjvwxhH2WbWCfsBhMSU655xth32M9+BdtP+7RPE9cgewI+EhnsQRF8YMf+ps3JPzclWOssHx+QRaLK/iHZYx56WKOIU+9vrhNOK5GNr5mfNeRbs7nZg83c8OCkkVNOcM+6qTMXijiGDwkxuHMDgJsh+MY33ZK0oQdinSmRgQ3oBlfeP7i+eJSc/cp7EDdn2CNcu1xH6GPdWHdOxj/7sz9b7Bf0cP2SNHLKCt/pCBvAin3DzS/eV8ATjLGB5Jr3KWSgDxupc+OE90ESVG4ysK9e9apXiRtayAMfCN7ziUrCeT6tdvG1IFAQKAgUBB43BAgGCURIGgh+UBwxCbxoEywRVMHHGETQQjDC6QvzIiI9wkrghSz5xVyCPQJLN9MPcwj+UsO/qBN8Ic/N9F8OUEYc+381CahI2pgL37QdzIefR9wo4SF4p87jh9iG7ZTwYhMBNDbmgDgi0n+DgGzmZUIWhH34gR34RzBH8IwseJFHCRGogRdJDzZzikidMWygpI1c2vAzH3vgpR8ekjeCbXyFIibrEREikYEfO8AWPmQyDyLwJVmnpI3dyIWfduYlgQETiDH8Byt48AEbaKMLoh9bmQ8/ttOXkzzqUESk/3qDpA+99EEE6pQQ8hhDJ+0LL7xQeRxc0YFdWT+4w0cfJbqxJSen9IEDmDIf7LGRtcMXxmkzP/PAhx3IQn7WhVz0Yx91xiMm+COHOSQjJEh5r9FPHyVykUdJoM8+pB956KaO38hlbSJOv//yHHRlX5DNo+b0YSty8A/Z6MY2dNCeJvpow0udBB4Z9EH0gyO2ZjyQx1i+xiJi8zrFDsYg7AQb6hCyWAfqEPubEgITsM06sIU2Y+jJexc/sAcfGYMYm97f9DEXDFhfiHpECD3YAU8mxvEPndic+ymzHEra7B9KiOuBkrn5/YD9hy748ZX3BdrgwP6HHx2MUcduSm4WZOywg75MEbH58QBszf2nKnl/yGPUwYw28rGHOvaxzhkL2vTjH3XWAaIPwoeIiR20zyeqzidni68FgYJAQaAgUBB4vBAguCA4IUjKwQ8BHoEVQTHltC0EKLThJ+E51TiycoDFHGQij37m00dAxXz6CSx5XJAxZNOmThBFkEkfbQibkRcR6XNyBMUEUwR3OShnnEf06GecgAs9EPM5/eJ0FXknI/RBjOEHdlBHB8Fz9gN59GMvASh19GV+6vhJkMk4bQI9glDm4j92Mg+iDj/4sC7YTT99zKFNkkedfgJMZFKfJvxGNrrwA1nIyLzgEzH5gp4cbOIDMrCTU23qYIUs6tjLfHQiExngTR/j6GAuemnDQ4lPyEA/MujDD0r4uXGBT7QJ1OHJ/k2vUcSxxA8eMEYXsrEJYq9A4McYMvELP9BPm7kRx2TBiy9QRKSAH9vhg/9UlHHj9Iy5lOiMiPSIJT5CyMdW5GAHJYTdlCcj9EMRx+zMfHnvUWIDstmXjCMTHZS08RnbWBvaEH3YRR/z6YOQAYZ5PeGhnzViHZAJ4SN96Gd8mvAVnogQ68AYCRolxDWe7UMGfRDzWHN0UkL0TdsDXyZ0YAe+RUT6r34iJljhB74hA354kEtfRKT1jQghHywg+JgXEcI+5tDHHHSxtrRZE/AGN053qbNP8JX3BdrwMYd9R8kYfeijJBHewI7mcYSdELwRE3+OYzihAd90F/rwB/nYgy8RkW6qYSf8EZPHeVlT+qbnM5f1Z/50//lSr84XR4ufBYGCQEGgIFAQeDwRIEAiqCI4IthAN0EVwRfBSA7qGCNYYZx+gjnuoEeEmA8xzhg8EG1K+ghikEkbog+CB9kElpx0YQfjBGnoYCzz0A9hM/0ETNTpI7DCBuwlwEU2pxIRk6ANGRGTOnaQiEH0Mx9CBkEwJYEbY7QZo44+6hAJKyWELQRo+JDb6Keeg0eCTHzicVP8os449jMfPeBOEh8R4nQMnfgDX8QkaCTQJcnDduZgU+aBD0JeRKRv5Mx4ktBBjJPg4R919OMvuqgjD90E08ilD7zgBd88jzrj6KKPNjxggB/UM7EOWQa4MAf7GUc+PuMTdtEHltiAfPyFn35K+rIu+NBFP36CKyXJAvoYwzZkgDe6kUPJOPMg2uxPCPlZBmPwQ+gEJwj5EHX6SZKZS4n/8OMTeiHamfCXOnrgBXfaEPJYU0rsZgw7GZuWg24SIPiwERuQxxz40UHJvIjJPkAWPPCDG/Io2Z/0wZsJPohx+sCO9UImBK4Q+hifpohI//crNiKbkhs2rA02c41n+/AfGehiDdCDXZQQ/rEfGZ/Wgb0RE7+wI2JyXeMjfNiNDmREREowkUt/1gcvOiNi81HjiAkva8kYeijxmbVFNsS1jz/YR5s1Qy51iHnMwT/Whj7Gp/0AG/pP9A/dzGXs0RD2wQfO6GBuRNCV3pepREzajON3RAjcWFPmYVemiNjEgzHmnz8kVeeTs8XXgkBBoCBQECgIPJ4IEIwRHEVEUhsR6RFZ+UXQRhAUMTkRIGBxdzq94A46QVymHPwwDmVe6pnoI7ghKKOPwJCgLAdg1OmHsCsiki0Rk5OHHOQxj4ApyyHQwk4CKZIVbGIs24R/1NETESkZwxZ4tPFCJnMpIyIFbMhjOCch2AfBRz9EYBYRyU7k5bb8wgf4XU2BHAE3mNImcKXkcUzsp05QyCkQtuEPeuhjDEI2JYQcMMg20gdFRLIlIlJgKb8I+tHjalo78CBoRgfrAS7ggy4SU/pOlMs4hAzwRX9EJL+wn748jpzsN/zIxCfquWQcPvogdNKXx9EPRYTANWLiDzpoMweijn7swa+IyV4BK2RFBGwpEUIH/BGRvpwoYjKmjVdEpL0BLhGTMfjxjX0BoT+3GWMqWOY6PtBHIkI/lMfoxybGIiZ+0Qchm/WmjJjsP3gZgzh15rQY20iA4M22YA86pvFkDm14mANG0/IYRxc8J/YzB5nwsDcY5xqgDSGPefhKyXgm5rHvIfoyP/2sCTcW6EcHNiGffviogxd11vJM+zticlqHbdiRMUA+MiIma0gdQid7ipI2xBz2RZ6DTdgaEekJCniyn1yzXMN8kREJNHNYB+bAB0Uc05n1RES6FpkPD9hQnugf/CfaB9+ZCP3QNB+2IQtswZU2NO1rRKT9Dh+U54NJxDE/cv+TvSwJ51m0wsWUgkBBoCBQEHjyIMApJQFI9ojAjeCKoI9+ypzkEYQxRvBCwMwc2pSZmAPRhp8yE7wQwQzBIYR+Ap3pAIygiGCO4ItEBX5kEBzTh36CKGRFhKhjJzxQ1svpAW1K5hGQ5ZJ+5tFHHZvxkxL98BFUU2ecoJKkDdkQY/AyBi9EPSLS432MQfTBTx1s8QXfSCpJAOmDJ2IS3IEFn88DG+xBf7YRHejFbuRFTOYgk76MC3OZRz+681qhF7zBLeuEh9NFShIB/KQdEQI37MMO5kRESi6ZC0VE+qbNrA+d2MFawI+98CEbmdkPbKAf21hT7Kad8UUv8+ljLr5C1OlDLuPYxlzqeYxx9CAXrLCJcWyEJyJg2STsRTZ8dII/hFySA0rmMQYhBzwg5kRM5JHsRkR6TJN+5oAl/fgeMUmCSRiRwQko8rCVEhuQScl8fMT+iGNJD6fOnBbDD8aU2Mi8iEniwDzaELLQBR/EGPqwjTF8i5jMQyf98OF/5qNN4sdcStr8N0CU2IcedDAOMY+ScYg21zBrDR7MwXfaeV9y7UPws27YglzaEHaxTthLiT546Gc8ItIpJnajm37G8xht/EVmxGS9GKMNH0QbuRD1TMikjn34wjXLl3fxZUL8dyPIZhyiDlFHJvIh+rALijimn+sAn9jHmY+5EHaAG/VHQ9iGHvRCzAFrdII1ftCGIo5dt+AJNsxhPm1soo95yDmfqDqfnC2+FgTeAwQKa0GgIFAQeJ8Q4JSSYAMhBDkEJAQaBCgQAXPEsSCJwAuChzkEOpSZmAPRJojKsmnDi3yI+ehDP2PUKQl4CJK480+dYB0ZEOPIRn+WAS91AkHGCZRIMKgTvKKHuQRTELyMIRs51OGPiJQoIh+Z2EM/MihpwwvlNrz4SMkcAkT0ow+KmOBGAAcPATv2cDpFcoUs+rAFPdjHfGTBTx/88MGDfOr4gHz4aUdECrjxhzFwRkYez7YzBt72NOfmAAAQAElEQVTwMQ/dlBDJAIkAvNk/1gCebEfExJ88zjzshNDJ3IhIJ6jMwQZ4MhFgU+fLaihJLCmzj9Qh2hB1CPnYjs/oyH3Yhg5K9DEOTvRB2Ek/tkHIhCJi87QTuciHH7nIZx4YsaeYTz99jCEHrNDJ2iOP9YWHNjzIhJ8+iESfElmsPfpYG9aafngj4qT7LyI2v6QH3jyH65JEJduIXuTAgx4IPdjCWLaN8YhIp234iAxswY+IScJMGz6IeZQQvJR5/fhcMligg/5MzEcn9mADmLE2zKcfPurMpQ4PGLK/I0Jc89jPGBQRp9zf4BER6bRafqGHtcQfN9PnMSMm/qIHfuxjDB3Yg32MQdQZy4Rv7Knczmt55ZVXpq7Mj0z8jZhcI7SRjy/o4Bu4mcA1RQlvvhbZS+ihD/vwAbnMhfdMBD9zIyI92YD/8gsbXKS+iGNJJthgG2OsAbqZExHptDMiNufoPHtV55m/xd2CQEHgnESgGF0QODcRyMEHQQ6EFwRflBABCeU05TkRkwBreizX4SGQye2I43mn5Wa9uY95uc4Y7SzndCV2E0jDg35KgvyIOO50LstmnAAMop4JnfRFTIIw2nmM/tzOOhgjQEQ/ttIPH/0EdZTTBF9uZ1siIiUCuX+6hAf5uQ/5EZGbJy2xgwESSUoCW8ppijheBthhN/Kn+abrjGf/p/vxCZruox4x0UGATTtTDr6Rl/sop/GKmMylH50Q9Uzgkuv4O93OciOOyci8yDmZrfTnefBGRAq+6WNMU6+MJ5jRDWZZZi7pZ/9RQhETW5CVeZANMZ6J8RP7GMtzqGf91DN/xEQ+fZkYwzbK3JdLZEQcmwOGEZN2RKQkeJo31yn5XDLliRQRKQHM9qMDuZTZBuqaeoHh9P6eGjplFZngkWXCSB9EHcJvSoh++CMm/tFHm/J0NL2nptdyek7E8dfutE3gwFML8Od++mhnipjMxx7szP2PpoT/RHnMizjmJzzIzvoZn67ThuADs5PJY/zJTtWT3cHiX0GgIFAQKAi8nxEo4goCBYGCQEGgIFAQKAg8SgRKwvkogSpsBYGCQEGgIFAQOBsRKDYVBAoCBYGCQEHgbEagJJxn8+oU2woCBYGCQEGgIFAQOJcQKLYWBAoCBYGCwAkIlITzBEBKsyBQECgIFAQKAgWBgkBB4MmAQPGhIFAQOBsQKAnn2bAKxYaCQEGgIFAQKAgUBAoCBYGCwJMZgeLbeYtASTjP26UvjhcECgIFgYJAQaAgUBAoCBQECgLnIwKPp88l4Xw80S66CgIFgYJAQaAgUBAoCBQECgIFgYLAeYRASTjPuNiFoSBQECgIFAQKAu8dAqPRSMvLy6JcW1vTysrKpqDV1dVUX19fT+VwOEzl0aNHU8mvQ4cOUahtW2U+Orquo3g3ynOnx9GD7hOZ4UEnY9g3PY6+8Xic7J7uhxd59MFDeSIhi7kn9tOHPso8hg3UDx8+rIMHD1JNvlKBD1mZJ5eMTddpQ+CD/+igja2U0/TQQw9tNrEf2uxwBbmQq+kH/Xn9UsdJfqEH3XmIOuuM/fQxP9dpZ8p25nYumZvrYD09lznT9qF7mhd7czuX+IhN03Lom27Di2yIOoSeTLSnifm04T/Rhmx/5oEPwjbkUc+EDfTnNmWWmeXQd+I8xphHyd6BJxP9+Ev73nvvpUjEOqTKe/iLPZWvQ6ZmW/AP/ZTwMAYWrBl1+ikh/ISoQ9NjtJHDXOqPPPIIRSL4jhw5kup5PDVO+JVtyt1gyFza+bqiDh04cIBi8/0k25s6N36dShe4Ihs2cEYHfqGfMfrzetBHG2IMXuoQMuhjLvop6c80zZv74GEeZe6jnG4jk75M02PZ3jx2og7sgIfxE+VM+8J4ofccgZJwvueYlRlPJAJFd0GgIFAQOEcQIPBqmkYzMzOiHAwGqU7QJL/oJ5DJgTCBJUHP/Pz8ZtK1uLhozslPXdepQjCEDIIp6pTMY5C5lART8FCiB930E1ChjwA6IlRVlbCBABPSxot+9GE3wTQBMXr6/X7yATZ4mEsduTmwZQ5tdGMDNsKHvF6vl3Rme+HDni1btmhpaSkFwRGBSKGP+cylIyISLvRjK4RsZDCObfiPDsayz6zD/v37YdHOnTtTSR8V5mILemhHhCImemhD4IdP1CF4c9BOiZ6I0N13382wsGN2dlb4ix0Rkero0sZrOqnAH+zBF3xlLmzoQTdyGGN/ZMzhZxzd8ELwTtvJmtHPHGyiRA6ETnRB8EDgxnzWDYqYYBERm2uBD8xBFr4zBxtyIo8N2I/f8KGLOvKQHRFiP913331pLfEB/NkD8GQ7kAnBS19EiD3LHmMOOpBPyd6B54EHHhCy0IO/6N6zZw9Dwoa5ublU5xdtfAEjsEQ/mDCWifnU2VMQbexhDv1ggH5KZNGHbog6/LmfNYTox0/68QWb4UMO/jIOpvRRP1E2NmI7Y/DQBgfalFDuYy79yGYO60V769atFGmfYkfWC0/el/TRTowbv7AbHyD04Cd4U4+IJA9W9FEim7WC4M32MIYs1ghZ7BlK+pEFPz7AQx0/6YcHbJCDXsZYj4hI684cZFKCLfOoIwfZEZHe65CFbchhDDmMYwd24jfjzIeXsYigSMQcxlKj/HrUCFSPmrMwFgQKAgWBExAozYJAQeDUCORAmMAGLgJVAvMcxNAXESnBob5t27bNZI5AiqCKfgIcAifkUCfoioiUxBBg0U+QJL8YRz7BWcQkwKIPQkZEiICQRJagCj4CLQJqgkyLSEkfARtEGx7mUEYEXSnAo4JPyCFQI2GkD0JWRKREmzH0w0cZEZt+4gu8OejHn4hIJ6vUGcc/ZDKX4BD/GMuEfGQTBFLCQwk/81iH7du3J5nvfOc76RJ9yP3/2TsPQMuuqvx/65x772vTJ5lMeiMhIQRCFVH8B1EEayyAikpsCGJBEEFFAVGKFUVFBTXSVIpgQ0SB0AkkIYEUUqZnZjL9zcyrt5zz/377vv3mZTIJoQQSPG/uurutvfZaa+9z7vrOPucMMrCfcVLDwhdjII8UPqqzj+HNtmYQQ926detgS76hH/zYhu9oQB7+Ih9xxI/wog+60Ae/YwMysQGibdmyZSlgpgw/diMLsAQYI5+J9ZPHRT71EZFAAbKQTf+ISMCPtYFceCHyzAk605e5z33wLXoiP9sDkIcXUAw/dtOHsUiRh1zaWGvr169PFx7wPXbBn9vhgfA7RB5izeJ39GAsUuoz4X/k5TJjkwdoMT55/ELKeNiPDfiSeURP2iD8jz4Q9lKGH93py7G5Z8+exTsWqKcfMuAjz/joz9jIoQ6ijjZsQWfy1DOPEP7Arxs2bKBaGSAiG6I/DfSjHBHpHMI4zCN1tMEDMTY6YyNlCF5S2rCNfvBwDqIeokwK4QMI2YwfEVQLmdne66+/PtXlMvMD5T6pceEr68f5cKEqXRTAbvpQF3H35w/4GAt9GCPPLX3xLbYxDu3UwYOdrB3y1NGGnOwD/EIddtE3ItIxx3qHkEk7bfRv6J57oLjnrA1n44HGA40HGg80Hmg88MV4gKCdIIUg5/d///f1lKc8Re9617uSiF27diUQRIBJIJSJwI4gOAfPBKEERAS5yIoYBnsIQW5EpN1BygRDyGFcgjECK+og8hDtyCKAYixkAxQgAi6CKQI2CJkRw/HoRxlCN8qkyKAOog455KmPiAQsGDcixFiMS4otBJy0YS9BnvwHeEJ3gk/sQ6arU+BHEEwb9kQM9aKNOgJH6kkBAIyDPRA7ar/927+tJz7xibrssssSqMav6EB/KOdJIeQglzYIXXJQGxHCx/iKXSF0BYD8yq/8is4991xddNFFetOb3rS460l/fJVtWbVqlZAPYT/tEHl8QT3+Qw/mijbGRx/sgSKG9sOLX7JseLGflD74ATmUIeqQmevwGeOSQuQZJ+uR+egL5fEYEz2Yb1J8wVqGBz9RByELihjOf557fAYvxJh1XafjAbvRkXpkMn7eoaaOMvzkIdYLKXTbbbfpmc98ps4880x99rOfTfPMOgZY0r60H2UIeYyHPtlX2caIIehh7vAN/PABBh/0oAfpec97nnbs2EH1IjEPyIMfogE/UEdf1h0phC8YEx7WP8QFh+c85zn6pm/6Jr3//e8X/kUmBB8y6UcZ3amDIobgiLEo0wZlm/El9RAy4MNO6gHl1EPMHSnymQv4mD/4qKeOtQ8f6wj6gz/4A/3oj/6o/vmf/3lxDuGDn7FIIWSiO75429vepksuuUQcl9QxBjwQetE/Iu7y/MH48Mh/8LPms73Usz7dlC6oZB9jA/URw7WI7vDQHx3QNeuBrrRFhOgDRQRVDX0JHii+hD5Nl8YDjQcaDzQeaDzQeOAeeICgJSLSztK2bdv0oQ99SLfeemvqecIJJ6RbFQkICfgIfsjTBwaCJuoIQiGCZtppQ8brXvc6/ed//ifFRARb9CFgAiykSn8RMBJMEeTldgJoAjR4CbaQTx0Bl7skcEcfgjoCLery2AT/jEUd/PTLOsOTQQeyGRMZEGMzFvJIkcHOGHIyUYdepNiLXsikPafkMyETH1GOiLTTQ3AJ0R/9IMaBD3DAThmBJ3pHBF1TUIqfGDdiCDLII58UJvSiH7ZSR5l67GEsLiT84z/+ox7ykIfoG77hG/SABzxA+ZZO+NADAmhQJmhHPnl0A2jgF3jwG2NgMz6AhzIpOpBSZo7ogw7IyrJph+DNdqJ35qeOPDbDB9EfPZCxlKijDZ6jCR8gB1BEG2AK0Ic+yIaoz4Su2ER9xDDoJ08762UpUQdvRIgdasqsoy1btujv/u7v9K//+q9Upd3yrB+6Xnfdddq8eXO6dRdfRkR6jpqLG5TphO/oQxoxPD6ZQ/yV27mAgDzKRxM6Iw+wu3bt2rSTn3nQGTspw0dKHbLxO/PJWBB82IwPmXN4AcjUcUGKtcrxRP+I4VqNiHSxAl5syGNgG/KwiblmrUdE0i3Lpg82oXfuRx06cczAFzEcpyzLdB6gDp5M6AY/c4896LZp06YE8FkHtEOc09Aj9yOFFx1ZH/j3qquu0jXXXJPuCqANufBByGBs5hzC1tyXFF50wB746U8KwYtPMzEe9Zno85GPfESvf/3rxXqiPvePGNqPP6mHsGOpv6hr6IvzQPHFsTfcjQcaDzQeaDzQeKDxwD3xAAEKO1mZ90//9E91ww036IUvfGGuSgCJAnw5KMopARdtBD4ETgTzlAnCCI5+7dd+Te973/uoSkTAyG4bwREVBH8En/QnQCPgzTJpJ+iEh+ALvqVtEZF0I6CDFwDCrg55gv+ISLf0AprkP/RBRwI9F1OAjx6MiQwIu2hHFgTAgpfAlBSiDlnwUYbQDX7GwqfUQTmPbfDQB98wDoQ+8EHYRnCMPgT61OEXUvrQF33pQx55tCObenyUy+gXMdxNop7AFzkveclLBEh485vfrL/5m7/RxRdfnHZnQ9ymAgAAEABJREFUmBd0J4WX8dGdiwKMEzG8xXipzujJ2MjFJ6S0k7IO0CUi0gUL5pF62pFNngCdMfEb9lCH3siMiLQLhU8Yn3ZspIyPkJEp60sbMiD6YAv9sIPbMAFGtMF/yimnJJCDjkv70Z79y3iMhU7IoW0pHV3HRQ7aWUe0sYv59re/XeiCr0hpB+S/9rWvFaD3G7/xG5Me1KMLFx3gpRwxBGIRkXyIHbk+Yrj2jz/++ARmqUc+xwp5ACB6oDv+pI165gndyEcESZLNfDEfzAVrLTX4izz8WQ664R83JbvwD7KpgxcZzClleOgXMXx+kXXInDAGttB28sknw5YI2WSQg1zmi7lhHlg/zDfrBz7mkDHgpZ06+i4l5KM74+IDbg2mP30zH/6GjzJy0J1jHT/Sj13cD3/4w+niAccCfBD6ww8xNr6GkM+Y2AjRDpGnH4Qt+Awb0QuiH23MD+PTh/a//uu/1p/92Z/ppptuojmBeOTnZ7GxPzX4CztYQ86mOcUG8l9Vup8P1gDO+/kENuo3Hmg80Hig8cB90wM5QCFYJogiaDr//PNTEEzwSNBCQEVgw9V+AkCCJ4Ie+KknMMI6AqcczPHmTYImAkxS+sIDL0EywRFlAuOISLt3BGHULSWCTnRCh9xnaTvyKXNr6Cte8Qqxe4d+1JFCOVAkmENnbKA960od5UyMRXALAVSoB2yTQjmPvZTpHxHpuVPGwqf4h4AV2xkP3SOGACIHl+hGf+yGyEO5noCa4JR5QKdMyIQvItIuGXnGYEzyEAACPnTB58jn+TV8if/hZe6Yd/jRCd1JKUP0RQZ8lKGISCBe/sP3uT/z5KoEZkkZk5R5J087/qAuE7owJn5Gf+xG79xOXcQQFKELPsxt8PEyG3bwAAnoiK7YRRoR6RZD6ulLP9rwA3l40D+3kcfX+Jx5zb5mHNoo0w+CB1nU0Yc65FImz64dF1WwDRvZWUMOY9IOcTttBlu0UYefuK06+xT7kI9sbM+6MjZrjj4cn+hDPmJoM3nGQg4pPkA29XlnkjzrihRCT4i5YA0wJvXYlMfIeuIf2iKOAEnmCl5s5rhCJ3RnDOadPuiAbMagjAzGgY88duHrbCfAC1CO7VkmfBzHpMhgTOTSB/2wGRm0Q+hFO3n8ADEmZXTEP6wf+jIO+nN8c17K/TheAKb0QSf6MR76UpfngjyETtgIMR5yOY8AEhmPOcAn8CIr5ynTBtGHvqwl6nMZf2LTSSedRHVa4ynjL/SBnE3HKDaQb+iee6C456z3C85GycYDjQcaDzQeaDxwn/IAO4IEUb/+67+ebg18zWteIwJQghaAALdgPvaxj9XGjRv18Y9/XOxcXnDBBXrgAx+Y8gBMgieM4ha0b//2bxfPj1H3hje8Qaeffnp6hvOv/uqvYElE26c//Wm96lWvEjs9vKTlcY97nP74j/9YeaeSoAtCNzrdfPPN+sM//MO0Mwf/T//0T+vP//zP9bu/+7v65Cc/mcYg0OOWRYK8Zz3rWeIlPO94xzv01Kc+VX/5l3+ZntFEFoHeP/zDP+jHf/zHRQDHrhfy/vd//zfd6ggPgIaUIBV7zzrrrLTb8O53vzvZjf2PfvSjU/7aa6+FNRH6EngSFFOBrUsD4Q996EP6jd/4jfQsJbuM6E+wTDAJPwEmeYAa80AdwTe2fud3fme6FZax2Sm75ZZbaE4XCVJm4QsdIiI9I/h93/d9evCDH5wAISDw1FNPFbLf8pa3iCCaLgTd3ML39Kc/XWeccYYuvPBC/eIv/qI+9rGPpd0sAus8F4Ah5gG/sR6uvPJKMcb3fu/3pherII/d1NNOO03spvKs4itf+cp0Gy9+/rEf+7E0L/AR8HPr6dOe9rTkj+/+7u/Wf/zHf9CUxsUOiArmgzaeS/yO7/gOPeIRj9DP/MzP6J3vfGeyDZ/hO3TF3xk0EOzTFhGpDwCG4P+//uu/0tw9/OEP18Me9rC0s896YSyCd/hYT5RZk3/0R3+kJzzhCTrvvPMS/2/+5m/qxhtvFACTY4U5OvPMM5Od2MUuMuvm7LPPFrtVyMEGdI4Ibd26lapEV199tR7zmMfoJ37iJ7Rv3z79y7/8S1qb9KMME7ep/8mf/Imw/QzPEbr81m/9VrorgXbWKWnE8OIGedYe80Ye8Jh58rpijUZEmrcrrrhC2MTt1hw/3/Zt3yaOX/qznkmRh6yc4qOI4UUjzhX4H1+wvhiDPGMAFLm9/md/9mfTeYN6nhfn2EQe84PPSfEj64k1yLF8+eWXi93Gb/3Wb023g7/oRS9KbwRmDrds2SKOg8c//vFpbn/5l39ZnFeQCSGTFF70QRfm7NWvfnWaJ56Z5lhkDcMH5T6sq0c96lH6pV/6Jaq1atWqdHGMAjxf6PyRfcR4rAOOdUAkNvM8KeuCcx/rKgNv7kB42ctelsbCdub8Gc94RgKXrA98EzH0N+dddOTY4Vjj/MQ57AMf+EC6QwA9G7rnHijuOWvD2Xjgi/VAw994oPFA44H/ux4gKMd6glACsohI/9dkfq6PoIoAkGAGkPEjP/Ij6SUkBEcEQYBKgqXv//7vR0winvsERObbcr/5m7853Rb2xje+UQT2iclf73nPewRYA2w89KEP1fOf/3wRMAFUsjyAA0Gy2QWwIjjkmaaf//mfT0CGnQeCxYsvvlj/8z//k4JSeNmpwDaC0V/4hV9IoIRgETsJOAkECWAJ/AEGAFMCYQDXpZdemm43RQ7y2VWAn4CRHaif+7mfS2CRYI884A2QjD/oA+HLDJIo0x99yL/1rW8VwTF2rF+/Pt0WDBAn+AbcAc7RE9sJPunDbc4EqPgIPQD8BN9/+7d/q//3//6fCMgBV4Bo+AEHEUE2zSdB7Qte8IIEKqgkKOeWTwJe/EEd8/Ut3/ItCbz86q/+qgB+6AMg/8mf/MkEXLNfuT0RoIrtAB5AKs+5sR4IqLEdYrcGYArA5GIB8/rIRz5SzD0XJZDPPBD8X3TRRWJ85HzP93yPCLaRwRrEn+jILjZtXNTgAgjgDKDO/OEbeCDq2E3L/dmloh5aZdDAfDz72c8W4J35Rz8AJ7cvssYZj3Wf1x67lOiGXzgWCPB5YQ4vlQEEoA+ysZ3baH/nd36HogCm7LrzwhrAIZWsKdZRRKSdKOYNoMYxx7wDzlmLL3/5y9Nt39jBM5if+9zn0kt6mHuOsbz2/umf/kkXL6x/5p01g93oL//hP+qdTbffRkQCI4yFnawz2lhL2MILqzgO8SdgEoCLbwA6yEFX+Fk3jMOFCsrkAefIpJwp8+MT1tSnPvWp5HfWI+cUjl98gz4AQuYG+5CDbzhGufCBHdiJbjwbzvwBYEm5bf8Hf/AHxXmEux2e9KQn5eETQEQmAJd1wAUL1jNrDp9zfHMs0p8LEHScnJwkSRfduEBAXyrwLfOBbqw9dGP9sP6Ys6PPH6x/+mEXY7GmOVbwKbr80A/9ULrAx7rCH/AC9LnwxlrkmKCOdi7ccG7ET9ShN2uB8xt3L3Ac4ifsw58cY5kXfs4N+JB8Q8f2QAM4j+2XprbxwNefBxqLGg80HviqeiBiCEoiIgGfiEjjRwxTglYCSYJNAhx2HAAIBIkAFAJpdiLYgfnEJz6R+rKDxc7IJZdckm4z5RZdwAW7MuxIwcQuG1fmCawIRP/iL/4i7TQhjyCKQImdFgJOgm0CeerZYQHMslvJGARZBJeATXba0BX59CdYZteTdoJQXuJCUEg7O3uABVKIt1ASzLELByBg52Lz5s2wpqATsAjoI3hmt5edYHaB2WljNwIfYNNnPvMZkRLgEpSSIgRdCFqRCeAEsCGDnU50J+D9ru/6LhHoApIJ4tkpIvCmP6CegJEdTsYFcBN0A+bgueyyy0Twjr/gz+OSJ7DlzbTs0gCAsA+wwhuJ8T/BMHNBsA2QQi5BLLtI+IN5w3YCWOSxJkjRj90XAmTWA/78vd/7vfT2VdpZEwTo3DqKvvgJmYBGwDU2vvjFL067y6wBiGeIkUV/dqPxO8AGWawvwBigiDXAmgGUAbgAMpdffvni88LYmINr9EVX1gRzwvyQp51dRNYcaxl68pOfLMAqoBcdmDPKvNk0IoTPCPyxk7kAOKAfawvZAG5ALKAacA4oZu1D7DAjE2L8iEgvoqEMUKOOl3ZhM/YAOFibgCN4/vu//1v4Ev+x68n6AcziM9Y9QBc+1gMgEiBE+e4IH9AXXnboOVaZc9Y/c4NM5o6199GPfjSJYueSDH4hvTvK8rkzgt1TLj4xr/iN4425u8TnCdY8YA1Z+JP1CyiHuMAC+MVujlPWCcASfyAHH7MWOD+w0wno4jyR5wSQjEyODy4c4GPOA6ylf//3fxdyWEcRkd5giw7MHSn9AJjok8ukrBvWI/MDoRf24DvWHv7jWIcX4sIFxwrHN8ccc8eYXKiiLxd+uGiBvYz3eO/W/tRP/VR6oRfnDi7MsYY453GRB5mc25gf7OYcAvB+7nOfK3ZP6Y8fAMvwQpwbOBbIN3RsDzSA89h+aWobDzQeaDxwr3qgEf7174GIIbDE0ohYBJ0RQVUigvWISC+sABRxhZ5dhohIt80CYgCE7MCkDv4iKCVQAqDRnyCJgIe8m0VwyRtTf+AHfkAEUgR21APE2Gkg6CKQZieVetoBFATT7JJRB1Fmx4tAMgfE1NOfIBkwhTx4yBNIEozyIhCCcgIz6ugDwQuY5bbKpfLgycEauwcAM4AwfQCgEOCKW+cYB9uxFb1zsEpgz+26BIfws2uRg2FACsA4y0RuJgJV+mErgTJ65GCfHRb+ixMA49LbCAEw9OciASm+50IAFw4IQtd7Z5U67KKd3WduGWVuAXTUsTuDXthLMEwAD/DDLsARKXzs9LFDyG2Y3GJLHeNie0SIIJl29KQNUAZIwAbmgFsA4aENcAzARS/mO2K4DlkX7PYAmgEs6AQ/hM+QiV2sA+og/ISe5NE1ItKOIiCSNnaIWUuUmRtunWQnj9tcAUcASPmP283Z5f37v/97sTPsqkWgyK4za521ApBFFrLZRQU4Mr+sB+aOfhDrD8J2ePI4rBn0Ze2iG2sRu+kDsUvNrdeAFWRSh4/xHWuPHUrWPPWsOfxC/u6IsWgnBfhxAYOdO8q5HqAMSOOCBHNGPcT6IL07ioh0Kyi7wgBnQDTrJfdhvbCjz9rD5+hNG77AduaNcw5+Zs3SBmBjrbEWOX45jpBPG+uHuyjoxx0R+Df7hAsj8LD2WGPc+kyZnUdsx5fsDrKGsJ9+AEVAM+sZXtYCoBGQii8Yn7VKG8ScLT1/0Jd67EE+Y3HbORdcWDe0cbyhN7uU+eVAEZFe5sXaYG3Ciz9YV/If51vmG/s4hyIXXsbAPxy3rGPOc9S7S/O5Bx4o7gFPw9J4oPFA44HGA40Hvp49cK/YRjCTBUcMg/uIYUo9u1CkBMcEVuxw5mA3g0ECOQLlHCzCT6CV2wl4lo5DO+CAII4gmogwpnEAABAASURBVDLBOkQe+VzxRy67EtTRn2fA0IEyz8yREriz20FARwDIWNTBh87nnHNO2nFDP/qgFzIJ7gjICdSQQ9+sL89GEtwB9JbahD7sXgBuABKMQ9BLf+QwNjtFBKvUZd8RFFJGFoE7eYJe+AC21FOHXEAVtgAGqcNmdn8iQgTV2EE9ATUpQfEZZ5wh+uS2nKIb4Afb4IUIoEmRj/7k2Ylht4SglwCauqV9CIjxPzzZR/gRe/EHoIFx6JfbkQ9AgNiVA4gxH3l8QAY2YC9zRF92d2hn7lgD2IGfaePCBSCaYB1QSB1zyDpCDwJtLmrAg27IwTcQchgboh8pYIm1Rx5+1iJtgHJsYe7QjzrmBxu4MII+jId99EMHgn/4MhggT3/8u9SP1EPIAEBgIynjUR8xPO7QjbmgjrHycQFQA0hQj1xs57Zu5oY1Sx9k0479rEXyX4iwnX7s7mb51LFWkYNc3qzLMQHgwm58mtf13cnH/6wJbOTCAnOHz/Ncs745DljDrBXmEXmsXYix2eFkfeNP/EF7XnPYzVxQBz95jlPWC8c5/dCVvuiLDewWMs/MK3rQlwtoAFX04aIMdRD96A8vKXX4hjsZGIfjnjrmAzvJoxPjcP7AVurQg2MAfuyhjrGYI+xHH9JsP37Hz/BhM+OTz8R4XGDiAhHHC3oC2qmHh2MBe5YCzqw/7RBzQ9rQEQ80gPOIL5pc44HGA40HGg80HviKeSBiGORmgRF3LOegm+CEIIjAJvMSLJMHuBHMEGQTHFFHgEngTACYZRB80U7wRHBIH8AMQSUBPTtgBGTcdsftmQR+BPEEisgmKKY/8gmySKkjcKOe8UgJ4kgZlzbGi4j0Uh30wgZe0AIAjRjWA4AYmyCSW9EYm+etcgCIPII5gk0CfEnpOTgCyawHKbKxk3zmyzLwIfqgJ+ASHnaHcztlgk70zn3hxe+ATp7zJNCOCBHQRoQILKknuGZHg90X/IUs5gV5+IgyxHwwbxGhXA9ooT9BP0ExfAALUmxBV3aUCOLxGfXMHT5hHvEvZeqRT4oN2Aoooh912JT5sl45SKedOsZHL4AAc0A9/bOP2AFiN5Zbfrm1mJ0qdgO5tZqdKfRhjpGDLgDQiFjcLUJXfMQaYTx0gj/rBT/1EUeOgzw2O9Pc/siOEjtZ3H7Kra34G3AQMezDPLOOkBUxrNNRf4xLP0BnxJCHeYaN8RkTnfAjvNRDH/zgB4UO3ObKLcqAZnbb8Qu+ZqeTfsw9sunzhSjzsXa5xZWdSIhxuMDEjirgiTHwH/IiQgBE8ndHyMa/8KAba5VnZLm1mt15notlV5WLHugPH4T+HJOsA/SiDp9ERHomk3WJz5lH/Eg7xwopbfTBD5SZB9YU88I6J6UeeUttwNaIEBeB6Ds6OirOM6TMSe7HGoOHYz/i7s8fjMtYnDewj2Ni6XyyTmnnPBcxtI0yuuE35h9dIOozRUS69ZvbedEbG7mNm4s3+A4gyjmOYx059MtzRx46ukzd/3Uq/q87oLG/8UDjgcYDjQcaD9wbHogYBrtZNoFNJuoItEgJaAiCcttSoEBQRfBHcASRpw+8BDUABsoRkW5pBKjkXSFuYeN2UZ6/JKDntkWej2LniKCO4AwdAFY8/8lVfN4mmYMo+Q9+gk52DtCFNnaF6Ec945ltEWBlfQjUuO2OnTuex4J41pPnuriFlGf06JcJuwhkkUkdASfBKPJzHfriJ9ppw0/oQRm9KBMkE2jiH+oh6pGDbgSnWV5ug5/ns3iWEF/hP/zA86Dvf//707OLvLiEwBU5ECAdffEJciCCZsYinwmdsYVAlTr6kKIn4Iw8t4Siby4zz9hFSt+IO64jfIUNpNkfyAGAoBvgHVvxETrRBkgjpZ4U4EAaMQzqmXvAD8/2vve97023f1Pmmc9nP/vZAjwsHSuDY2RAtEH4A70h6iFsIMU3rFlspYwPSQFFADuezaOdW7R5npM1RDu2Zr1HDVQA7JQZj3ZshshDtOEbQAhliPVBynyQjxgCkDwvPGvKHHMrOvOAbG5z5lk/dsgAaNgRMZwL1gjy7o7yXHO8AOJZY1xoYb1xzPGMJPXYxIUhxkQ3bFmq+12NgR/R6ZprrhFy8oUBLrSgM89jsvPJBRTWU5bD2gOEMl6ep4hIFw7wD+PLf1wkyv2YA8bDJvRlXPxstvShDG+WBz8NgFBS+mAbayDPO2Xkcf7L65HxWQMA3Hty/kAn+pAig5Tx6B8xnCsuNnDcQ7RhNynHBsRaoZztZnzWAHPPS9c4h3KbL+cHLhrwzDUXCVinjJ37ISMT9uZ8kw490ADOoR+a78YDjQcaDzQeaDzwFfVADn6WCqUOoo5AiJQgjaCLQDQi0n9XQSBGG0EZxO2VuUxKQBcx/G85KEcMgysCHYIg6hiHnU2uzkNPetKTxLN07KoRTAJQ4IMI+NGHZ7YIsgClBMQ8P8ezeNxyCB+BHLoxPjsUBHnUE3xST556QBS3CnJbJ8Evz1XyshaALbf+EQRnfuxHF+ynP4TciEggmp0EeLCL4I4AkUARv2jhD/9B1BMwRgz9gQ+QTX/kk+ZxsZcyKbub7AixqwUIARBwmyd+41ZYxqYf/kU3AmwCVwAWKqBX1icHtgAN/AwfY8CHPjlFBnl2WKknYKeMTvShTD2y8XeWyzj4F1540Ic8vBBl+uM39KaNQJ80ItJ/CYFelLGHPjyzxrxz6yf/LQ3/5Qhv+WSXk9uq6c8ub7YDAIteuYwsyuiOfuiAv6jPOlBHG/NBPfZz4YOXuwBC2NFk9/3SSy8Va46UWyhpgz8T80seWaSMCZGHmBPGZC1QhmjP/Kwf6nLKGudFRYAIXgDFRRF0YneX3Wfs4MU82Ec/CIBIeneEHrTzTDVABZ/zgipewgMY5GVYPOuIngDMrA+6Zh/R/2g6uvxv//Zv6WU2vFGZ5zjZ4QTEI5/b51k3XCDIfuP4RBcuoLBGkMfuIGnmYV2w28hxTT36RISYd9YL8jjeaIMAsaw5fEw7daxZyuTRgTzrljXLONgLMRZ94UOfLPcLnT/oGxHp5Wn0oW/2OWsNefgWf3LsRwzPCawN7GL90QbBm1PqIyK9UTof/5wXeJ6XcwHnVM4X3D5MP9ZF7su4jJntob2hoQcawDn0Q/PdeKDxQOOBxgONB+5VD+RALA9CEESe4IuAjUCFMgFPDmAIZqjnijttOSVogoegjiBnaeAfEem/A2CnKwdg9CXoyzoQnBH4EXjRxm2EACze7MquCIEWL1EhcOL2P0BYDkoBnVkvZNKf4JWx2H0iGGV3FV0JMrEHnkzUoz8BY65DD2TmMnoS6FMXMQwUsRdCJkFqlpsBCbtw9KcfKX6NiARatfAXMZRFkSCVgJw8b9UkRRY+BRCTYh/j0cY8MD7y8XnEUBa6Ai7xC36gjN6AEp4NxW/smCIDu0nxPzYA5NhdZC4AAbRByMcnUESkl8MQ7NNGHf0YBxnUwY9u6MqcMQ5rinraMx/jwsctssigDf14iyr1vMCHF9ngB9og1hZtgHDWLD5hbOoAIvBAzCf15PE964F8pohIt2zShm9JuZWUfoAjLojgB+rpgx2MBW/E0NfoSjuymQ/4lhL2Ig8/AG5oow9rjnr6Io/6iKFMbi2NCPHyJXa1GJc6eJiT7DvWNnWMi3/JfyFiXHyLvsjmogZrA10iIr0sDJuZW3RmbSETn5PeHWEr7fz3JaSAWG6jJ5/nD3mMxVrHLtogbGDN4g/KeR7hQS796APRnvk4p5DPF8Bog+iHXbQzZ9gEZZ+x3liPHB/YydrDJ/TFv9SRZ2z6c3ED31Gfj3PaIerxP22UmU+OCXSOGM4putAGH7bBy5jUQYzDWqYde6jLRD3EnRj4LteTIoc0+6WqqsW7O5DJ+j+6D/wNSUXjhMYDjQcaDzQeaDzQeOAr74GjAxnKBCU50MojUk+ARIBGHcEbwTx56gmKCKYoE7CRwoMsgijaCZC4fY2Ah8CZwI//1iEiYBc7NAReESGe04N4vpDAidsDefsiO5EAL96Yya1/3KrH7gy7lASwACqE5RQ7kEldJoAau6UEXcignjxBJHl2kXgTKs/LLQ0ksZcgO8ujDD8pOy2MBZClLhN+wwf4gjp2IdCNW3cp4zvSTOza4kfGwE/IRl/sZgeKdnTKQSXzwS3B7PSiN2CNfvRHDnlkRwyfuSOgJhhmLvLY6M6td4zF7clZVwJkdMff2MEOcp5bAmjqaM+giXEggAJzRoqe+JX5h2iH6EfKWPgNXUnRjb7ohJ9oh49xuW0Qe3jGF5n4gTaIHVj0yfzYHzEEjxHD9QUfNuIz1grjIYf6rA9t2IY+5LGBOcdv7Lpn3jwO6xI/UY9sUvQGnCGDdUUdlNcGfshjkMcm+rCrh1yOC/L0oYwM9IgIZV+jd754ASCGdykhH5vQCT/luWY+8BNpxNAvjI0dyOQWYfqxPuBBJi8PQh7+wiZS6iF4l5YZhzFzG3l8jQxAW9af+UUv+PAf8hkTefib+ogh2KWNciZ4sIEUffANeXyFLwHglJGL76ijL+3w8ywpY1GX5wT7WfvoxLPMtDH/nLuogw//UM+xyFtmsYG3UlOHjtu3bycrdsTZfeeFPeiBT2jAn8iIGPodfdAP/3HBAbtZ5/BCrGFsIGX9UYfupIBkdjPxKbeXU4ef0ZM851J2qdkJZ0zq8APrjTnBNuoauqMHvjqA845jNqXGA40HGg80Hmg88HXvgaMDDwALRJAEEQjhBHbCAAIELZRzEEPgR56gjMCINoIo+vIiINoJ5nKgBHiKGN72xhsxCZZ4kQj9eFMkKS+D4f+J5PZFgkeCOYAq4xOUoTO3vBIYMk7EMIBDB8roDB/BLQEW/ZCLLgSnBFyMTT3PlPHGSfqiPzt57PK84Q1vEHYhh74Q7ZkoE0xGDMfGL5SphygzFkElOhFsUo+N+IDnVXnhBwEj9YBmnk0kSM0640fauKWR/7YBuwHhvEwHG2gDbPASFgAy41DHuBCyIyK93CjLQg/kwIe+6MnOMC/BYd4JlD/2sY/RnG4DJIhmVwpf8JIXAl2CYAL3HLSjS0SIeuaKABoBjAXhW8rIyP6kjn7ojL3oAU/EECSSR0/mCD3RHzBEyn+XwjzAA/EcIzto2EzQjW7MNW3Ipg/1lNEHeYyLnlkOa4Z2fIBdyMAWgB87wJQZFx70IuWCBOsH4AFQQB719IPg44IIFwKoB4SSMhZt7MDBB6ihHp2ox8eU4cMmfIMe2MRaxY9Zb9YCz5Ky24Z8+sAHiGS3F5k8C8kzfciEWJOkEPLxDyCKPLvc+Iw2dONCBkCfMuPCSx5/8NKkiBD/HVL2L3PKHDNulsN4rHvkw0t/1hx9uLWWcwB12Ekf5ogyY+EP+lNGLuNGDG9RhQ+fs86ZU3jQmXHQg7mMGL5chzb8jV48h8vzsNThM85P/BdMrF/+CxbmmzZksv7Qk3GYA+oZl1tn7fYyAAAQAElEQVSD8TH/ByZvi6WN8x2+fuYznynAHhcOGA9d0BEZpMiAsIUxyWMntmdbsYN55DhhfEAsfJzTSJHDreUAUXTnmIUXe1hv3A3Cy884f8JLH+whbeiuPdAAzrv2zddtS2NY44HGA40HGg989T1AkEQQQ8BDoERQhRa5nuCHcg54CZAImggGCbwJGgnI6EugQ1BEPQEQgIpbwOjPbaIEm4BGnuXiaj3PZvLmTZ6RA1y88pWvhDXdqsnzlfDykhyeUQKEMQ4vIuE5PkARt9oyLjoDcCGAasQQFKIr7QjlWU1uzfzUpz6VXmbC/z3Is3EACHZVn/SkJwkewAf8BL/YQdCNf6hbGiDiA3zGDh1tESHsJ4/PCB7JE3hzGzABKuNzWzC7nq961avSS3D4rwzox1joi1z6AfbY2cN+bifGlzxrx9tE0YngkmcJc1BJAEs/xs1zAh+6oCd1jMO8wsf/HfjDP/zDuvnmm4UP+P8ukckzgrxM6QUveEF6ZhFe+hKIT05OUhT+iIgEUBkXv9BAPcE/RJk1k/2JXeiS2+gHD3OHzswTuuF3ysw1t02zy8haYq4AWoBtQB0AgGAcwIXfkMX4pPTFVvIAANYqecagTJ5xSfE7/RgXnWhnLfK8JrtG+IS1hj8A/zxvzAUE/EFfZNCP3Uf6AGZe+tKXpjfLAgpoxwf4iGcikQ9QoJ75QTfWLGV0Qm/sYXcZGwFsz3/+85M8QA1riBfw8NwxdqI3/KwDQDDPGHLMPfvZzxbPgGbZyIcHXeHnzbvcpvz6179e/F+vAE2ADBdg4IWYd/Qhj/6sXcqsXf6fTIAj4yMXMAUf84t8LiBxzOI7/i9T0pe85CUCFHIswMt8kyKTOWd94I+8zrAH0BYRop2xmCv0wnb60k4//MrFEuYYP9LGC34Yj4tVXCzg2V/WN8RFLuzneIIHmaSsU/piEynjkjK3rEN2/zkHccfGC1/4QjHXjMv545JLLkm3I8PPrcHoxRpBb+oiIr0Flzw7k8w/RDnPCxeCOO9xUQ4f8iKz7CfOCejAxQbmjPMCxwjnUdYdZfrif2RiE2lDd+2BBnDetW+alsYDXw0PNGM0Hmg88HXqgRz8YB7BFUEdQSoBGwES9ezAENSyo0HgReBCG/w5oARAEjjCSx+IoIlA7tJLL02v8GenhGfFclAFiHzHO94hQAMgCMDITgyAkoCUZ8kYA1k5wAVcEtwS5BFwEzzS97Wvfa0Ivt/3vvfBnp5ZQmdenkE7etKQgy92kdjloB//lQA7R+zusCNA0AawgD8TgSLyeBNuth0/0I5P2AEmAAdoECDTBjEugSuBMGX4AXfcUkvAiL8IhBmXep4TxP8E2gS32X5eioMveUspvmC3jbeV8v95ctscABHZgBjAT0SIIJfAP9vMnALYCELZiWEMdproR58Xv/jFet7znids4FbBD3zgA7r44ovFm4Mz+Ec+AIkAn5TdIOYT/+AXZGXCX7w5FR8wFu2klMnTl3by1GMv8tGNHTd8yjisI+zg4gVgnX7sELMbiz0E29wSDPBjLhgfmwEb5CF8RhvBOsCHfoCvPCe04x/miTUDOMb3HB8cE1wIIYAHTPAmUEAuIA9QwYUAQA3+ZiwInQHurFUuYLznPe9JO4GMwfpgt43dKGzGNvqgC2PjN3hyHSn8ADvWDDpw3HBhhnlhR571s3SdA2BYW+j6nOc8R9iAbxkfeRA2kzJ/gGoAPMCWW7SZ8yuuuEIAMI45Lgghg+dG0Zl+3MbOMQToxk/IQSbrnfUED2VSjk3eJoyfeJsq5wIuDnChh9vb8SF9smzWCACQ9YEvAJbMB74iz7pgHWA3fmN8xmEdYSPnKuRRzuuAuUUmx8pzn/vc9Nw0t6jzch2AG8cXaww5EcOLVIzHemGtI4uxaefiBsAfAMhYrAf8xpoFSCMfvkysR17uxEt8sIP6iDuOwbkFHdGfuWRs/A6QZV1wfuSiBbcn5/5crKOd+eNuB+aMdYWNnB9ZN/AiM2I4Hv6irqE7e6ABnHf2SVPTeKDxwP9ZDzSGNx74ynmAwI1AkYCEAI0gmZfpEAgSZBGkE0ACkHjTJIENwRCBEfyjo6MCnBFAcmWdgJJ2+iGbQImgmLeLcgsp4JNgHgvgJWhn54VbSpHBDgtldggIIpEDLzqxu0dA/PKXvzwBI4JEQBJvLGXHiUCcW1IJWgkCeSbrzW9+c9ohjQhhI7IAOATj2EWwftlll4mdTp4LfcUrXpGAK/2RAz9EgMmtmzxzmgPDHLgRVD/jGc8Q7ezeEJhHRNqxpC0iEJHK+JoCuyuve93r0o4it8BxCy8AnF0M/Iw8/IeOBOb0wZfsbGIXgIPbSAn42aHBVwSogC54IXbSsq+xBVn4kcCVIJp2+AikSQHhAHnmCUBHMM4bRQEcBO3okQNY+PkvSZAFqAK4sl6oZ/5J2TXDr+z+MBbtpKwZdm4IjrE31xOUIx/ARWDNjiJyINYb7ewsAVgYF0CMP1iTrBf8wdqIGPobufTFdlLmAkDA225ZM/gbH7MuWGfYCKBjHQAmWN8AR/oy51yI4DladMOP+Apwzk4gaxN58GZQAqhlPb/zne8Uc8bFAsbAV4Ab5p0LNXmOmF9swP+sobxWsv6AJQA3QJM1AvECHuRx0QGQyW2d9KMO+9kxB6iyNtkVBqChY6aIEECUMmALPuzDP+jB8QkYZK1ybgCcMQ/4jTxgllvf6cec4uOsLzLhJYXwLRdJAGbYyQUDLizQD+DGuSHzc/GKHfzLL79cT3jCE9JOIPPBOqCN+UEO5wPGRD7EGud2eQA+OrHeIobrAXDGcYbPnvjEJwr/cbGH8w47uuwgI4P541ji4gQXgTgWOK6RxTECT/YxQJrzB4CTi134mnMn5w/kwAtxUQsASDv64yPOH6w7bHr1q1+tt7/97QJgskZYd9TTl3MUfmNdYgMXn6iH8AntXFhghxm/crEAX+f+8DEOc0YeWuozyg0NPdAAzqEfmu/GA40HGg80HriveeDrQB+CD4IcTIkIEfiSJ2AiGCcPOGTnjTwAhR2InCdl14wUfoLGiGGQl8EHgSD9GYtgi2COoA6QmHkYAz7kQLTnYJwdSAAQ4wBYGAOQBXgkzwuFCL7YDSHwpj928BwbuhJsYSNjEYhD8GAjgR99CSgjhs8i0kYfUoJLUoJNwA35XLd0tyK3oRPgDD50JM06ZXuoww/YCLjAb+wSRoQADbQDitEBXfE5O2jUEYwCHPBXxBBIU58DTPjoj02kEPJJAZrsDJFnDkgZA7+gC/ZEDOeOtqUyGI86fMxLetCD+UA2AS1+zil86AgAph39kI0dEO2ANdrJMw/4ihQZ+CDbQztEO2OTB1BhB+uJesZmrmljl5w68swtPOQZnxS9AADoRRmCB17y3PZMmucszzV16MR8YXuWB2hip512/Mh8ITu3w4+utKMnKWXWE3mINUPKMYJf0AUbIoYvzsF/7JTCw5zAx3zkMajPNuQ1RhkZHB/4mTHhQwfWHnkIX5PmNcsxiA84znId42X/0hc70Yl+6IF88oyH7RB+iwgxHvXMLTz4A9DFPGcZgGnqac98jMf6ynX4KPNjG/OIrrQjnxS/keZ+5FnXrDn8BhDEZ8jhfEB/yrTDi674j3nO88NFAWzMvoAP+0jzGuEYYk3gF8ajDf+RZp0A7/miBD5kXrAJHnjRjTy6oAeyGBNe6jl281xlH7FLDx/tnL/Qg/xSwjf4C8r12J7zTXrEAw3gPOKLJtd4oPFA44HGA40HvmIeIBjJQUoOjHIQRFBIUETgSIBFkMbA7EIR3JAnpV8OsghqoIhI/70EQRhtgCCCJIJM2gkuCeoIoOBBFm0EVwRbjEfgTjCFPtwmBv/HP/7xxZ1K9KaegJEXdxBQshNFEIkcZCAXGUcHWOhAPTbCgx8YHz7k0h+9aSMAxQfkCQZJqUMGY8KHD9CDNsroQJ56UuxFH2yjTJ4gE5vgYVxsoQ0gCBHk4jPmAD+zO4dPGBc56A8/fRmP8QFk8FKPHvQnz1ik9KEvdhBQ41t0YA5IkY3tmZc8ulImj0xsAQxkn5DSjzFI0RH+3I/x8Be+Qjfy+Jt2fA4vffA784GO1DEeKb6Al3b6U8daZE2RRwYy0Y0yz7LCi+30wz/UU0fK2KTUMxb+p0w9ZXxDmfnIsinTzrjkM9FOnn6Mhz+Rix/gpw1iDHjwEWWIiy2kEPaTIh878Bnzz0UI6plfABZ5CN/QluWRpz4i0kui2B1GB2xmXAjwAg99WFPIwIfwUM941JGHeAaaOnyInVkG9rFe0Ak+9MVu1h9tyCfNcimTpw/82S+smyyD+kysgZzHD4zN2sFHmZ965JDCy9oljThysYRjgTra6I/+lNGHckSkcwkykJ3b8Bu8rANsop75y/pTznqwRijjN+REDMdHZ3xAG/6DkAEfMnMb65l6+Fg/pMwNOjIe/kcWPkYG6wOiHV6APnzwIJd1kEEw7ZnyeJTzeOQbuqMH7teAs/bagwakya7K30eTVLt2Kbm4+DlST7++6zNRzkRdz23zJlLKzi5+4FssLGaQTYH0roj2o+mueI9VP3BnKLe5eIdPrj9WeoTx2Prn9mP1zXWZ5+5SeGk/OqXuWJT5jtWW6mDIlCqGX7mKdFjDN7Ydi2i789qgb6Yhx5HvXH+sFC7qc0r+i6HcL6f3tC/8iehA5uiUunuZGPJoWhzyGA21qsVjcpGvyXxpHsj+XeidizldqG6Sr5EHCAQJlAjeCABRg+CLAIcAhnJEpOedcpAj/9HuRAQvBJsEdZQzEVgRuJHSBlgikGSciBBtOuqPuhxsEUARYBFMoQ/PErLzwzOX3IbJLb7crsjtbLzshlvyeN6L2/PQk4AR2xiCoI2UsanLshmL+gj/QDuDrugAT0SkW3FdnT7Ukcl9yGM3KcFcRCzaRBAZEekttwAh/Iif4EMv+S/XOZteukOa5RFEAgYJLPEZgS/tUNaDNCISuEAmZXwFGCSYJujE7/SnH+NhX0SklxnRRj2+5ZbKPPfoCB9tyMNefEKZPHYw99RhW64nZR2RwkdaFAWJ4EMuemJjRAh9qWNOYGJOaCfPvJNmOfgCXvpiB20E/KwpyuhD3VIbkIvtjIM89IbgYyxSCBtzP+opoy95ZGMnfJSRxbiUkQUvNqM3fIxHO22AO8rwQhHD9YSu9KFuKYCkD3XMC4S92IDt9GE+aYdYD/iGXd6IEO0Z+AA40JUdSvTHdsroylzTH/6cZh9mcIZc7KGd28hJKWMfMvANeXTLcvALsll3mZ8+8FPO6wm7KLOuSZGV9cNe6pBLCpHnWGY8iDpsIqWePoxNGf/lcRibOo5DUoAcvFmfiEjnLfSnnjlDPjLQhz4RIfpjE+sjYnjcsAaZW3jIk0IRw3b48SGyI4bjoGOWz3jwoAvzgj0Rw/MPciB40AN9sAl78B319ENfxmDOaIcX+chlTeS1yWRZRQAAEABJREFUgN7Io40Ughe55Bu6sweKO1fdf2oSjCgK1Z1SPfVVtEJ11VNET6oBhQS2lQY2CaKGtHI0VjsDdV0573yvtoR6zryzDoe7DoiTdFW9OWn+sGmf1DX1J6XBrK/c1Or1PUxdm3fgPnemgaWhwSBx1C7V1lKL5GGFLkcT9Zk8xCI/+a5tORYBhfu2a2C1K8gCyDvxuEfGRAZEfWW9ZM2PRbXrocq9h3ZUrqF0hDyM6+pj2pBtskrm0eJIS8vkOTihyhyJXJl0c4oMJ26x0c7Y1UrCYFgworaRnFicCPuHVGlQV6oqMzHJlTuwHqCU94y4vrJkt3jtyFYOaWjTcBgPaQ4tUm6jjyWnecl18JLPKXkIXijzH53CA+V+OaUOoi90dD/K1Nsz/sD5pZK7fxkf/I4emViH816AvUE/BWti0lyWy7LP5QmsTF17vOtjDnu/jOH/b3fFefjWhGuZi+H61+KxAAuE34c0dBl10LDUfN+bHiAwJigiwMrjEOAQwFAmmCSljhTK+YhIgII6KGIYPBEQUc4peYh+SwMg6o5F9CPAIuiknVvueC4LkEk9z8DxTB1Ak8CdZxlpB6zBjy1Hj4ON9KUe+aTwQrQRzEWEf5+HgIj6TLSRzylysl/IL21DFmUCalL8mMfK4Bf9IoLm9KZOMtSRZiKwJH90PXWMgS9Js055DNpz0EkeQgdspg/lnJLHZ1lX5GW7aIMihnqSZ6ylfalDNikggDRTxJF+1NH3aNlZFrrRDt+x7KWevqxV8pkYO/MvtRk7Mg/zExHpRVLU5THJQ3lO8vgRkS4eIFsLf0t9S1VEJB50oh/6y395LIC/i3f6MHb201KZEUNf5Tb4sCFiqPdS27K9WTi8WRaAgzJt6I8+pJTb7TbJoh/ynNO+VF/sSYwLX9i4kBU6kSfN4+SxqY+IdKFmqYzsG9ohQDQp/dCPlDKEXFJoaT7zoCttUMSR4xQ5eZw8du5/9JqhL7pD5HO/iEgX1uS/3ObsHc5v+CKvF/K0Q3ks8hGRLupERDqX5DpsgChD5Jfak/VEFvZERHrLbT4P0CfbRp45Q3d4KR9NeX4ZJ7fBC+Vyk97RA8Udi/fzUjiECgfeTkRqqOCSw1s5vB0STUMraZHYIa1C5nEY7D4D5waqDSYALVLtRelV7S4OqcNhfpDWrgq3udr8fEdKkZmJWujocu3KTM5+GZ8shTSLwQXkbZIg8kvbKduqYfJFfNfi3x07LMr1oGmsY6R37HFXpUphgCh8aBnyWJVTaLFHGmCxtJiJKBQRJi0hyrXLofRnWSnla2me8l1QcRf1VNd83UNCg7sjxNzVWHmcoecpQfS4bxH2oVHlL/J1EeK4iaDkStTOxBynqkoDH2/ONp8vxwPJx4XXulRYTioGGaU6NX+NB+7GAxEsliEDt9/yEg9eUsJ/9cAzbbxUBPDJi0IIwNgN4Kr/sEfz3Xig8UDjgfuoBxq17nMeIEa5zyl1TxVKyvvqfssYsHRAG3UYuFBrqgvVcuBrYfUCOUmfgYPe2sEuFG4sTOG+tUkq3WqqS4POUnXR0aAYUV2OSgXUcdqy7CRq4csCXMNoR6hyAFhZg2FaWCpUOs1UaOD22qQ7UGFZ6ERaOg9luaX7LKXC8iDsp09I9oHHrYcp9Uv7I6d0n7KuE5+s5bEoXA/JaLxwHpK1DOczlZJlQIw3lBcLchdTId3tx0hDlZRAPKmJsgl75BTKtbX449vkubMqVCxQpBT7C/vLs5/KR75oX0pwmDzf1DqXxOX8kXK1WL+0LfnUapDCC+X2nFK3lPDVkKq8wpwqUVhRCP6cDvPwyh6vF6ll3kzIc9EfuI9BPgaUyVz3xoc5ZOQsO5wJz0FEKMolLZEa/NV8vqIe8BpelGcfcww4Set2sT4dS0dK5O7MQ21D/9c8kK/Gp7tM/Ft6tP3s9rArxJV+diXYASAP6Fx6y9vR/Zpy44HGA40HGg80HsgeIF0SEVK8f1HUUqsyeXes9I9l6bxSAEbIC6wqHGoVqv1PC8Te5RDkDFzTU+nIiwC+dIgWUbqusBPC/UqTU9cNDDr7BpsDUxVt17dMZvMnrES4V+jofzJIUKot/I0Wx6Jhf/PFEUr8LsMfti2Avk5LUo9cJtBZCQ3LhbrCKXxDkmRQZhGKBQBYuF+mcH5IWvgrFtK7SKracpTsKSwvE7dLLspZGE9Hp2ks5Fb2wh1T0WZ5Qx09RvLjwEyVx6pSKtsFXyYuEiwlMypCi1QoXDWkCBpKyXO4SGqnckTIG3EqpAU/DtNAJ9NwPDcu5itLzjRwvl4gOVX6i/StVCafZYVtGOb7bkMG/Un7ssmLRB/5b8hbJd3Il9YhUyRZfcuBKnNrKMKda0pOScygRLp3/7z8PUxlHyrpO/RnKMKkuNvB7771brs2jXgAB+JwUpM/Yk17xaf5IJXXDqwNNR64Kw/wSAKAsyhYTEe4uN0WYMkzcRD53AroBIjmcpM2Hmg80Hig8UDjgbvzwB1/Ye6O8z7YRrBbAsQMNlPUnXQsnDWFSVCqXPgi0DfVffP0HA4PBHSECgfIpWsKh2qFawtHb66SN/i8w1kKwNmNEYf7I6oSj8T4Wvwj+D8W1ea4C6LarTJIk47Vt7JGJkCZR10EZraZPMCvdFvpcrFAKcB0XpD7DGUzCGRZrqNvak88si+OEFxLqbAGELYuJRmEJkrMlb+/FHI366MFAlwNqfaodZq9wtoVbqc+2WJf3QFwWkRt8nS5jzMUzO/ckk/hfJEkwQQL5EoXq0RZh5Til2MRcl2PLpngr6m/K+LhOvdRena0Mjs0WEidP2Y/NNMSvdD2WFTZJovSETqay0KUKO90Hp3qy/jzYPiBtUQKKM6aRBp0QXYspCkZzsUdqlJ98/Ule+AOzqzs+aUkl+V1Mlz/njLn1fw1HkgeyC+5AHQCKDNRHxHpGSeAJQTITJ0Wvo4GqAvVTdJ4oPFA44HGA40H7uQBor87Vd5vKgw+SgOuIxFUDqpK7wESAg8tIR4rXENtUfdUGHCWBgKk6s1L/a6Kfk8AKBwCf+mu5J0k8T2DzEodS2m5XBv7DFRW7mOG2iTDo2NTapTSzqvzpJlcPPLJox2pSbmhcPdPpWFKHeQqQCCVoYUK1y391NaL4ZbWHZ2vllTcSYqDDi1QKBY5I47kkV8vjJNTLZRJh52yfUenbs2DkhoQYVMiN8WSMV088vHcUwD3piWQvgZ2hQlwN7Cw1DgczyXYj+0lGgGFKTVbSPIFizT00tRNqS7xVZQW5dXY6xqanBz7QyNEa07Jf0FKCh3hSrpWLg+FDL9d9IdayNl79lna+Z71OMLFHPAyoIF97iMjDJ6hIwxLcpiwpEi28FyTNvSleyBNH195/bP2fX5TIubli1oNX7oiTc/7rQe4rZYXaQAoM1EH8cZInttcahzglLdEsuu5tL7JNx5oPNB4oPFA44G78sAwGr+r1vtNvSMuB7TsRvYLQ0vyC7oTALtGLQPMdtU3SByoICgDLBIsd2clqD+vYtA1kOwJIFo6gGtbBsDT0hOw6Btt1M6F+xcL/EY4DrMLau9EMv8iAVwok2byTmqdgAr9kUTKlCwheOlnPoHsyC/W6chfanMxBfHub56h7KEHKvevPJ5Sux2UUsZjXNmGI1QjZoEY7o7kvm7jE2HZeZyjU4/H+DpGSt0i1XjY+pov1SU7wuIzFR6+cNmEzkvJtXwS56LSA8lzJyyiDoYFqpxmcnbJx7KtvzJlXe4qXeBDfGWeITFi4VEL1a6D5FTpdl7k2076eX2mupS6PmlBeoRyX9La/shkwQziHiG5XrWzHpFvshD5e0RfFPNdSESGjylxLPmYsFKeq9rEzqvnwbotqokvEil9F+n7LuQeo7qpumsP1FG7sVog+z1fkPA5z5WLHzgWC54bJTpS0+T+73kgIu5kNLfS8t8J8Np/3hjJc5tLQSa7nwBTdj3v1LmpaDzQeKDxQOOBxgPH8ABR7jGq7z9VBLTErqR9B/QD/3465BrG4jbDkEgtB8MFgTEAk5Sr/9yGC/HfnvTnpEFP4Z2awmlRzRt4zqUyz4gWC5EaYR1gpkSGeTSY8wg0RgrdKiuylGoDvCMEEOFpUVw+JHSm91KywKR7Tcby6kS5n1PbKO+2yvVKaZgzhCxRl9oZq1DlPCC8NgQYmEhr19XWS07hr9ybT+0vyIlyHXnqIPKJwt/cb+ykdh7egcetLL9akg7CjS7X5tNRae1yqiZFD0BZsqWUKFMPAS5Jdey/ZIsHSBuZ3mETATbk+RZzS56u8JAei9IYbiCFPB76uYslcqlCi+mwvhBt5LHLPRfKWkwrV0L1gizhb+ePpLYzlQtzmsKJaShXyf8DV1XmGdg3yU77BXnJPwmku4N5+IR7ZKK3JVJ995S75/Tuue+itfJw1jT722nYC1yUoYNbxRpJREWioXYMC6Wq5utL9kBa+3WttPZZ854DpQsAvWGd3HYn6czMUroTwxeqaNq/TjzAbbEZTLJrSZ7dTv47gfzaf0yFj5cGATIBm9QBPEkbajzQeKDxQOOBxgNfyAPD6O8Lcd2H2we2YODIte8do77zDrPUt74Og/1diVtlB7NTEgQAmZ3VgY1b9PlPX6VrP/Jh3XT1p3XdFR/X1Z/8mK675irt3LxR85P7pPlDUm9KMT+jNoFcv+J1Mxpx4O+Prv3ge3XV+9+jKz/2UXX7fY/lwQ0QZJqanlF/UBkGSHO9vnqOCnN4h15w92qLd2XPFfnuT3cR/4+eqzTvzPTMnLpmqIjYDfIqg7oaYGYQoqJ0KFkYf7RURGEcHIm3Zz3pX4XEGHN2CONZnHqVY9AkIzRg0AjrSKsbnJNpUPc035tVt+pqzkCctHK91RX/t+Jcd178H5cedKE2kr/7DGrZdoQ/Yd1kPuvkeuzvOsUX2OXssN3D1ral5wmc61bqV4UoZ5Lb8AGq1ipEGYrCwNv2d+33ynZ66hV8OfCeO7Bfm67/rD5/zZW6beNGATx9HcH2oo/SnyWp9pwO+l3VljHo9tWd76lnIwaVu5gLHRl3zl94CPv5/yXxo6xXRIh5me127SslH9gEzZufvvBblODveU56Fky5VqGBlYbkecsuszrqmy/3tRjNzvc1b8f1zF/D6HGVaQHE1obDYbIhqtihdz48MxD22ZThx35CxJ1o2Hq33wShSxl6vZ5q+zrVGeDsvOUmffID/6MbPnOlZmemrJk1MuipVSeWiFBgq0v0qxXOSazblGm+vmQPDLy4C6/9/fv26SMfeJ+uuPwDmtm7W7LPtfCYAD5nXVWSVwezMiRPomuaz9fSA+wmMj7HVE7zrao5pf7u6ctrZf0AJiHy90RaRKgsuXCm5q/xQOOBu/AA516aSDme83FO3fT0NElDXwce4HcYMzifN/OKJ45NxN7Hbrkf1NbW0VhFxikOpAimHMy7jno52A3DgNLbk60RAxTvXB7etFG3XMvFnV0AABAASURBVPUZbbzpFh06cMibmn1VDspqB22cCA5O7tfWLRu1+ZYbNbNjqzR30FFxT62yUss/sBapgpEG8xqruxqPvsY6LUPA2mRWB/qFafnEmPt4TOvSajl138p5CCBhXIMoOU5U27/Z7VDqH0Yd/LcGrtJIKzQ+Pir6u3viD2YrlPI18gxEK3ZrnS+KUp2RkUV+xoGssPir3KFv+eiQsMKg0sBgq+51DWqmNTc/ZcA6Y9zSU9vgFuqUhQpuz7OAynbVVqSw0rUFADqR17PvBt2e+gY7A9d7GHNaRw9odttVJ3mdUhptt5JdzspmiPaBZfdLG9Zqqy4D76b+1Ftc8kFhw2tbncYwSJQ5wuVOu5NkzDL+3KzkuQ5LmNy/T7dt3aKdO26TQrJrxFhh5ayWAJvqz4uAPDx2aTmdTsuuCnHC6PYqg08NAbr7+OOVJGE37QODLEDYwKCKq/12iftKpQdo2ZSQeU2MxbjyGIUbahoS+csNyLUZiRkZESFPUaryFHg+W9JCUJd4LROfILdOwuSd+ErhNQCxs1UBBq2X7KMWa8+pvoJ/2B0R9mcoKTo/p5lDB1V6naxcsdzzW6rvixUVhsj2eGxUheSy/Gc3JX/ZVQs1rmw+X7QHWBO1Fzdpx8fWMp93wr6fm/J5yxeL5HnSnebf85ZGoheUCs3X18gDw2NU6vrCFb9BnE/YReS5SW5r/Rqp1Qz75Xig6dt4YMEDxAv8FkaEOK6pPnDggGZmZrT0DgLqG7r/eYD55bxdOk7jHM75PM8r9fc/i+5djYn57t0R7mXphEwDH8yVQ9jaY0GV0zBEKNnRNBBSb079/Xu0Y9MG7dm5w2Cw1AnrTtapp52l9aecopNPP1Unn3qKVq1erX53Rnt2bNGubRs0d/sWaWAgU82rHZZqeZVBmpGqRgCd6mlFpyWeD627c5qfBsQayAz6Kgn0DHIBIaoNl6wYoZ43qwyJlMCM1bT8gSqDqMoAKLy7WBsAV94VrQzkKiNGYxW6y8XEbi2O9LdOQUN68dG8Kus+cJ6+pQcbMV5BDSYZkpGKq4XM0gAIMN4x4p2wDctG2hp3fqRdqGXUW9mGMKIA+NQAGAMKbAkfWLX9DbiU/zoujzjYhRizMJ9sg40yEDJMtQ8q6xgeuzbS7s/OCaptI7LZFcQntVFo3/IS2cjK/JX97SrJad+7rgP85Pms7Ku6mrP8rjV0s/074DZnjzXSKbRm5bJEy0ZH3L0SNif7nbFp7jB8TrdwcC4DpkQO+MLjmEXYUGOHpdtUWbysnsoo7Bt53EqFUVOnVapDyoygk9dZ4DcDUmQwlqfIFyu0+DdwLtlrhRhrfsZrZn5aNX09/8JG77jaZdZTqW/WAQyHLh7SNlVur4yb3df9CwOM9Iyy1z2gQ/aT0rylET3q8FM7yWQXu/TFfWorwMl12KvWtH88pwzwR32B5PjVq1R6DfW9Bq3ckIXvGktd4wTdqZIKJ5CT5vMle6DwwvSUiOfs1q5aldbmQZ/rNH1YLkicAFiEw5xXdKpxqfncFzyQQeXExIQKX3UiSOEKObshq/17dF/QsdGh8cD92QNfS905piNCU1NT4gVc7XZbHNfj4+NfS7Wasb9CHmj5oj7n7L5xQUWAtiCX8zpzvVBskgUPfJ1FfJHMwigAX+GdHzn47e3aoe2bbtXs4Ukdd9xxOufc83T6eQ/S8Wedq9Wnn6U1Z5ylU845T+c86EE666yztGrFhOanJrVn20Zp/+3S3IzD40qlw/wgunPaMdgcJaCfPaTCICG82znqHbaW64twkG/wUDrQqw1ECvO1HGmjHRiwTFrWBjKWadBTGrAYuyiRGUpAg/sBQgTwMYipPQZZbLNYg6JaALxIwjyewZbjFbUAjA7+qQbwFA44GbfwV9s6WLwjzkrCNwZGU3t2qXtoUgCden5G1awBjMHPYG5a9Cn9VWAzYMwnTotWRKTgqFMWKq1r2/ZCLecpt2w7VDrteEDq5Hxh/7QtoG0DAkBku/JBao0EAKqNtML+KC0zLC+sZ3jsjvUY9TZppxMqWwMV9qkMsnrdeQfbHXU6HdXOq93S6Q98gB7+iIfr/PPPVULqPhHgNw8tQHZhWSoGCvtG1kvJsbUKO7RjID5iGSPo7bHZfW6Zz0V17NC2KRjbOtE33L8wn1XTaKcQ9rZsJ3PPWPDI/gvVqvoG4D3rXst+k/8qjXjM0msm7JOyrNXxgMgoLTO8C824rlbYOeEeheWE51FOZbvaXjToLcsx+lWUMNla21QD/OGz/krkNn+qTBZoVVy66w8Ac2kr5Qh3pNKdD+y9XQOD9pUOmDvLJ1zrSn+3Wi2PPMwngO264SeE+tCw3Hx/OR4Id+76mGl3WlqzdpWXf+jQ5AFNHTwgT4yn3XPgtcOcO+c5kan2khw4Hbh38/laeoBnJQ8fPpxUKH3xruXjZsLHEhcQ8m1aqbH5ajzQeOB+54GiKBQRWrZsmRqQmabv6+oLsMm8ct7OO9jEtBH8Mn9dmfoVMab4ikj5mgkpHLyGysqpIIl4u3RwXSZA4IBq9rD27tymA3t3+4Af08mnnarxE06QRn2FqexIxYgUTjsT6ixfoxMNOE8943RNjLU1c+iA9u/crt7hA0o//j55FEVLUnic2uN2NZg6IHUdMIR3Ng061ZuRDu2TpidVzRxUWXcNJAcqDJ5KyHqNlJVGyxjumnr3VLMHJY9BH1lePTNpPDSnVluODnseq2/qqbCswLaiUgIzBpma8dger39or1KeN+56p1Om2ruuIwZWbfcZMYDroF9/Rv3D+9Tdt1vV5D4tW71CnVHbZOAbBg6FwVZhENMyGAWsq9f1uB7PqgR1Bk+lQ9XSPkCXGY89d2CPeof2y4he8k5kYVlFApRdycDV0e/QPs8FIDGR+WSA2ykH8ugm+9Mgq2Ww2TGoA3CWyOhOqbZP+gdtn8dKPvKuoOy3opRKUCS6FbJGlf1lsp/tMMm7bQDpyn6qJbfLf273OGkH0L6QwbXmDklTk0OamxL6lQaSI/YzPittTxgUynWV/T21b5dm9uyQPL9ivme8Bsh3p5P9Ip23HO+OI4e+YRnyrmzheWDuwnMi6+XtcetkP01bxmH7cHpS4b6t6Bk8DFTaTqjluS/Qwf5J/eZnVVsXXxlR7bUz8BzosO3Ar75YIa+zwDcGnoI8Cj6w9Z49MXpKXX23n6UAkxPpUubu1EEd3LdP4yOl1qxaKQHkDXLb9nuhQnNcJFnaYTEfKdeAzuSGL+uL+UzzYrCybGJcy8ZH1fUanvKxrfl5y4bDyVGf4QwcVdkUv+oe4Pgq/LtC4MKuJrub3W5XpecT+qor1AzYeKDxwFfMAxzfHNPscC7d8ep7R+wrNkgj6GvmAc7bDJ7P3dwqTR7wmX6XabxP01dXueKrO9xXfrS0+1MXCV9gTOkwunA4za6TDCwO77ndWGKfOkY1609cp4l16yRfRe46MO4VpfpFW/Nqa7pXOZQ3U2dMK48/XqtWLHfI3Ne+3buM4wx66hgCliglkzGRgVhPq0aNCqf2abBlg/Zef7U2X3WFbrjyk9p4/We0c/PNqqYParjT0FVlIFIZoIRHKgEPBge7b7lR26+/Rhuu+bRuufoK3Wy65XPuu+Fmzdx+mwCOMugoDBxFH4MeGUwMDCxnJvdo18ZbtOnz1+vmz35GN1z9Sd3Cy3Is8/D+3davq9KgKdyvMOApDcQGBgn7dmzVDuu7n2ccD05q/803a+NVV+qzn7pCOy3r4JYtuuaKK/SJD37Q+He/anYO7dcwcKm9qxbS0BdGMBuuu05bb7lee7dv0jyg1zaqPytAdH1wj3a67ebPXWXZH9N1n/iwNnz649px42dt2zbVBtresPTcVQacA3UMxtrWV9joXeXuwf3aeetN2vL5z2nDdZ/RrddepU22b4f9Nbf1Vskgt0Ow5h2efq8ndXzhwDu02264Tjd++lPa+vkbpapvXSvPpYZ/Bs2D2Sljxf066IsQN3u+bvnMp3XztVfr8/b7ps9fp33bN2tgUBvRd/+uCuwxgGcuZg7u057tW7Rj8y3as3mDBnt3av/WDdpgG2+wfZ/96Ac89ie0a/Ot6h4wSLbfPfHWoae257DVqq3HwDh+VlP7d2nfrddr2zVX6MYrP6HPXflx3XDtp7T5ps/p4E7PvYFDWjsAU8+5rLs72reHNWXZB3bv0Oc/c5Wu99q53vrfiP7XX6/bvSbm2OHynIl+Ph5siMetTEdyvnaQynf3xQ9mBDM+5CodCJPjRLtvz17Nz85p5fJlWmZK+nl9tIoWLLrTCbdO1c3XV9gDacfb5zp5m33VSp+3PF2HvMvZnfFFjzyWfe9PWgnDFUDDcD2Qa+hr44HD3t1kl5NjhSCFnRDu1lganH5tNGtGbTzQeODL9QAXk7hjgeMaWfyeQi3HoJQbun97gN1N5pPzN/NMGcIqLhySNnTEA8WR7P0vxw5JADYdSXnT0ABLCViUDqsKomkH2/t271TXO2nj42Nasdq7MMvGJQfNvbKtut1WMTaucmKZ6s645gwLhISRUY1PjKZbNae9i0RwXbm+Ti7CZbUiQqXHGDGI6xp07Nh4k4HIJs1O7tb0gV06cPs27b1ts7ZvvFk9gz92zQrvPBXeqZK6DtQntXvbJu3YdLN5tyawVnmnre+drkPePdu55RZtMVjrHtht9hkl4ADwsAx20A7t36NtBjz7d93mDbq9iu6MBt5BPLhnp3YaAO02KDq0d5dkUCuAS39OMqCrDQgP7r1dgJU574zt2XCL9ty2Vd2Dh9QycFvZGdXykRGVBjcAzf07dxlnGUAacGtQW97Aukiqam/sHjZo2+lNx70a2E/tdKupQZrzh7mN2aB5v4HTlHdTe4cn1fWO8aRB0i7bvdu+2b9ru2R9WgmAD1TQHxs9X7N7dmnP1k3avXmjJr1D3feOTeWdznn7cv9tm3T7rZ/X9ptv9CbOrOa8CxsRknfYenOz2rdnt3bdvkMH9u2RvJMcrldItcHnvH00uX+fdu/Yph3bNmjSvu5OTRrTH9a8d1H32m/bDRb3GezXs8MdwwrAif8M/AeeoxkD6cP27ZTnBnB6aM92z98+9b07Oef5P3D7Vt1u2TsBxd6tTHOAXV6XAhgM5nTQdty25Vbdev21Aqz3PO+FL0Z0DaL3+ILAbV4XOzfdorSbOZh3CnkO7a8Zg8n9u3Zqh/0zZb90Z7w+fAGla7/vsb+3btms23dst78nmSgbXot/wAvPoPOuosU+cXKPPxGhiEj8XMnbs2ePjPe1ctly+WCxjowwbIcJcEoNY1JeSsNjd2lNk/9SPMAhWbRK1T52mdjVK1ZqpN1JzwzN8hZEn6P4QXRCs8krwYVh3bFm5kvRounzpXogg80OF8sshGNq7969zkm7dvn8nXLNV+OBxgP3Vw/cfvvt4pk+9OdlYIcOOa6g0NDXhQfYvQZkzs3Naft2x7QLVlUCHrFHAAAQAElEQVS++L6QbZIFD4CeFrL318QmGHQSwLYNgtqe5JZTOXV0pdnpGWdrBVeUyo6NDDneStiJ/7JirluJELl0y8CgoNevHI23VbZXaHRkQkV3oJZ33NreJYSvMjhS6iEVTvcbeOzbt089j7fu5NP1wIseobMfdIFWrl3t1p5uu/kGTe++zcDqsLv1FN7lMrrRlEHYdu9ErRzp6IQ1a/SAB56rBz78UTr/oofrpFNP847siOZnZr2TdVADL2SwSuWgcmBw1Zub1uzeHdq3daM6nZbWn3aazn/0Y3ThN31LktPptLVn93Zt3Xij6u4hdecPOyDtSRHirz8/p5if9r5uTwcNXqI9qhNOPE2nnn6uxm1DsWq12t65HR9radoAVlPTYnzVZfKbcOz8rAYGassLablB3bLRERUG9XK/7qCrnQa1Gw2IV6xarjPPPkuPeOw36eGP/1Y95KEP1ZpVywxwd2uvgXF/bt6bdl0N3MeGSj2PZbmzBpwHtm71zmetieXLte6UU3XqOeeIFzwtWzaheQOvg94hnPIuZcvzVqaAbWjfqmXLdPLqVVqXLi5YQW4tjZ6imlV5+KAqg/UDgNJde/SghzxMFzzyG3Teox6l0889W6Njbc0ZxE0ahO/fslUC7PW7AqyrlDeRarUMXFveF295B3TXfgeH7RGdc+4Fesg3P16Pfsw36/RTz5Bs117LGMzZ974YIOxj4UWt2ru3s/brvtu2CFtOPOMMPcTjX/DYb9Q555/nunHN2weAdS5UCCDOmh5Uque7mnXb9L7bdWDX7Tr/vAt04UWP0kMe/mjr8CAtX7navunq0OFJHZo6bL09W2HSkT97REUtlaY4Uu1ZrUx35M3NZlUdlYt907zCduEndmLKsTGpKJXWV6vt46vQoN+3r1o+RlytWiH/+YvrFjzTWXktQq79uv3UXwXLKq+LIgr1QZ5eoOX4mAFn6VPMrCrOG/Y9PrfrNbwox/x5DTIzdeuroGEzxN15gOMnIhQRuu666/TgBz9Yj3vc4/ybVekEHv24u85NW+OBxgP3eQ/80i/9kr7t275NH/vYx8RdDCtXrtScz80Alfu88o2CX9ADPG8P04//+I/rMY95jD7ykY9QFCA0ZZqvRQ8Qey4W7m+Z2oGWYYQqtlmsfDj4avUHip6Dquk5ad+k+r1a7fYyTaxcJ40uczTdUrTHNTYyKhlxjtgD0Z3XqAHlqCPwqnbFiHdCV56sVrlcK0fHtN87csX8QcmAZcAO1fy82gawpUKH3Xd87Tqd9dDHau35j1F9wtmaOOsCnXbBhVq37jit8wBT3v3sm1RYL26xNIA95B24MQfltWUdf/rZ6qw/Xf2R5YqTztRJF32DVq87xUCx1vYdezU3KDUbY5q2HeX4ch3ct1dTm2/SCZ2BznaAsvrcB0trT5TGV2nFyae67nwdv2659u/fqtt3blLLOoR3crsG09GZkAwcV7bbmrac1evX6/QLHqrVp1+g5SedK3VWSGMTOu709R7/gNoGq96Ok+zP3mzfO8Kjzs5L9sOhLRs1NjurlVFq1fEef2K5BmVbe1Vrj4FxyzvKJz3ggZZtuSvs/7E1aq9cq9PPO08rO7Va3nndtmm7qnJM81Gp551f9Q9r34YbdNA7w8s8p+ecd759+0gdZx3Hzjhby895oM648MFaedJxOjwz6V3QW5SeZXQATYDfXj6h/uyMVhkUtmempbKvac9dt/JVxWpGtUH65PWfVSdqXfiIx2jZKUPdevbrqrPP1Glnn6rTTzpes94hnDHglUFe4TUg7/h6ujVmYN2JgYrBrA55N/KBj3ysTnnIY9U+7iz77STZiTr53Au1ojWisG+2erc0RlvG66Xwvyzk4IF96vkixIR3Ok99wDlaf/5FqtecqG5rmSZOP0fnX/QIHb92tXco92vbddfa97ajKCXPXXjdbd28Rft3btZF552riVMeYJ/a98uO1/j6M3TCKWeos3yZDntd7Z6cVF/G8B6zbxo4X9eVwWaVdrOLQVe17at8sYR13TP3vIl0YD5Xu10Ofi3Da7a2FdMze6V6SoNdG7Vas5ruzqlYsca2L7evxySv06javmAypo4vF3Snp/xdKwzO+96d79UD9UNez9KhXk+MMzCg7/oCRhqsliofw10Ddi8j3df/erZ/3hcQrHVSteudZpuQVJ+anUv/vU63N9DsnC+q2Kcw9W3v0j6Zf2kK3z2hkVKqPVHtUZ+zwuc0e3uNL2Atq2sd2umrrZ7fomirbZ8XvjAzEpVY+7VK1UXHQ/h85+/m86V5gGOHntw6R0q55WOU/FIiwIRy3W233aaBLyBS5nku+h1//PEiz90DuY32o4m3XVJ3+PDhRRm155s6iB0UdlLIQ/CRHosyX8/H4tHtS+uQmdu3bNmSxmVM9M71jIP+2U76084YO3fuTH3e9a536Y//+I9TPttIPyjLIc07QvAwDnVLifal9Vz0zWX8By96ENRnf+V2nqmjHV3Rj/xS+zI/fRkHO+CB4N+/f3/SH3mUSbtdH98L8wkfsrNN9MeOXE8befrRhp6Uj6bcJ7czBjy5nrEpQ3mso/OUlxLj5X7MS5aJT2jLvJTJoyO+JX8syv2PblsqC32hm2++Wb/5m7+pG264IbHj27wjxDhUZnmk1KEru/60ZcL/OZ/1zGXGpU8uIyfn4Z2cnExF/MU8wL+Uh0b0Is1y8BNlCJ3oQ5rLpBBych94qNu2bZs++9nP6uMf/7g45qmDIsIXlolwKA2JdYdOw9KRb3yH7kdqlP5blVxmLNbI0jUMf5aFreiLfqTIW3r3xN69e9N6pj3LzOnSugMHDuRq4RNosWIhk+2nmHW68cYb9Wd/9mf6/Oc/T7U4rtCZArrkPGV8sHRM2qlnTrAH/eFfOg52w0c9vJmoI087Ke3Iz/ksA/9Ql88b5CHGyrrkftQfTZ0Ov6MS5/3du3eLfkfzNOWhB4phcv/8TgGaA6nBUitSUEeLG1R48kPpv01x0KWSheEIbcHcQmGOSkXUzvUdiMtpW5KpGFXtAI6doEiB+bxksFgXlgvVhdhUGF++QiMrV0mjJgOCWYOG7sgytZat1HIHfiMW0DIonWe3yTuLcsDnAbxhVqlnYDTq3UWV1gkw3J5QbxCqTOtOOlkPfdgjdM4DzzNYXquyM6qiHNHU4Wkd9K5e6R2+48ZH5QYpsMtUmmd8pZatWKXVExNaOdbRoX273IcTRS2pUGE/dFRomW1Y1mlpzQknaGT1GmlshQYGfl23d6OUOoXGJzqK3qwqngUrW2oZ9CCl3S5VH96r+akDtqOvkc6YNGIqRlQXY1q5br3OPPeBOu/BD1W5fKVle0ezNSqZ6s64eUcR7x0X/0gDuh0s1fZTFQOpZz97B7dTDTTRHlHHfgyDwa7B+Fx7udQxLV+j5etO1gneCV5r3cdGOhp45gYOthVt45ZKZW+gtsGNjZasr4qw7FnF9CGNesxR+7OdbgVdpmpkQrNty7DtEyuW67i1lu8LEpWvQlYH/ANFIGGArrKw7IEq92+pTj8YhYF8PbpcNXqF143nUO0xTbQ6mujYTwbmlXcoa//AtFxXGZBMTe73DuG0jpsY1Yq1a2VHK0bGVY7aN1FInrdV3qkaaxWaPzypwawBZ7cnn+V9AaWnUctd7V3FibGOVLQkxmyNSK225365TjnlNJ3Jy69OPVWKUoxdybqbIkJRy7lKZR3Kf5WzlQuASlJn06fwOncX1S7V6iuYo7qrVm/KO71zKlstVd5RT3qEdTGQkaUvdNCY/SrPjlxRlLVqr/+hLKlst1TY3tJ2dkasPwOZtyilTqejCr973PvuB09VGhntCNAHkOx4DtB34JPDiG0q7JLC62/UPKVtrXwhxMtIIyPtL9u+8ECeXX8PP7Xly+O3PUDbVeF1KgNOe12+VuD5Rt++WyrVnvtKhfPN5970AEEXAQ07GxB5gpgTTzxRZVmmoQlQCI4Iamg7/fTT1W63NTk5mXZCEpO/CPiQt3LlSpek5cuXL8qgPgdMK1as8Pry8WQuAjVkO3uHz9TUVCrnsRmPCoIzAlDyuY48aznLQT90R9elQSf6tFqtpHOux176Yi9j/cu//Ite9rKX6X//938XdacfuwHIZ3zGw1ekjBMRPvXNi4ARefiJW5EjItXRD11pz33II4Nn54qiSHwEg7RP+LeRlH4EsQSe+Iw6KPuXvoyDbGzFvxEhLuhkvZAdEWm+yNOfucAP2EXgHxE+3mqaRD19kRfBESyhZ2r0F3rTBxnwuWrRT/iPcib0Zk1QZixkMq/oSd1SwmfYiy1Zz4hQzpPSpoU/fATQiwit5TfK9YCUpWDPVek8TcrYpFAehzpAFnZAn/zkJ/WGN7xB//Zv/+aLmJXw7cknn0wXsdaxm/mggvN/RCT9Vq1atXghRv7jvxVxkj7oyZrIwBUbsIVG/IAc1hTHAbz4iTbWG3MBf16r1EPokVN8zvqlnIk+EcO1l+tIqWds+pBSd6p/g7F38+bNetrTnpbswK/w0A4xHjaw7tApzylt6I3v0J1yJvTHz8wHPKyhpWsY+ciCH5tZK9RFRFpPS++e4H9uYIyj/cBawn/MjfyH35lT1ig+gVin6EEdKXYzDpR1wv5f/uVf1jvf+U5LUYqb8BXriXHRjYsa9McHjAkj41NHHsKeiOExwzi5H3YjB5nw4Q/WEXWUace2iBDyqcu85COG55c8LmOiPynHDTy5H3nOj4zNOJQbuuceuN9HHI6bZHwmQGdVOKAqvSD9SbGU833VqS1Km9oqJdfJ0RcLKlysHCQPDFRqk6KjwsBK5H31v1+U6obkTVL1vHs6UCjoVI6ojkKOKTVqQDQ6scK/GuOW6uBbIblfYSA5seZ4FQYS81ZycnpW6lo/jyHLrsu29W55l2dOMwcnJe/qtDqjaleFVQ+1Vzto8E7b6PrjJAfpha9Aj3sno3/osOYOHvQPXKmVa1Z7rJY05yDysOV7F1LdgRincFrM9tQ7OKWY6drkUMd6RG+gwrsthXeQShsQPplrZEQqZZuUbJL/Rg1+Vq5ea5sKTfOMIGBD82ar1PGQhw7u11x3VpWBWcugTwbMg36obz+NF+M66YQTtWadd96Sv0LCrw6GA5DsYIqdLX4QBvMzBvrz6njMwqPV3umaMdDDv+MAwonVKkaWaWCOXt1R5V1nTazz5yydcPr5WnPCKWqNTqj2nFWFjXAQZws1X0t1aal9KQor7Pb52XnvinZVF21NLFuhZYBht1Gu6iLJaC1fpdI7DaMTE94Z7Wr3vv12ykBqj0heK8aLtttC3W/ZylVqdUbVKluKCLdLzkjWodVqacT2Dhz0V95ZKstQYZr3rueB/XvVm5vVymUT0oihwfyc1J1VyRtzuzPOz2m0Hda4b74pyTuDrAEZ6Mmy2gbnXPw4sHeXNHPYhvY9pqSo1Vm5XCefepJOOvEkLR+f8HxZjue9VDgvABnpgAAAEABJREFUf4dUhGrI+sh/bvY3n8JfkJOFT0TIn4WSVFKoa1W9fgoaOqMjKj2fyLQi5nOb252Roko2y2tCtfsWpW0KFS60JLUtKzznqR8Xikw1DnbqReFufXNVR5GL96FPYJvtqbyjz1zL9lTWf97z2baPC+tamsJEW+1jOBQumQbY5+ySj2tT65KqY2d9MaU2LW2McG/PBT+chYPsvtdebdDOuQ4a8tbW1pMxLDTf96IHEE3QtTQwYW6gsixFMEOgydy0PW8TPucQZG3atImuKTiiP3xUEPBRJr+Vuy+cGXh+naTgHTnklxJyCdip+9znPqeNGzeS1bJly8T6QB5BZJZDcEYAChNBJMEx+RH/RqAzvJRJWWOABsrQfu/80Yfx4Eef5QbFtBH0b9iwIQEvAFuE16obsJc+yEI+47s68aEfO6OUkYctyMvBHzutEUM59MOv6AUvfZFNX+rpe4IvrlK+6aabRJAPH22MTT+CZ9qhbDd+AcxwPifIjxiORwALH3aRRoQiguwigEQmsukL8XsHQ0SkZ/oooxd16IMsyqwD5oVx8WHEUG7EMCXYpQ/+Yk1QRk/qmNdsJzuJ+Jx6fAY/+euvvz7tMmE7ZWxBT/JXXHGFaCfPjjt6AdSRj1zmjjbmGvvI3xVhyymnnJKaWdPMJfOELoAq7MfnBPDojd34mA7UMYf4ADn4L+sfMfQD8q666qp04SUDV/SanJwUuiEL/zFmXqeMiXzsRQeOLdYUdW9961v18z//8/q7v/s7IYf6iOFYtOMLjmX8DaEX9YxBGjHkpQ1dSanHb5TJYxN+ZX7Z8cW32M1YtKN3xFAO5aw3eXTHL+QhfMd8YB/lW265RfiZPP4kxX+kjM96J49/ss7YRB3EOsAfAEHaswx0oh1Ch2w3xxd+jIh0vDIGPBGRzm34EB8j65xzztG6desEsGSdw4dfeL4Vvbiogb/wL+PDx/jMO7w5JZ+JNUk/ythx9dVXk03nwsyPPPyEzrmOdYOd2EI/xkEHxkcAOiMbfuaKOuYp+4HzI3Zne2lv6J55gHjonnHeF7kc0Mogs45agE5C0wEWlT5gHeyloLooNVAYdLrVdc6q8i4DwZqPCzn6NRESlm5y56Ij0WAaqFQVLfd36qi8NhgMh8yOolVHqV5dqDZ4kXe0ZNBh/KaedxT6HkrwjY6pHBnToBzRjDeo3Mmf0vJbGl+2SisNbGb6XW3evk27N2xUb88e9Q8fki/nmsdCYpDS7vy0ottVGJTG7JzC4FMGHX3vnImAlzfszvVUmWSQKZfHbMfKiZUaGIzWBgeJLwr5zKDawbEcqBD0WyEJJzgG7Yf9KALSQmPjy7T2uBOkdtsgbVrybmzt3UfetCv1NDO1XwPrUK5YpvaqNeYbMVgtVAwKBbarY7a+GGdgfQ9353QYMDltQOXxi6LU8rFR1QZYxWBebVXu11fP4GrOYLi2TiPjKyR2Bd3adXmuahlLj1jfUWl0tcZWr1drxUrVZek5kiLaiX9gO7lIYO+5snDPkdR+aGbO89Azdpww4FylwjubqkKeWsHfVWVXlJa9TIV3bXHbwcNTdp3rPN8wVpZd16HKrJ229TDwdKdUln2YMsyJhn/9eWtOvfvJQKTybvcAgOm5K+lggFXNTAuwUlvoYGZWjgTVHh8XPySc5ObtrySt01bLO5/LV6xS7bW8/faduvWWG7V9+xbNGHxWhw9IgNZ2S4IMOMJjFl7LhcL/khSPGpLtqe2ZOulVeF2YpEUeD6Cw3mFWd9Dwr1BhIIONBIl1FWonwOnxqDdTfYTZJZvidTvDrX/s0taVSssLH3+lW91L89yOCvAadK3DQOGLQj2vlelDBzyWmZgTkvsoDWzLzMFDmvPx4Y1Ma1l5mrtDO607toTT2nwyQCzLwtcPvA4PHVRR4gV3+SI//IAv7cLM1bVrmCzL5Me18Hz0Pf9d+5YfT7emD32ZI9JU0Xzd6x4goOz6OOCYIcjf7N2OV7ziFfqpn/opffu3f7ue8YxniJ2/ysc/gRkgAqUifLA4Q4BOcPfud79bP/mTP6lv/dZvTc95kv7DP/yDkGc2MQ4yyDP3pKwDUoIobmfkeTJu76Pfc57zHD3sYQ/Tgx70oBRoE4TBe8011+h3f/d39f3f//36vu/7Pj3lKU/Rhz/8YZqE/mTKhXVGwPZ7v/d7afcGfR7+8IfrZ37mZ/Tv//7viReZ7HJh7y/8wi/oLW95S9IXPZD1Td/0TQJ0R4Re8IIX6Pzzz9c73vEOve997xP6/ezP/qwAiHm9ElAj69JLL9WP/uiP6ju/8zv1rGc9Kz0fJ/8h00kKOpcZVJMncJSUbkP80Ic+pB/5kR/RL/7iL4rA87d/+7f1cz/3c+kZux/8wR/UZZddJnyVA03sBAzgx0996lN64QtfmMZ81KMelXTl9mB0ZZxMHG//9E//lAJs/Paud71Lz3zmM/XDP/zDes973pPY0A1ASN2TnvQkPfGJT0xyf+3Xfk2f+cxnEg8gCrszoQMNeW4jIgHHP/qjP0r9H/e4xwkb/vzP/1wf/ehH9fznP18veclLRFAPmCDQ//u//3v99E//dAJVrJUsk3THjh1pff3QD/2QAEMAE9YUQAE/AEaZjyc/+clp/T360Y/Wy1/+8sSb/Y5+8BLoR4RIuZ2SNYQut956q1784hfroQ99aFqvzAFjc84CALztbW8T64R5/YZv+IbkbwAgPgUUIB8ClDz72c9Oc/c///M/gphXfPmEJzxBrC/ANjLh5/ghZS7RAb1/0scSepA+97nP1Z/+6Z+KW2ABeejNMUufN77xjekYQPZ3f/d36wd+4Af0J3/yJzQJH0YMj1MqmCvqcn7OF885vr/lW74lzQlAk7Yrr7wyzferXvUqXX755Wnspz71qcmv2P7KV74StkTcDcCx8T3f8z3C97/yK7+SnvdmbphTdMVWbGYt86woxxDzz7pCbu6DQC4IRQx1RsZ///d/pzmh7yWXXCLsZDzGxX+cfzh34UP6IgOg/xd/8RdpHr/xG78xHf+sQ45V2uFDJ9bw7/zO7wgwzLF23nnnCX7mGf+uX7/e4U5fH/jAB8QuKLazVlgDyMsXyFgfjI/sTNRhOyD8TW96U1orr3/969O5lDm9+OKL04vX8DlrjHPHr//6r6fj/3u/93v1//7f/0vnHI5DZLKGOU4AlJwzmMc3v/nN6dzIvD/2sY9NfV/zmtek28Lhp19D99wDxCr3nPs+xlmhj0Fn7YCugkrnCh9IjmpriLyjwIGD4L4BFgGfzAfYlPulY84eqFOYXTj8diHlCYVLzbtPXbZUOXgLB+hFAhce1B2rKDRw2nXQLeoNTGtZhvN1HR7RehgAAVwKA5OeLMfAc5D4Sq1Yc5xOOu00TRy3RjMGIFs23KrPX3udNlx3vbZv3uRdzP0GDwYfxUAdgnrvmMlALAw4SweS8wZve/fv0bUf+bA++dGP65Of/FSiqz9+hT535dW6xQB2717LsLp9A1AZ9KmupcI6tgt1RloaMXiRQUDPgU7PbfisaIX4126PGhSvUGUbpx1M9w/uU8RAZTUvo1jNTR80wOyqXL1aMgBS0Va7M65OOSr1Q5qa1/zeSW3bvFm3bNyg6z9/o66+7rO69rrPaeeWzQas0xoxuCgMuErAhizb3fhh6REk14Va3j2VfWoML6i2Ln1ZfN2yfyc0KMc9N231bRYUKmUlxJz1FQlEqmhZQumN34FmDf6wszUyok7HeroFbFiHFGVhDaS0TiIUZVuF+eYM8pEnmHwloSxLFV4LAyvECUkRqv0v5eU/+9Hfw4+F9w0wC7ercJVtrQ082q1CpevmvQt27Yc/qo9+3HN3xVX6uOkjH/+0rvzUVbrx+pu0+bbbVbdGNeP564F+oy35IsLxXjfrTj1dHQdU23yxYtOWm3XzLdfrlptu0K5Nt0q8ndfjqvSgntuwTqWHX/ph7dYoZd8dqTf/kcIwVzkxD2A4nC3DPAN5o7USP66c9MPzKDe6xlZJuIqy2dNOwv69u3XwgNciwBnQZR8U3qkt6q5qX8RQ1BoYZNb2j1Rp/949uu22rdbOAwtCCaRB5KtUSws1X0saeF527dzu9XzIS81e9jmjsM9HRzrq27aBLyjZWxpwIcA2k+ftyTtsnyo78h4rP7Rb9l/YR3TD/6w98ok8z/J6LFstFYVXnct9nys4/6X2JV8RAeuSmiZ7b3mAoI6AreV5IVB+9atfnW4rJWjjfMIzXgSY1BNgwU/gQzAJP3oBbAggP/GJTwiwQ3DNHAP2CJQJvOCjjrTyGmR9ENRRXrFihQgA//M//1O///u/r7e97W0JcBHcsUtCPSDzb/7mb1Lw++lPf1rcDkiwRvBKgJ6DSeShN8CMAO5v//ZvxTojWEQ3wA7ABKAFeGaXC2BN0AYgHffFNMDiy172sgROGR+ZgFd2btHlda97ndAFn0ERIZ4BI2hFf4JHxsJXGWwQbCIHwn+kEH4gZVz0IcBEt/e+971i1xcZZ599tvA38gl04ee3iBRwyAudCIIBkuyq8BIYQARBN4EyFwzghfANIA2wTXD6V3/1V/rgBz+Ydn0APPAgB5/wghHm7JGPfKQIdJkXgEPemaIN/ZlP8vSlTIp8ACbr5hpfJEBf/Md8cUEB+1hbzP2If8tI2bkFOBKkIw9AhCzO4+i82b/XgE2AAqBhv3etaf+P//iPBFTx27nnnptAyQUXXCDAP2t3cnISNiGfDLJJAW/4ivXwYz/2Y2nXnmD/RS96kfAd65N5gZf1B7HDyoUQLmBgFwD1RS96ESyLxO4YfMwLaxM9WCdcJGHNYv9LX/pSkWcMfENnwDwXKFhjD3nIQ8RcM7/vf//7xRrAPi5GcAs4gAJwjnzWHmNyOzm2cmswF4y4WILcTMwNc0UZHzA+xw3rFZ9SD6ErxyN+/cM//MMEuLjIgd2AcC4OAaIA6QBezgOMz3FGmT7MHXOKj9GdCwYcC+985zvTBRgu9HCc4V/6cDEDPRgfAsBxnD/vec9Lxzx+AhCiJ4CYtQU4Z+2wPrCNfviKi0och/iO45ZzGeAZcJ0vqnAccH562tOeli6eP/7xj08XCAC2HDv4F3nwsD6QyzHAcY2PmT+OH+YZPvxJGhEkibCdPpxjsIWLLZyPuH2bc24+jlgnjMv8YuNjHvOYdLHtsssuEy/7AXQjEJ1JsYnjijbOZ5y3LrroIm3ZskXYSRt8DX1xHii+OPb7ILeDqqwVAeiQbFZRGowUKjojqszDwVQ7+MoBW+Fgz1wLXd3LgZzMZ8wqotnKvPMJbJRqtTrqtEfUbrUVCz0qZ6qC0M99S0vyQVCaiL1LgxI3J84oWpL7AYCMoFRHy+FiaGxiQiPHrdNJp5ysk087VZzc5UD88KFJ3bZts279/A3asmnDcMfT4xCUyyAzHNCWqpWqPBi31a5ad5xWnXC8Vq5bp4k1KzVhELh2/Yk61T+ix8eDegEAABAASURBVJ10kka9CymDHHlkI0b1y0pd9dM/tdtCx+iE2t6ULK11ZRqAGgwgi/aYgVulfYCYthvCrdP71Z+fUrfuafy4tarGxgzWCvvGVntHdXrbTu3dsFnbNmzQ1s2b/CO0y6B6RkZZKg124XSEosH8vNreoQ7PhSwhkoTSWrZURyErJv4iQo6fkwmlqz1N6jlWr9XSwIHVQJ4D8TdM07yEDEQrKUoVyDWADSsQheejdDDuJnRALlR6zuS/dFK1j2UHc6K1eKU2i+b2xFaro07LMgw4RWOEpeO1cG9/kON5iRiWI4apFbVClTemK9scsgruXmli+RqtWHui5+x4ja9cqxXeVV62+gStWHeyTjr7XK0//Ry1V6xVz0C+a6Ctsq1izQk6/oxzdOIZZ2rt+nXqdErNzhzSnt07tG3TRm249WbN7Nwhbx+mKdegdlqrkJKnKqfGwqqsGtPsoj9Fape/yYVrjAOTjs6mtHbvAmd5AvgBjzCX/ZRkOFs7H7Q79YgCpMJ3aPKgJvcfUGVQKV9MCFMB+fgata/QKnzhI2JgH3UNOHcboE56erzryeAeV0LrVLhPfYWddODAPgerk1axL3m3vrZtzkgGm6Mcd9hmEucY1+3Zs0v7ua3agNSd7oE9C7bb75mZdWqXW2SliDBJ1HmiEgvzFBEuGpy7X0T4GCrMF8p/Zc406b3mAYI6hBP0RYQAAYANdoe4es5uBEQABy/HS0SIc8+KFStEkEkA+o//+I96xCMekXYOCXYIepDDDgEy2SFgHIIsAt6ISHNNwEtd6fMSQAEe5AIOASa/8Ru/kZ6rA0QRxF7mAIxxXvva1wrQxy4H4Jagj6CS31F0ZK2hN3w/8RM/kXYlCfrZjSJQBlgBnAjUGZPdAfh4Cy992b0CrBLcIw/wesYZZ6RdyA8anLELAh/BI8E0MtCH58EAAQC817zmNXqXdw8BmgAjgA+BJbwE4wSN+IJjAVnUA6rwxeTkZNqlADgA5tn5e/e7350ACgEwwB5+6NChQwkwEmxiwx/8wR+kFx/99V//tejHWOxyYgfErhApPiBgJ7j+53/+5zR37EIyNgEx6X/9138lG7hoANgk8AYkvv3tb/dv7j6GT4QNKeMv1oaTpBPjfsd3fEfKAxII2tndAVjDA7Bh7ZGHmGfSDPJpwzcQvJ1OJ51HWDfYDR9z8zvepWo7VmDNoCtADRDDLaj4jTrkAt5JI8Ln776vc/fSDvqll16aUgATu9jYSd8HPvCByecA/7e+9a1ihx//4ltSwAsAhHliXSCb9UyK7lxYwM+AWdYiawpe1g/HFxdwWAPs0tEH0IWPWJvYBKhCj+OPP37Rh/ABJBkH/wJQuPiB7cw3emIDeXZE4c/EPEVEKkYMU0ARwIx1x5pE59N80RidAICMzQ44+nNxgnXOfACQLr/8cl100UX6y7/8SzHuOw0mzzrrLAFUWaOse9YfA+Y5Z46/67u+S/gQ4AqIx06OV2TAC+E/zh2M9Yve8Uc2Y3N3wq/+6q/6N+2QOBbghfAz65rjhR1LLoAB8jjm2P0HgPOCoH/913+FXYA0dlbxFRWcc9AF33PeQhbnFeaLdfHSl740XQhjbWEvfUk5p9AffUkjIt0yTR4gTopPuQDD+YlxLrvssgS68R3tXIDgllvGxsecQxmXcxW377JW4IOQde2116Zjm4tkrBP6wI9vuIDCXSIAUfgbuuceKO45632PMynvYEoJrDjwsoqh4b86CkWU4iRZOyJmIbLjAKgrHG23DHJKA6bCfeRAMOq+wjsQAdhwcNj3rtu8dyWiDBUGSa1O2/CmNmSRVNcKB5qFA2tOMFK4rlJtmSOSOik47jtXmaS+x5uz3KooFSYOcBUe2Z/lq1bpxDPP1FkPPFtnnHOWzjjrDE1MjGnSuzw7t2wyaLtF9aED8haJ5DHbIy13LdSKQpxgzrjoQp1z0YOH9NAH68yHXKDTzz9XJ573AK07/xytO+t0jRuQ1u2W5svaYLPWrNPpoqepqiehjwpZRfFX+wuwHZWVa41o5drj1Bod0z7rQwCt2cPeudxll82r1Wmps3q5BgZh7JKCCwaHDnuXbbP2bt2iWe9qnX7KiTrrjFN1/oPO1cOt68Mf9hCdYDvXrl6lkbKlETyaBpX/WopyRGFQOPCcVQA6VTa7p7Z5OnCEZIzqXrW1dqV94lhKxssKAn3PmwDFpVR7XpnvsGIjBjYjnZY71+o66O915yV23CzTQ5h5oLYltjyngKJqYbetByiwKxRmRJ7TMvxl3Qoqa9f7U5koKjywM5TRf2RkRMm5XlsWryJC/JBVvrgwOjKuB1z4MF1w0aN11rkX6vQHeB4vfJTOfNDDdPIDLtApD36E1p99vufvFMXEGs3bz4cHpVe7Za5ap5XrT0v/jcqZnuNTTz1Zp5y8XmMjHR3Ys0fbvYt8cOdOj21NmFyvWX/sCbn/kKhG7bsjbBh2qlTAmOwr7LJQOF9bKERT7S+Ppto2OisuBoxYn66B5uz0YfW8Qy/86os5YQmSe7TtL+/wF16fCmnfrtu9K3pYE8vGFOEKBC1SRY9Ei1Vf40yn5ePRGk0fPqR5k6wy3pHXWKtVKLDPa6h0nra9t+8UvMvGx5TW0RfUH4+aicnyeUmQzzNBah+m+XFz+nARxOeZ2mszlYtIc1B5jpi82mWhhKQIK6rm7972QKfTEcdHRKRbNQlcARrcmvnN3/zNaXgCRHYG2AmgAsDCvBKcUn67wQc7VwSgBOQAAIIrruyz+0LQxc5Gt9sV/aCSkyKdTcgjoGNXq+X1yg4Tt02iG8EquyoAQsACARY7eQTEyCn8O0UbgS3Bu8UpyyawBLwSsEdEuh0RvQAI7Eqx20VgSh+Cbn6vGJ/dWGRTz64M8miDn8D8t37rt0TASzu+ISVYJGjk95wdGeqxlzZ2CgES3DoKKKCOYB57yGMDvsRWQD1l/IjeWQ5zRB4fE9gSiKMX/Vf5NxpQx9zhb4Jl6vErwSdAFH4CV/ogizkGtFx44YXpdkOCb3xFP+aC4Byb2GXDJ9hOX27zY16wBX3gx+YIH8s+tvEbfPj5jW98Y4pvLrnkEiEHXsbgtktuVQY0RgyPc3SlfcS/R4zHfCCLOsr4hzy6Q4xBSh1gkLnnosjFF19MldidgwdwgH8AXzTgO+xDZ8p5jhgXv/Pbx7qlTHsmABTrk7XHbi/1rDnWIbdW40/WOPVZNvqhOxctuAiB7bQDcNjZYwx2cyOGPgCQU8Y3T3/602EVY8LPfLA2mEeAEOuHdQoQAXQBYBmPTif5Ij4XDvAhu5fUQdlWdKIMUYfdgBj8jX/QizGYQwA9QAuACB99OH7QkfHZcWe9c1zQxtpjNw+51NE/j4ffkYH/kMG8sAbp86xnPUvoy04ec8D4yGAHj9uD0YF1xzESEcJeLnbBz4UHxoYA64Bw2rlYxbONyGIMZHFe4VhmvhiHPuiEDM5blLGbNvox7/iGvlzYihjO1ZmOiVkL6Mx5hvMffSHk4UvyrCVSCL9yizTnNy7oUcc5gL5cFOE8xjFPPWOiA0CcC2zowVziS+TAi18AvDxWkPtwTLKzz3mL44L6e4O+XmUW93vDHLN6w04OW1U4P1yumDWksmynH/yKey573kEZmMnBWhCUOYgL7/OV6kkGAAIUQAYWlYHLwBQJ0FgWAaMDSzPKAgWoiZb8R0Bomf15hQNrAsHS/WUwKwJDcwz8Q9Ht9dytVvifHCgCarhFVoWFjI+rXLVay71Ledw5Z4vbNtauXKEV3p3dt327Md5hpEijHbXGO5q3rl3vDnbaHclAqrJuMdJWOTqizsS4SvcVL2twvu20bnc06zFnDTV6rVA92hay5D6uVs87TX2DtRSvWufK+qoupKKjVetO0MjEMl/tmlR6Qc3hQ5o5cEClm0ccNEe7ZQ8OHOgYYNfyBqpBwey0Ru2rtcvHdMpZp+rkk47X6hWj6th2xztmCoV9xO2mrcKCKs8e46ll/Guuom177SXmyBcCyqqrVjXv/pXaVrL0vJSDeRXRV2H0SeDeco+oPI8GNLVlp8Vg0QT+pY20VLUd/HM+40RbATgtS+5T9ec8XZZnS8LyXFBlwNDv9rwk5mVTZIX5DFPLa7lyBCdYxwE+YxmE/GcnOOWE2Hd9xwGnnSOx/hwE1irEya7vtTdqv2rZCrUN6NvsJhtQjo2Na8RU4ZfWiDQ+oXJkTGEDB7ZnrldrrvIw3BLsuR1btUrHHbdGp5x5us44/3ydfuopahvIc1InABJgw+vd6iY7KLp3+pBHVCqkLw/gNDDB5KzCetKXH9sBmfBc2QZEqgiLrxPJFRFBF1PYQx7OA4x599sVCWT3AfjJ5wM3MjKD2B6vF5Xu6w86M9b649ep7NhoOt9nqVLpBT06MpLmNAVtZSnOAf25WYn1Yb/MTU/JS1/8ZfvW+Yp60W5TdQ8Jf92ZFV8VCK/tUvubteYjUID+gjW0pEtEpBL8UCo0X/eqBzj+CRwZhKCfHQGAAMCOY5R6iDoCGXY7+r4gw9xNTEzQJG4rZJ5PXnijJ0ErATHnMW47JJADvNBvxGux5TVJ/9TZX/BSx24MPAA0gkmCRcY1SwpGCdgJpinDFzFcL+xKUt68eXPagaQdMMAuI23sGlLHLbjthTUN0OI8h70EvbQTzAKOGSfbsnQ8fifxV9aXgJB++Im+pY8tAl36Tk5OCl4CWXgI0El5ZjKPh98jhjYQnGMrPgVYcH4mqMUu5OSx2I0kYH6nd5KQl4nd4Rx4suNMPf2QyXxEhCKCal8wnhD+Rl/8wO85DdziSEqQjN9oY3z4kEHK/AOCuK0VXihiKBf/oDd12AA4esADHiDAD3VZPvPBziGyWSO0IZsUGdSzPsjTjq7YQTtzRgoxD6wtwCVrFwBDPZR3ncmzbgHM7OaiHzIjQqxZ/A0P88faiIj03Cl1meBnl4yx8Qn1nEsBU8whzyGiH4AT+bRDzCnrHQBGGZ/kdvRlTpmrbDspfs464Yfl/g2lL7LQD13wDXXI5gIAO5yUIWwi5XcNXo4pyhDySHN/8qwRxkQX9IsY+gU5tDHfeX3kdYvfswzmFzmsc0AOsphvxmaXDZ9hFzwck8wlawsZ+BD7qGM9UOaWYvrSB3vPOOMMAa7QBRmMQQqwgp95Q3fq8C0XkNABv1DHWsMWeBiXXWkuALBWWF/I4HhHHvwQZcamD2CSMTJAZN74jYQP2ZwnAYyMi63oQBv9SbGDFB2wAdmcUyIiPRtOG77jAg7rlDLymFtk4IsnPelJ6XZ31iDtXFwh5cJNlkWZ8xAp4BrdGZNyQ/fcA8U9Z70vcQ51IbAjOG45qGvLphg4lSrVne+qaI8agE1oxfKV6rRGNHXwkA7s3i9HhsPOBL+zDgQNDAfzU6oOus2gEaAyOLBXu3fuUGWwMzBIO9PBvGZnJIMZR86Swc7AVBkITYwbFMxNu66n0sq0La/ozajpUOnVAAAQAElEQVTiv0FxED25b7f6BrH8wPe801FbXnpRStcBqYGi+g4k5/tyZ3l7SmoXWn7Sep120ikqXD9SFzp8YNLyzeOxeu2WKgcUnbKt7rR1UqQAtzIIHRrGd+HoM5RkG8SESo8qFa22Rg1ueg5opuZn1eoQ8Jb2T1ttyyyM2EeKQuPelSrtM3nsojOmUQc+nLT2bNoorVyuQ3v3aXpqVqtWr0kyuoNZyyg9Zl+zBw9oMDelujutlQbHsm/qucMai8I/QNbXJwLNTKtl33BSnTeAkvVTjEqtMRWdCQ3CIJYLAwZssi9VzWm09hjVYalrX3QPSD2nPe+2zh7yzPfNdliF7ZKp0wpNzxzS6Ijt81V/ea7DEGhibFTLVi5Lw6U5MMhGv7YG6sTAnjS4dN/5Pbc7P9CaVct0qgHcIL3Ypqc0PwaqvHRpYqTj5WB+A6iIUFkWSn/hb69HdthVtBygzUmAwyi99nrOjmti5Sqg7fCH1zbWll/Nz3jHV/ZEZQGVCoNj9WbFeqy8LqltuWXE66MsKA1kh0pui2JhbAdky9auTS+rKFzHD5C73O3HU3637eVY20vf/h9bpkIt1QDQXl8jBsLTUzOaNVgsW7bN4w3se8NPexr9pNJrtTCd9YCz01sxOZHv2rZVMq+KUrX7DmZnNbrK/pie1i3XXecLG4fEjxMBgAzm9SX81QZemb6Y7rkPP2o5/wX7t1o6+ZRT0jMq7HTctmFDsq/lY0ZcZMK+lSvFutx0881pzgk4l69YkfiUdB1O5THHcjsXl+Q1NrC8gdefvL66BrRRKwXd9Ov3BioI9s0374tR6E+wtmr1apVeF5XnjTqPBLvFRc6mcvP1pXmA44yeBFekEeFp75FNhM8J0CgA8FpeLwSYACaCQurJ0z8ixDEb4blxA/NIwMbtXcwlYCgifA4fTfPHOppgnZmXZ5WQ4axyWh11/BB8EpQBaOAjoCOFOOYIytpeQz2vM/TMcgjKkIW+q1atgl0EhYARgl6AW0SktQhPRAgAGBEChDAunbCTQJ0AEPnU4R9SytiCTHQg+GbdwotMnrvEFwSm6IId9IOHlAAYH11++eW+1rqcqkTZhlTw19zcnJC/dFxXLwanACn8w24H9fgCIs/5i9uO2SVhd5oxCbLRa2pqKslFB3gh9GR82ikDjABm5Gnj+U1ksSt0iXcpmQ8CbNqZD/rmsakbHR0VfiKPfxgLnxEAU5fnhjw7g32fj3P/EV+IoB6ZpPRHB/wIH3KxgfUML3Xwrfb5g4sZjIWuEZHWHvzwMT7PQ5KyvumT5wQe+lGH7qwj2pgD6iDyzAe3VjImz9ZFRPq9YN6Ry5qBj+MBXegHYRvykU0ZsIFN5Flz5EkZlzrkMAZyKLMGWMfkacN+AGBEpPWNfRyPAF1uxeTiDhc82E1mRx1fRoRP7X1EiOOcMVNhyRc6IivrGRH+aauEXtiAHNjRgRS98B15dIUH21gf1OEL6phv5NKfPgB0fjexAz58TT2EH7kVl76sY9Yk7fABQrn9ludf2U3l/ATwRw7jsxbRlbXBBSPs4ZZ4+kLUM4fohA5cEKIv9mIHaww/Z/0jwnHDbDpfcH6Ah51JZOFDxmMcyhxfyOXchK3MX0Sk3zT5D9udCBsZk/7ZLmymL2PQxu3C6IZ9rAvGRSY7qdTnY/7UU08VfuLcw23uz33uc/XUpz41vawNPdktRi5jQ+TRAXmUj7UGaG9IjiHvx14I6146ti0dlPkQNvCSqFMyq3AhHHyvdzC4Smx6cfKY3bNP4k2gcAL4vLvZ6oSKUYfzMB08qMl9ezU1PamBAedyA5RgR9BhtAwOvLIt3rLZ3Qn5h+qg5mempNJ1Bi796cNquQ3wNrtlczoZceBxwhgx4AmPywLdt3e3Dtx8i3TosMGTjXD9jMFD3ztuMuiZGBnVRHtEo0VhMNdW7aCRMQbe5WTXMlqjmj4IIAn/CBXpltOBQWTtXTnNdTVvO7fftEE7N27VnIPeEY2orY5HKVWWbQ/RUs+A1lshxjQhydGrbSwgssmHLbW8Aze6cqXQvcctkZOHVBnYjy5bqfEVq9Up2moXpWXYBgO7gUFSGZXGDDYnlo9L9itz0zPonPXuqAws7BQDrlpVFFKitn1dJipGJjS+crUqy9xtsC7PgXrT6s8ZZM4fktpdqzqn22+9UR9673/o05++Qrfv2mlsNvSFnW9/tCxbPqlNywUJYGlA3moVik7LOLyXTvapnosI9nmnGKgl2+CdzXkDwGnPIwESFwrKZd5pCHyk9MfJrXIwx8lF1j9qq2QQkBrxY4T1D4XXBHaobElFS7X9XnrHD7+F52/yoOf+8AEFFy7alUa8ixvzrps9qN6+ndqz+RZtve4qTe7ZrsIXOEoPcGjf7dpw/We16+YbpOkDkoGEhbulkCLEWIUBYOn1UhQLddZRIUGwaOEv5alfKFtYmvXF4kIGOTZRPR8ffYR4XXYAoO2OggZ8aN9xN0CYB//QFR/Jg6xYtUpr1x0v6m/ecKuuufJK7dq0ySf1bgqwN914k3dxbNOevT5WV4gT/siK5Vp0qb64v4jwsEP6YnpGDPtgb8Qwf/f97V+fe5avWasTTjxJ9OPH7cpPfUoAz6lDh8QP5YYbbtCnr7hC7EDwI3jiyadoZPkKDXwxpD6mx/OoVQIvHa9ZeRyczZrruV/LwGXgC1nMWfIzXZhvp/OeD/jC60DhimN80rwdo76p+sp6ICLEVXukMvcEhADFVT4mqGOeOp2OOF5pJ2DK8zkyMiIIMAn/ZZddJp6j5DkpAvR3vetdIgCHeAELQRQBGbKQzXokzRRxF4vBDBGhiHDuyCdiWEY/arMd5NGR4xmA9Ja3vEU8k8gti9dcc016EQ9AlOc/uQUVfuwkmOd8SplzKzIihmOgN/Ig9Oc3Ez5+N6kDIM37Qgr+wS54aMdnyCY4xH58i54QfBwnyCZIhh95+BRZ9ANc5nrGoR8ykdUz8CaQpp4XHHGbIrdXojfBObd6vvSlLxVjwkOfDBroSx2U6xiHYPqgYwyef+NZS25PBNQhixeeAGRYI+iBjehPP2xgXPIQ/okIsXNFG5TnCTABsWawFf5MBNLYBCEbv6Er7YyLDfgl+4sUXbARH3AbIYE5u0HsJvMMIuuPW5nZKcPnjImuxFtLbWcMbGUdkEdn7ADMsItKHc8x8twv65wdXJ4N5DZYQN/b3/52cbsofNgXMVw7lO+KmF/WDO2AcIAS8tEdH7CDxfg8m4du/PbAyzwBetj9evrTny5uJaXvi170ovT8LgCUvhFxp+OG/veUIuJOrBF3rrsT00IFc8c8RgzPMxxXzB/NrIeIEGudMuuBOtpZ49Thby54sK4BZU9+8pPFW4XZqTzDu5/wM/+sY+QAVnN/ypybIob6Us7ribUr/7EWnKQP8uGhwLpAby7AsCbJU88FJ8biOKXM3NGGnZTRhxQdWGPkM0XEHeYiIsQcI49+nKve/OY3iws9rCvOUejPBZM3velNuvTSS9NjD/Rh7nkZGI86vPvd7xbrAjDOM+UA0HysIDsTxwp2sY6yTk16Rw84Yrpjxf2tFFY4Kn858CUvArgas8KVLbVXrdHx607QshXL0w8/C+zgrtvFLhvBmhzISwNnfVXau3P7btuqXdu3GazMqm2AuOaE46XxMcmAwV+WGfKq1sBJ1wCUAyTdhnD4oOTdp1a7lNGXZPC1bduWBGzGxse1Ys0alWPjGli/OiQOzM2bN2rLlm3q+QcIoNT2FczSoEQGrJwEpw4dVul/nc6I6nbbIM2liWVacfx6A6dx7dnv3cTt2yVfXS0MdDru6406l2c1uX2Xtt28QTs2btP03kMqPWjhXZDBTFellR8x/Axu86wKWR3JgAE/FAYMsixRG7ZlbEIjK1ap9I4eP5Qz23ZodmpOnYmVGqNehUbMl6QY/CTXGzD3rUiPXdxJg6IoND46odXLVjnIHmhm/6T2e3dsxvx92ydTz3K6dUsxvlwr161X23buM9/0zu3eLZ1SqxNWyzuKh/fbvn2K/oxaUWmZQS0/khPecZNl2OHqG6mU7ZZK+00+6dTcIuy2wjyj3llih/jQ4WlN7t4to2epLIXv6qqn3uSkDh2YFD+GZadtPSbMI83z380YaPdNbMoObFNtmciX/zjpOElelNtUlIKnl4BCIbU7Sv8vqHdxV6w9QZ3lq3RwekqTm2+WJr0ei66XWM+6mOYO6PCujdpxy7U6fPtmtboHNRrzGtOs2r1Dmty5UTtvvU4zuz333b4ULcsfsZ6ham5eMwYkddnSCLsfRSEVYZ5IqoZkbw+Jahe/4Ke0fwa2o+vd+MrrSJ0xjXieSoPmwsddf2ZOcltLYVxUg4uSHwbmnZqZkaLU6vUn6YIHX5hozXFrtXf/Pl37uc95/W/Vfvu74wssJxmIrT/pZLVHx6W0kHTUX+ERlEj3kb/Dh6eEfau8Zi986EW64MKHaKV3/ncZPF99zbXadtsO7Z88qM7omE457fREY76gIp9PomjLLlIVOsZfleraXjeyxVs2btQ1V39GV3/6St38+RtUqFJJW21XeZc9rb+wIF8I4Yev792NpT/2av6+Zh4ggGFwzvkEwJ1Oh2Ki0scW80QAze/IvEEV534CKoIsgi3aqGN3hWcBTzzxRPFfmfDfP3C1nmcwCYwRyLyTsgZIl1JEKGJIS+vJRwTJMdvRtygKn1q76fhOjAtfBGbs+BCM8ywcO4TsSqATb6VkVwU7+J1kjWIHslb4PEy6ICbJxQ+U4cNnuT0ihByCOXZK4CHYxEfk4WN3DdkEqBEh0iwPH2IDvPSBjzK+J6UenohIMQLgljLttAGq3vrWt4q+BOPvMtAHMPKcIME6wSd6EVDDD8GLDOYh60E9ugLOkcd6AEjxsqNLLrkk/ZcmzCn8+BX+iEi/RfiEcibkUAcAYFzGyrbgJ9YM4CPbkPsB8AAbrLOISBf44MefAAt8A2/uBz/tzOEZBiDMLbcXc5spc44s5hqwydpDF/ojH9BGnnpSxmD9M1eU8xjYy+7XSl/YZmcNEM06Z70DMFlf7CZTj1/RE70ihmsWWXdFjAGgQS/WxFOe8hThK54x5kIJc8tLaXihDs/j5pfM4IfXvOY16b+oYW7e8Y53iBd1kWddA145XpmHpWNHfGGdlvKTjxj2iTiSRgzztN8dRRzhiwgxV9hJH/xEiq9ImRPmAvuZC25T5eU5+IiXPgHGeIaZW8fZzSVWhg+fM0cQ8w0hh/oMupHN2BzXHLvkWd+sUXzP+OSRQR6iHSAHP8cJdegSEelCG7e+Mg6y0IP2TMhijiKG9kfEnc5dEeGL2nPiwgfjcn5i7rg7gbXE3RLoz7xffPHFIo9cxni3QeYb3/hGcbGBuedZZZ7zZT3y/Dc2sXbwJcddRNAtgXvaUqH5upMHijvV3M8q7mDAQpBah2uX0Mrj1+nEU0/T2MR4CnTZhdhw603atdGHFgAAEABJREFUueEWbd+ySTsM/PY6oNt6y63atmWrdy0Pa8S8J552isbWHicZLKkoJQfOIlz3OHNRaIYg28Hx3n37dOtNN2ly02Yd2LXLO1ObtWnDBsuZNjDsaNzAbNQ7glLLYWKh9siYxsaXqWh3dNigY593Qg56t2vaO6+HvLN2aPde7TuwX/z/i6UDcQgAMXD/9shyrXLw3lm1VrMe//+zd26xdp1Xvf+POee67b32xd729nX7Eju2k5ik6WkhnHKq6iDU0J5KpajcJFB5QeUNJBAghAQS4oEHXnkt4qFAVYF4QYiHtkdH7aFw2qRN2qQJTZomrXNr4jj2vq61zv83l6e948Z24kv2JWPtNfZ3/77x/b8x5xzjG3PO9cRjj+mM53HhB8/pwpkf6KWnn6q9K2dffkXVqNTBPfu1w57I0kZJq+zaFm55Bi21bTT0TBqGVOu2A0k8pWeDx4a0nD9SWCEuNblrp6ZsMK/Y6HjtNSvYRVszu/aqmp63cRFqoTVHSPa+9mamVU1N6NzKkp7+4bO255e1ZMP4lTMv6PFHH9NjjxnzMy9r2XOZ2Dlvr1l4qEID87c8Mgtlp+57dtduRaulx574Tu0l4tZXuznd10v6wTPP1A/7jzzkwYXD6tr4cQfC6MEowiAsvS4T0zOy29SzaElFJZVt9Xbs0JTXdNlK+tPPPKszXu/Xnn1OL9pL+vTTT9e3gL1o7HqTfS0cOiJNTUutjopuT2rbEGo5NBX2xJYdpzVSBBS69DFOa1b8MdLWhiM7IV3msQfGbWD0u1676fl97q6v5559WmeeekIXvvekVs48q/PPPqWXnPfKi89rdfm89u6c1uyUxxyseJ1WvZY97ZqZ1JrLnn/uWS2fX9Jw1Qu4MtTK2fP6wQsv6kevnPXmRGiS+RfmqgypCLmWwkmynLQsyOs3JgzHcQ3XsiE/jstjSlGWbkuOieOgKFRaLkcqVIRP6pZh2YscLqP/CP6r/vSNoyrjb5kqe13tPLCgQ3ee1MEjR7V7z17N2DuIIXa3jdE7Tp3W9I4579Wsee5LiqKq+9AlrnXbPyOvHRc3LnTQ9Qacmt0hleYzjEWnp937D+r48RM6cuQOYRjM+dxzyHJ0992ndfTkXepb5i0ykg+3ot2REOJrDLLk8wHFi4sXfDFb1OLSeZ9XzomL/QrGvAvh10H9HdnQXFxctNgP62fJyPShTJC0AQiwTihUDI2iRhyFm519ylAKy7Ks12p2dlZ79+4VYeFjLCJoJhRu6nLLNhls/GEAEKcefdEP6cqeb0JovVyQhiJCEUH0xygi6rKIqMsiopaziBDjQBHjMhQ4DArOmRho8gce1o8Z4XPDxVtY8ZBxbGF4dr2xSj2MIjervxFRK8uMgfJaZ/ofskw7DBLa4F1zdl2X9iitEVHzPeGNXQzwXs/nS1d69dVXa0PWUYExIXkoqmxSkkZBxliEd9IYJ/CwsLBQz5k8vLY8U/nggw/WP6FAObxAlEcEwaX6JOgXfpq5UJfzCfPBW8YaYsCgvIINbeCx7c0I6lGfPIg468q4pCHyqN8o0+RxBwWYUA8vIuM3WFAO0T91uPOCes3aEacu6xoxng/1I0IYV+CCcUsesgf/xOGLOdGeeL/fJ7s23JFZEuQTYlAi/00+64oBShl4kwZn0qwHRBxizQiZM/MiZC3JuxZxDmZODV/gzXzwbmFcYUBwmzQyyUuRmmcmwelv/uZvamOfW4kxVlgXeGJs8GVezDviMl7X4uXNyiKill3KIoKgpojL8TrjKv/ggSLWgJA0awPGzIHjjXywxUAGf+4ygG880xiVvGQHjz3HGOcS6tOW45t2tCEP4vhCFng2m3VAFmiDnIMLITJJXY6BiBAeP+rCE/ngSIg8sHGBLHMeIY/+mAv8sU7wSD/0QTlEfeZJfxFjnCLGIeXriXWlLX3inWc+lDfyBO+kOR7gnVuCqcsmBPlsTCAjxBt5Yy4cs8yX/IaYD3w3fdNPU5bhGAF0z3Fsi/4fwjeyFkWtu1mP05rjAxVaK1wwcgWfBHd6V3hu/35NTE9pabCqZ8/8UN+2MfP4k08IYrfiRz/yBcptp+fmtPfQIe2747g04RNoUUpFW7IxtDp03IbcgHjV0U4bf7vm9+v184v65qPf0sMPfUMPPWzPzfefFS9/2WWDb2qnjScbQEtWLlfMV9WeFAbVvoMLGvoC8+zzL+jhrz+s//zKf+irX/6qHvr6N/SCjbTejlnN7t+n7uyswgbaQEym5fROzRw8oJ2mtdGazvzgGT36yDf0jYe/rse/9ajYGeLAQtHdc/QOFb4Qjzzuio2fZSv+/B4l/J49tyg+tpcc1Mh5nKFkg8MRDY0F/C55/mE+15x5YXHFBpQV7I6NOXVstLRUDivJmCjM5dwO9ffukaYmddZe3qfs4fnGI4/bM/MNPfP08ypafc3uOShN7tCLizYqqlY9K+aGwbmmUq3pWXvE9mnO8+v0+/qeDcIvffnL+vKX/13fevxJPf/SK4pyQrv2LKgzMaNFG4/n7bmVPaSjouP1Hellr8eZl+11Vkuqetbv2xJxG9/zh49p554DGkRLTz/9jB7/9uP61rcf03e/+7S9xmdV2XDYZR67e82n64zU1mrR1dDtz9nue910zkbeK+eXPW9362+UhRTSKORPuG+nPbewF3B1aNlUabmstOZ1LDp9zXj83Ta+ur0pveTNhUcf+7a+9vBDeuib39CT331KGMT7LB9ze8ByykbloL6It+1xPuDNkx07d+mCva5f/c+v6/9++f9Zbv5TX3vom3ruzIsalC1N2ajmhU8qCvNkfszV+m9pwyo8o4vsql5zvcnHIleWch9S4X5lr5y8ORCtrqzFee2llXPnJHt+FarTVRREJcvNyHInUo6veczh6qqToZn53Tp2z2ndec9PaI9xqNrur65XqbIhVlXtur0ryxFT8y0cKahZE3IOOfOGvle2jQgVReGplXWoa34Kl0KlRrbqVlYHWlny/Gwoz+07UM/t2F33aN7niAA7Yyn3L2PBBhLYuJn7uPq34Y8wjJ8PPsnHMBT13Qhyl1GT/OFix4WTOfR97Djrqt+An6uWZsGtQADliLWjL7x/eG1QbrilryzLS+t2/vx5casf524UxogQShVtP2mvTNvnX3ba6QdFrNXyec0J8v/u7/6u/kkHJ4XCRojxgGJI/GYI/mlPGBFEa0IZ5TlNFDaUTzJRuFDGiHOLIm8u5dbIRsFk5x++6Yt2GODUhciDkFvmTB7EPGhP39RnLG4npgxCGUXxBBvm3nioKJudna0NZuINgTk8YGTCG/kopPTNuBiDjPUhezwoA0OOKfrab/2BvIZPeOXnaFivnd6QRbmljDoRUd/FRBwin/VkvZg7PODNxGCmHAIfbkumPxRa8qCIuCQnpCGObTw0vBSHn1Ehj2dEmQfH/xe/+EVhHEVE7eWhHGKuEZd5A1vyITZCMADBkbmQB7Z4HVkHbkXEgIF3MKL/Tqej5icj4L9RsjHowYf21GuI+UP0TXkzTzynYI0hSBlyBBHnmPjrv/5rcYvtOa41ZJqackev+mU+rDUVeMEPP6HD3QHIEeuP3PDTK3ic8X5Rr5kDOCDnGFnkg3UzJjIIdhEh5IZyaH2c9DtB8IFcwxuy88gjj4i1AGeOD3hATuEfg5o85BFeibPJRR0MRQxp4vQBDqwRhJyCB15tZAhZoB5j0IZ+kI3f//3fF78dyuYHY9AH7SDWgjbEOaaIs+4RUXuSSYM3IQQ/rDlyjcFPHrJNe+LIJOH1CG85xy+3+HMrLfXhmxDeyWNzAZ7Jg0/uMGBODTYY6/RBOfWRZ+QCXJAv5sN8KW+OnbfKH23eLYS2tOXnOlbyVSv5A8+Gt3kSYniuWJh9tpZsdM3bgDl172ndfd9pHbrjkHbMzarvi9IUBo4V+H37D+joHcd05OhxoTDampFsNCjaGhRQaEWhkY3N9vROTdtD05roC8/FqdP3arcNz/70jPvdrb1WOBeOHNPehSMq7cVRe0KrKrVk/lbcR7c/rXl7Q3YfOKDO5KRPWqHC2md7VKpTdTQ7P69Dd53UzOGD0vS0Ff5CaytDjXXEtnp79mnh7lP2Fh3R9Ny0qm6hielJ7dq322Pu156FA5o/5LbtSssrK3p1abE2zIpOtzZYuztmVXGrMAZBDCUbHxKojUcAU24JPe8Rl+yta5vfmdmdmnQ4ObNTVW9K6NZgo1GhEV3YEJENov6+Pdp1eEG7bRidXVxWaaPr4IE7dPqe+3XX6fdp9x2n1Nu1V6PupCZnplVUpQ2x0MgK2Br8tNqqvB7zBw7p6IlTmto1r5ENnUGUKj3u7O6DOnLitE6977+rNzGnqpxUzUd01bJh398xr/6O3Ta0pySvldzfsvt9zd4fGdtq30EdOHZCC6zP/kOamplV10bg9OwuHT5yXMdP3aP+wUNSe9KexKHOD0Y6vyYtYtB6HSfsperP7VPhucr44OEsS9WfAUAUoe5Ez/3u0JQVkWHh+Y0KDZ2/4lqr5qU9M2cZW9DC8VMOD6s3s7umydl5TZj3XfsWzONJeXGltg1Oe6MHRUeqJtX3/A8ePWlv2iG1Wj2tWC7Onrtgmy8se/M6cvxOLXijYdbeklF4XBsqSM54ZSUjbbYHKuBVUrgAIh2WA8JRsKAafwrJNr28UE6X9Vq32h0hC8OBDWFuK/XmgqFw+eVvROh1byqsrNkIK1uquhMq7OVUaZ7c4QovwDE3Q2+EYK+O7LGnj4hS4XXygO6sMF39y0UTGlpGCd9Y8/opFCLaXlkzIlQU1x5b/pz3/JZX1yTz3O701J6YVLTaqg1D4yrzBfaKwlMrxZxG3nSQ6ztx3W/P5y25Za/TUstGRqfTUr/fF7y1LnpyiEPWrutHAVBAWq7b9+baMMZDwMo4lv/fSQRYBxRpFKV2uy08CShhPHOJ4tLzGqLcoPjyLBG87fQ5gxBlJiLEWzpnZ2fr3+L77Gc/S9El+u3f/m1xSyaeADKrqrIYDIiqbE5KdWr8j2MEGqfe+J/8highDv8RUfdJmnxo2tckbieFf55DXP+bdChnGCH8fl3HBgnGNG1QVFH+UBgffvhhsmpvfR3xP5Q4jkXGdFLNeKQxEj71qU8J2caQxTMDD9Tjbbn8ZAmeYH7fkbyGwIM4CjghhtKkr7e0x4jBa1cfOy7kFrq//Mu/VESoMT663a7w/BDy4iKMlqY+L1vh5xRQjOGLdUbxdFc+7MfnT/Ahr5kLa8JLlpAHXtTSzIF5/+3f/q3+/u//nuaCT3AiwRya9qQhDLVf+7Vfq41afr4BWSIf4vcCGzkBe/omH0LBZkzqf+lLX6q9T5wDP/e5z9W/B0qccubImPCLkcEbPjFa4Bn5pS8MHDYW8NRigHBegmfKkfWI8cmHehByTRm4oaTTRxPy24ngDO+f+cxnLuEHdqwtt3wiM/RLO/Br4qSvRsgO80l1slcAABAASURBVKGcdcLQRBa4DZjbKtkAOnHihFgT6oAXbYjj2YK/xquOFxYsedYWPqkDgRMhtD5O+npEfYh6TXhlnPTVCLyRD7BARqnHpgnrguHE+mFY8+whxtyv/MqviGMSWd3vDRTOMcg1m2CU0562/BwIxivzhS/GABeOiwceeKB+ZptbjqkPUQdcGAecwRwZQv6Jc3xwCy91yYNf4rywBz5oiwySRzl3IXK7L+vPLbB4QiljHGSUOP2TJt6ExNcT8+RW8E984hP1Zhy3UXPsgxv1vvCFLwjZ43Zi+iOPY6/ZDAJL8uAR2eC89k//9E/1Zg5pZB7cmA8h/SLfyBjtkt6IwPU1qjfW33QpDCNO7VxiB57NmjlcK8IGjJVkp9WutFp7AlyrP6n27jntOHpYR0+e0MnTd+vkPXfrzrvu0rETJ7Xn2HHNHjqqng2KsFdMsuJor5ZUai18IXffVp3lI9Yemn06YOOkOzUr2XDq2tg8dd/9uufe9+on7r1fp+65TzM2bGTjzFaS1mxIDqKloftbGow0dH/qT2nfiTt18t579P73/jd94H0/VdP73/c+HT59j3oLC1J/QvJ8YljUt8gylTUr+bJioTkbvQt7tHDiqO68926dut/zuf9e3XH6Ls1iqM5OmbeOZONn6AvnoOPx7Uk6cPK4Ft5zr/bfdUKyMisr/CMNHDOKDGAa2khZc2npuXe6fc0fOKhjJ09pj42xw3ec1JTnW7T6suuvBnpg/lbcZtWWS2Wje+fBg9p/9JhO3/c+3ffen9LJu9+j+d0HpOhI5YTmDx/X6Qd+xp7G3Yp2qdXhqoa+QJkDYyWp1VE5M6uuPZIn7z6tD/7sg/ofH/6Y7vvpD+nw8bvVmp6zElRp0VWHCo3KtkZrIxXdKZef0n3ve0AnPbY719pQWvE8Vq3oD8C9bKmycTl/8KiO3P0TOnHyHh0/cZeOn7zLGxF3qmdDV32vq5kpu32F+1arrWEU2uE1PX76Ph31Gu8/cqdHL0yXv/XJsCg0bd7ZdNi3/4CqVle2CWWbU2bF8ZDw4E3Nqr33sOXuHh09/X4de88DOn7/T+uO+x7Q7jvukeYOSZPzUkxqrZrWaGKH59vRqD2tzvxh7T54XA/8zw/rQx/6Wf3MBz6o977vJ3XCHsN5y/DE7IxkPljVtbi0ul5jmx5e7zCx7i6Saq7gzNErv5XcRl4fy6zLRio08Dprclq7vBHAheTC669JvKzKXY9sYIXr8R36X683ocJzXbFnc80eQI1cWlQqjGe709XZs69p1cZn1e0pnKeiNDdeT2Ovoet6PL2B3Om6LxdEiAtOQ+uKrxvlIhMRP1aPvuq1/LGSN2ZMeH5RtnTBGyvLy6vjQrorC+DVa57f0PJZz68oXA458Hdout53wCaJ8T5y/LhQgFD+7r77bgXdYLC7rCxLFRH2gq8KRQw8UCqKycnrdf/Olr8LR8OIYi1YF6bP81Ef+9jH6h19ngn68Ic/rF/91V/V56zwcywVlhFueaMuccKTJ0/WdVDcMOI+/elP60//9E/Fc0X/+I//qHvvvVd4G6nb8kYD/RBHLggbQqYbavKakHzihBDxhpAn4m0bzITNXB588MH69/owRPi9QH4OAb5QFFFiDx8+rPe85z218UQ7CMW+7w0TPAq/+7u/K4w88umb442xmnkzDxRO8qiD0shv5n3+858XY/3FX/yFMDDxqOBdQZnGY0JdFD8UbuJQBAelfM3wGdHHDGuyd+/e+rnJD33oQ2JN/uiP/qh+OylKNc8k0g7iNkwUXjyJf/ZnfyaMUub5B3/wB2K8qSlvCPq8B/+N0l/5+kyceUWEWBf6Yi4os3gnWXNe2gJ2EP0v+JpPW+SmWYeIMe+0pQ/GIYRnXmSE0cvceSkKffNmTeaHvNAHcerTjmdhqffqq6/qT/7kT+oNkF/+5V8WxkNjEMAr2IMp7XZ6AwRjn7bcavhbv/Vb4hlWjC5edtTr9QQf1GVM5sy4GJco/KwFZeAI5ij53KqIoYpXlTKUfm5dJf5Xf/VX4qU8GJl/+Id/KNZ73759ArNmLmCBbFD/WsT48EMd1hA+MeqZS0TYDzEh+EKe2LjBswf+1OeWW0L4hF+MIo4/DAp44biMiEsbI9Rl3oRvh5o268Mmfr1+wKGpw5oSByMw5rdJ2axikwsMORZ5NpM6bACABccTc2YDjHlCbOCAN4Ye5xAwpD7tODaRF+bOhs3v/M7viFuR2XziWOZcxIt2kAPqQ0eOHNGxY8fEBgdy8+d//uf1RgllrMNv/MZv1I9I4R3lxTy/93u/J45FNlI41zEedZkrxxTySRpqcCJsiHyINHJMHPll7hiLrOsf//Efi+Ok2UBB/jj2qAvvnJuRVc5lnGc4PvjdUbDifAEfnAcZA75ox7ltbm6ufukSGPCyK/KTLiNQXI5uvZj1W6G0jXzQN9wzofAFhVAq/NdSFC2tWdsfDdxiEFL9kF/bHsFdmu7vVn92t6JvA8OGo3yhcAMbBRKevYGs4NtQGdUanpVvdzH0YJNze9XZd0xTew/p7CvntHT2nGQFuoNROzElTe6QrR9h8HAHHM8WVpJaJgyj1WE40ZOKttoTs5ro71DHymtlKrqTzm/JTEvmdwTvHrfrrDLM1+KKzi0N3BPtJ9Sy8dSfm1e7PyNeLqROW7I3SW2X29BStHxSHOr118/Zy+qOWl1perc0MSOFO/S3sPdOnqeM2JhcpJGWeGsr3isr1THjOXksTXp+7vfC8pJW7JoaKUQ3vuZq1dbd0GVlb9Z8GaNd+1RNGtuysqESHgIyfx330emru2OXVBYKGx0thf+8PKyT/LGhV07OqOrOeJ07tU0jtVXYiG+Ziqprhf5c3abqVIZq5HkWNZbl9E6NilKrw5FWDFXh7lpVRwPPcW15oCFj9DoSyrovmNMzc5r0Ogy83lp2ZRuvy247cu+rQ2nx/LI8NSMS6vSnJdcdui95DNd2/qg2MLioKwq1PX57915NzXn+RVfyJkHliqUJnIZe01o+ygkVXvvu1JyXa1qdyZ2atJczprw+ZU9qTWjR1iovFA557T2X182/SvdpDFd4YU9Vqmc8JqZnJfJdZ8UyzjijUbiV6lUNxzg2HIy/o5G03pMp2evpfxe/ddNwArKXEt6JDikwZpM+uS4P1nRhacnTW5PC/Xme8mpJIyctPysu8wHQssxVLa+7sak3TDT+zNhr3ulO1Ik1G6UjHxeFj9ew4t0oKnXhm/4bqhjaXzxaUTlcUeEwTIIs6ZYkt1q9JhXFqld4xex60UfLGq0tamXxNV147RWde+1HbuvFr+dD6KS/o3WEkTm0h7NjT07bJBUaGZ+BhYUL0fTOObW8ycOFaXV1ILy9rMvA8rdsI71wZ5C7fNNv2W5r6GNMhaXHVLY7KnyOGCI/NtJFZ+EFD9X1Vs3Lmjd1Bu1JyfIh81P373X2UB7D/SC3jo3C//J7WxFALoqi8DJx/n1dKCUoLxhbKOp4B1HmSGPAsJOORwLlsW/DbM0bDqXPUSg+n7ehxe2NvHTmX/7lX8TtZrQjH2WqUfCZEOehqmKtSY0JGRzHxv/X/6cMujKPNDwQwi8hihYh3jI8ABgHKGl4WfHSYiwxly9+8YtqtVpUFXlEfvEXf1EYWWyecCsw3kpu9aOsqQvvpCNCbcs/HhPSGNV4AVFKmSv98FwWz6ChJGM0UA+vFH1hKDXjTl7cfMGIYj70xRthUZTxyDIPlG8UUhTppi0eIJRivGzMk7epopQ/9NBD4i2zKKbMhTVaf76CBwwixocX+MIj0oyNUYWSiywwD/rlBSXghveS20iZO+cQ2kaEIoKozl28rRSDHr7hC+/xV77yFV/jXxdGMYShgGIMb2CKx4q+efERxh1xbuHFe4kRzQYGuIARBAaNpwajAu/Qxz/+cYEXHnkMNwxdPI/wgFwwx2Y85AXcGRvG2SxjDPoAP4yK2dlZIeuUs67g0XjQMAbA61Of+pT++Z//ufY6k2b+HFMcH7S7FjE+5Ri2HItsUIA7xjrGM3PilnXuMsCg+LQ3c3iRE/P4+Mc/Lm7xpQ/45hjkOWqMT4x1PJ9XO2YY88oy8q6kN6vzZnlXtmvSzIk4aw3PGHYYbLxkicfEOAY552C8cexgKDf1WR/W/+d+7udEPYxpbi/meKKPiBDnEGSBNsgzvOFZx7ikHnc28HgAcsLGGR5OjFzqwxMhdzWwrvDE8YWsYbhRBoE747MmGKWf+cxnxNqCORsOGMbUY40Im+OpkSvyIHiDiEPE6Yc4nmzWm/XnmEKeeIM2BiK/BcraMlfOK9Rn4waewY6ND3ihnOMTgxU5bI6tpg0bMeCMgY18N/Onv6QxAsU42Kr/CxWlp2DlKxRqWfni8tapjRepa8WqtPFTFT1V7RmFvUSqpiTH1ZmRykm36qos+hIGor026lqRN7WtIHeKCZX2LoV76hRFbSxO96RCshE1L8W0pEnN2NvXtbdRrUpFp6toTzi/K/VmpclZFf0Z9dot9yJ5dM25Tqd+mUpHLpTC9VttqeN0t+fQ6bbbtuekckphBbKsJLOgspAPxmlN9T2++lJFuEMeyNRR4JltO79lMv/uTG3jMBulDvanNKHQDozNYspNbNSYL5Wlquh6fpNSYbLRUpYt8xuaq9raQV/0a6NIk1MqvDMsozDjebRteIT7gL9OFepV7qfoSQG+JjDH8K2k9lRpfiWFVEx4fp1pye2d0pyNzx3moCOp26okr0FdVrSl6KkyDu2W++tMSqVrRUE3OmBDyylhs1TuP4pKYbxoE92+Wr1K2JVu5ZWq1G5Nqup5DihChaTJjvAAt6oJdTxG1TVfPY8zNa3OrjkVIU253n7XIyStdlsqWl461zNWTqgsQ4Xr9ScYqVS5e580OaeaD5WaaJeenYypNNPtqOi4HgZ/Z0IyxmXp8qJUFYXC9RUtqexJbtVznX4lkZo2hP1OR3L7sLy2p6ddpT0m5M7zUHtabc+jKLpqFR2vf8u9FCZ36f4LGC3dPzLneJSFCuNWRqWGwukoJTPD1zy3LTtyX6aq445K2WWt3YePaOj1f+y/vqPh+VcVnZC0qtWl19WOkbrtjqrC/KmwCVq5rFBVEkq2zPyPb+F/hapWR1E6ThemVod2uvpnNNT3nnhE3/zqF/Str/1vnXvhKfd5QRq+Lq28Ko0crp2VoME5yTRaRxq4bPkl6cIPpVUbl6uv6pUfPKFHvvZ/9OjD/64Xnv2uZEPWVqhkr//INPQsbN6poU6npa6pKqPGCWbDwJVVu56PPG+IvJZlrl21xBSp3zNuRUgNBY0vkXGQKQoV7Y4MjNRyyBobz8IyLJVa4u3YNuhlY/mlF5/Xc2deUWfmgHbcea/U26mi6qlbVDJ7ighzX9p8bmlYSCOvj/Jz0wigaNMJChAKNIoZaRSR0sc1cfIb5Yedczxa3N6HUoSHCgWHZ5W4ZZNniahPu6qqCGp8X04fAAAQAElEQVTCIPqHf/gHocywe/5v//ZvQgFCIaYCCmTX581Op6NmXPIbwjiDV5TSJq8J2fFHEcPoQU7Jb8b+4Ac/6EN1JF6uQj7GJWFDKOkokrzpkznxnBx5TTkhRjUh9Ou//utCMcXQROHdZ+8V+WACHr/wC79AUs34GEZ1hv+BC4YlBjftMb4xAHnTpIvrL0okkaIo1IyLkUIet22iCGKAMA/mzYtqMAy5lRBjhDGoS1vqEMcLhvKL5wgDmPmiYFOGhxejCQOcNASOyANKK2mIdWpz7XACww6vEoYmCv1nP/tZ4VGCd+bFLaquJuZACEUEgRr+SEzZu4oHBh4wcpELDDvaYQBjhFAPecCAJA4PGNsYW8gbxin8UIYBAd/NXBqZpYw7KzAWMHIxvJA/0jMzvg66AnLHHB29tHbEkUlCiLXldk2MY9aatW/mQ3uMPIx75AIvOcYxMs4xQ3tkgjlTF4zglecSKYMoJ/zN3/zNWmYxrFkv1h1jBm8ZBhMGP3LIGmLoclyxacFPDrG2zTwwVD73uc/VjyqAFRskGCFs/MA//TfHC+Ouj0eM14tjAplbzyfzoT1GK2tD24Z3+mA9Ked2X9LryzHQmDdeNPJZZzBmXTEykVnkD4855yLmDZ/NmtKG+oQQGIMlxwDGI2vEuYQ48oMBRT36jxjPic0OfjqFdeL4+dd//VdhsCIj1IXWj/HRj35Un7EhibyzibP+DgLqYlSy8cJmG3cmgDPHeXO3B3WQFcKGwA0i/clPfrLe1Ft/vHEMUNYQmzJsFGBUwzPnQ47B9ecO5t3UR1a41RZDl7XH6MQLikyAOY8zULeRFdYJ3NkIZJ4Y2JTfLCE7EVE/TsCxhlwwN4z8m+37nW5vteOdHvLWjldZsSuKSoVCVVGqdPc9GyyEULhE4qINtaRa7W5C8i5SOM/9+AwvdyW5XVxqV9VZ4dzSRDjup+OU21EvCtWV3E5QVBJjEbosnCKnfTHU+jq0r9OF5LqiDW0vkfN15YfeGB8zBLrIR90XZaShymwVl3Lhfzy22wbkvkP+FK5XOWxITqtuN27jfDDCWAAnqS6v/9Xtx+lx1HVr3t0/IfOh4A3kOnV+UTdkDOfU60e1cb8uqzmg5CI1bcBLquvTdlzfGfX3Yl3ahuoi6kCq27nfkOoCR2vM6/yL7eoxHGctpHoMp+jNKb5uRBn16nZOk32JnKbMRqnqVkU9FOPTD6FoRx36Ie62cZFUp6kJFc7VJR5oG3WO82lf13W8Dl2/znNYj0tYeGxIDnX5QycNXcotHGvIUb7Ucci4DTmpGjPLwcTsjFq9rlZt/J1fWnQ+frShuhcVq3jjqFLNp8egWoTkzSJn3uB3pLmZvqa9o7B6/nV978nv6L++/h967tuP6PUXnpcWbXB6iHrIsIfSFMVQDclprZzXuZfP6LnHH9ETNjKfeeo7Wl08r743GOZ2WpEKm5ZhZiMUYRIk/x+TrvnxPK9RHtcou1xEH1en8UV9VVq6oBV7k6PlTQZvcFVTuyTutLB8hfmPCEWEu20pLE0j/w+T8nNTCHDRR/lFESgvGpekUfp6Pc7LN9V9Nr5JBDAE6QIjBYUaY451gsjf6oTiyxwapZc4cofxgmK63mCkDEIxJqQe4XYmFHOOTTZTuBUWGcDwYv3BiPz1GxqcT9loWFpauuSV38z4wH+znvAOcf5hfpuZ7+TtrSGAwc+acv5CXmnVyPSbHduUb2ZCk9nM/F2XNw44TqwQbm4asLPMzg47h+wEbWdiztei6839Wm0pu93tr9d/lg+0WTGQPWsdu5bLqqvFpWW99PIrWnn9vNaWV7U2HHIoam2wZhp6DiMNbZRyvA4HA/HzHTyfSPxG5+dONT2/TwsHDml+zp7+1ZFe+uGLevap7+uZJ5+yEfldPf+t7+j5Ry/TC9/8jhp6/tEn9PR/PaWnnnmmfhPymZde0WBUan7PXh1aOKK5vfvliVzileOhmQ93uUKDwchsbMwaDY3/UCMtnzuvl439a8Z+NAy1bXQ2CgdvBeZWZRTTmtbsfTYNTKumG8U+2w3qdedaUwu6/3HLIoSSwC4+XrXEaYzTRuHQeM+8PLW3EyUNBS4iyKrXcKN4uxXjNsc5fWFMNfLIeZYJYnA3cfQhNkiQS/LQmWi3nQk8wIh5c0yCAV5qzuXgg/JOyHGLhx7jDQ8mMoJHb7Njw/zgn/nw9mNk4OWXXyarps3O/1vmzzrDu7Eudky9kP7XXFeQZeSY0Nlb6ltsKW7fhFl26TihRITY2aEKO1ScLNjZomw7E7se16Lrzf1abSm73e2v13+Wl/XtcZsRB9nDOTW3Rzvn92pmx261uz3hYas6PVUV3u1ClT3iVVl4DqHC3raa7AmKqnJepaK88fmptAe3KFXt3K19x+7UsTtPaf/Bw5qe3mGH37Kee/o5vfLCj/Tq82M66/C1ml4S4asvvKznnjmjC4tDTc3M6dDhY7rzxEkdPX5K/d3zMnNS1VaYSlMFlZXank+7lEMXl+F5lBtCRVmqwOBvmcdWqf70lOb37tGuPfOqJickezCLdktVq6VWQ5Xj66h0H0nlDa8f3hJd/MzMzAjitkiuQexKJ7Y3ju2twI6lQQlHWSOOvoDhgdFF+laMsZF9FEXBNOrjGyOJ+ZGBQYnXE/nEsCSPWwr7/X4to7SLiBuW+42c89sZG0zkD3cccAsqt0xzCzsv1OH2Sl4UxPN7vLCG5zW51bO5xfKt6D9vh5fbUZc19vTqjRPinOeb9Sb/doyZfZbv2HHDMcs6Qqwvckwe1xeOZfI3gm50zOJGG26WduxMLS8v1+xwUSHOBYYMTqqESYlAInAbEAj3acNydtce7bY3cHpmt1o2gKTSBYV4YdNgONLAzk4cniN74zTyfxLesfRV0vVu7rvKS5PslVRvSr29B+ufmTl24h4tHD2uXXsP6OzZczW99uo5nTMRvu7w/I/OifievQs6dMcJ3XnXT+jw8ROa3ndQYg6jQmtLaxJv1jH/Nd/mXSNnraOb4/4WtA6pbHXUm5zSzl3zXoe9mp7lme6AZQ/AKf4yhXPWk5P5vQkE8BrzzCU/K9B0g4ehuQY1eRluDAJ4RVDAG8MDQ/Pw4cM6cOBA/UbnjeHq1o3K3JA15omXC3lEJ+JZPubIs4s8b4n3i+dW0Y8YHc8nXhLi25kiov4dUjxFrDtG5i/90i/VBjovO+K5XTyebELw7CLlPDcJJuBKuJmJW8SRAZ5ThW/emowejJyz5puZ9+Tt+ghwTHN9Wb+WHLdbQTbfbHZoIm+Wv6XyGtcyOwCdTkfti8+PbdwkcuRE4N2AgE8fUdg+mxIezh4vwrKxOVJRG5tLSysGIeRrfk1O1N+I0BsydIMfj132JjV0OFwbaoRl2+6qjeF19A7dcdc9+qmPfFQ/+fMf1fsd/ref/4jea3rPg/9L933kI3q/w+N3ndZ+eza79duSe9KKDWLulR1KVacruW8VpcPSLIdJKsLJi6SN/tj4XbMV3Davvakp9SYmpLIQfKN8Dm3YQyikYxrZzr9Mys9NIYBHgZf98BIQOgJzQq5DhEkbiwAyj15Q2pOP8sYLk3ghCy+G2Q5rxJzwZiKH6D2EM/a0f+ADHxBvkuVFTLxlF08nxmcz59nZ2fo3ODd2dd6Z0dlsABtGe+CBB+qfg+EnXXi7My+Q4aVAvBwGLydvHKYem0YTnEtJbGLiRToRIUJe6sVPt/BCoylfC1jzTcx6svYWEMDLzvWlWcvmFmo8nW+h+aarYs1k0/H0thjiBMKuXWN00pgTMGFSIlAjkP9uIwKl1O6pPTFlA23C44xPKaWtsq43f0onHa0NtVBIvjjWxK1gVgJ1E5+RCo1aXa1WHV1wP+fsgTxv7+mKDbARb3a14lWPFbbKahpKxUXihUHQ5JTzOtJqaHV1qKW1kVbt2JQNZxUtKTwBezt1xSechhxs4Ne8RanKG2ylDc6Wje2SeRsXmdqdnoqyVRMK95hCZX0b8DhUfm4KAbxJzW4z3gY8nfzMxP333y+8TDfVeTa+aQTaPjaaTlgf4hhg3JaGUUF6KxMGZnNrXaOMYoQyJwwPfheReJOHrKIf4SVpNkco3660fo7oiXiK8AgyX5T5WRveUzbO2JiAeEMq3kHKqLPZiTVv5njkyBHdd999Nct4bNfrxHVm/ttyCOCt5piFca4t3KXA9YVju/ndXMq2Cllj2SqsvjmfvBadHzLG4uckwW4WRBoFKyKsc25fYo7Xoohrz/1abSmLuL3tI67df0SWR2xWDEoVNsp63Un1+1M+zsqaimip1ZpQxwZQFW1VRUtFlCqLoibi5EGFrdGIG5sfbatWJQzbqdmdmtm9R/2du9QxP4UN0arTVmtqWu2ZWXWnZ9Wb3lnT5MxO9U2TTnc7Eyqrnlrtvqact2NulyanZlXCe1mqVbqPqhLnljG1Hb9MEaGIjaTS2LaF4gl/UVTmp1Sn0xE79BENb2WdH3Fl2JRnGPH2MWDnmVsXUVz379+vT3ziE3r00UfFdYnnxSLefp8R2Sbi1mDAM40RIYyKo0eP1p6giBDHCl7piFszTsTG9sOxDvHTJ5wLIsLn5qJ+XjMi6vMDRjZ6ER5f6vX7fUVsLN8Rt3d83kAbEfW5kLnjLcIDXBRFjU+321Xp8zwhxPHMhgTHc8Tt5S3i5vvHs8mmSkTUso0Xm/kwR35SJOLmx4jIPiI2BgPWEJnkWGWt+d1gri+84Aq7R1vsU/ADw5uZ+L0cdp3YLcbCh1d2qfiNIZQq8Oa3k7iAsEPFbg/57Pywk0f5dibmeC263tyv1Zay293+ev1n+SZHwCfi5ZU1XVhclqI0hWwBaTQYqH6IsJCs1YxJ40+E5G9NutlPUUlhGrpHeyc1cmgjVO2WBlYkBkWpQWHvZRlacbWGllsap2FTEs1X7OFcXhnUz5yOzN3Qfa0NB4LGb6PlVtSBOM805KYb+o2yEDQYeQ7mmTi0OljT0orXRIX5gxz4a3RcS5dIkvJz4wggB+xA401AYX3yySdVWu7okd9uI0zaOAT4DTtGZ31YK3QI0sQbrx/prU7oO8wBzyUhhCcPTxdxiOc2mXeDycoKjzxQsn2pmT/4MF8IDybYMGu8no2e08gD+iZlW4G4w6LhE9nmXNTMh3hTluHWRAC5RS45Zq+8vjz33HPCHtpKVBw6dEibmXgQmt043vzHjiQPfrOTxw/F8uOqGJ+4nTmRsDCcUFkkDE/SnFiSRtb9k1IObr0McJxBK6sDEa6urml5dUXLa8s1rQ1WNDSNhmsaDocajNY0GK5qFRqtajga3LBsDocjLV1Y0aJpaXHF8WUtLS5peWlVy05DFy4s6XxDi4s6bzq3eEHn6nDRvIxEPwP3RTimofPGNBqNLvI3cPhm1JRvTAjmy6urF7H/8XBU43uZ76EN6PV0eX4bw/9WHx+ljusPBg2KLAo/xI+Fc8vm259frkNiljKQtTnWsQAACptJREFUMpAykDIw0vWuL5vZdnsz3i5vfW/SDYClpaX61gduEYBFbhfhNhniGKAYl8ShZmeZOHRlmrykRCARuHUIcIxBlT2IZU1Sq9Al0tCet5ow4NY0stFZ02hYx2+GE7x1LXv22uuoZVcleVBlP96YSvv51lNxKc34bq6GSG8lKqJQZSJcT6XzoKHxhgb2ONdkg3PN3s+GlJ+bQoC7abi7ht1nQjrjlkWuUZSRTtrCCCTriUAikAhsEAJcQ7iubJfrS7HZdxFQZpu15pYQdvSLohC7yk26Kc8wEUgENg4BDEBoPQc+VLWeopDCGVFEHepmPrYSwwZVMZBizeSwsHFLHEM3BqFKRU2tKNRyrCGMtIpbcbW1P3GR/Sa8mLwUcK6EOI9C6+OkL1XMyC1DgGsUxB02t6zT7CgRSASUECQC73YEuLZAXF82u/12JX9FRChi8xIeTcBFyHjoG2ufOA9K82A3aZQo8hpikk08w0QgEbiNCAxt9Y1s6Tkc3755MT0ah+GhA+vP4eWvyy4nbirGsT7UQKOwx7Qeh75HCvMDSWMOYhSONVSqGEGkmxrjUFf92JKt+78yvGqDd6QA72XtMR54/ja+67hD8qHLTIz5jjA26+hyecZuBAHkj3bNxZ841yvSEOmkRCARSAS2IQI5pduMwPWuLxHWYbYQFSglm5lYTy7g8IhhGRFk1c9YcbstBmedcfEfCwRdTL7hBR/1LWXNrWUZJjYpAzctA7bsxoeaDT6OzMvGJQaO3P+qBsOGBo6vmQgv0s2swXCgYRk1DQq9IRwVIegNNqLtYg+uS2TDbGRDjXPL1WiznzNiJEHyhxBy9NKXea2fA0ZQQ5xX15dl3DL5NuUxAqmXuA5FjOPcBsUtUFBi+vYxTcwSs5SBlIGUgYEixteUq11fuL5fpmFtF23mtG24Qv63aQnNiZcE8VIgXsyAskQeF3UWAXCbPPIh5tMYndw2llTWb05MHBKHWy0D9XFmw0+msYdzIOHxvEj1c52Fca+pUFmHTdpheeNUlKWWi4GWq6FWymEdXyuGWo1BTUPH7cgUpMJnBij87xKFoijk71WptEE7plJlufnIs1L4H+Sg/gZGqC3tMDG3sp7DmHfOmQ1x98hmnNNW4onrEtegJmQBMOQhrktbaS7J6/gYSRwSh5SBlIHNIAPNdaUJr7y+YOtsKUJh3MyEkQnI7BbzWzQoS7wNkAs6cXZBuLBTh3lEXFa9KCO/oQwTgUTg1iIQ4ePN3kRFqYgwvTGUinUDhuPrycmb/EbQnzRyEGETy2HdpXmqfaykIdhoiHRN/lff+msL7Wph3dnm/RdYlBeJ+JW0eTnfHpxxsY8Ib1gUln3Lk1SHEVGHyk8ikAgkAolAInADCFzv+oLNs5WoiBhfGCM2Z4iReeU68SPO7M43+RijTZyQHeeIIJq0eRFIzrYDAjY0dS1S4Vlej1zlBr4c4b2o1FVDpeOl2uan5XF5MRB1IDUfEg2RVzjh+ledg/vRNYlONpDCY0MORNjQNXlevx40TLpRBNj05HpDGOENj+FQvKGWn0Zhh/xG+812iUAikAgkAu9uBLiuXOv6EhGK2DqE5vHuXtGcfSKQCEi6GRB8GgnaOySojR0i69PE34yod+PEsKWbQ8SvJBf9+Hd9pR8v3Zo5zGlrcp5cJwKJQCKQCCQCicA2RwANcJtPMaeXCCQCicAWQyDZTQQSgUQgEUgEEoFEYJsgkAbnNlnInEYikAgkAonA7UEge00EEoFEIBFIBBKBG0cgDc4bxy5bJgKJQCKQCCQCicA7i0COlggkAolAIrDFEEiDc4stWLKbCCQCiUAikAgkAonA5kAguUgEEoFE4PoIpMF5fYyyRiKQCCQCiUAikAgkAolAIrC5EUjuEoFNikAanJt0YZKtRCARSAQSgUQgEUgEEoFEIBHYmggk15cRSIPzMhYZSwQSgUQgEUgEEoFEIBFIBBKBRCARuIUIbAKD8xbOJrtKBBKBRCARSAQSgUQgEUgEEoFEIBHYNAikwblplmKTMJJsJAKJQCKQCCQCiUAikAgkAolAInCLEEiD8xYBmd0kArcDgewzEUgEEoFEIBFIBBKBRCAR2MoIpMG5lVcveU8EEoF3EoEcKxFIBBKBRCARSAQSgUTgbSKQBufbBCyrJwKJQCKQCGwGBJKHRCARSAQSgUQgEdgKCKTBuRVWKXlMBBKBRCARSAQ2MwLJWyKQCCQCiUAicBUE0uC8CjCZnQgkAolAIpAIJAKJwFZEIHlOBBKBRGAzIZAG52ZajeQlEUgEEoFEIBFIBBKBRGA7IZBzSQTe9QikwfmuF4EEIBFIBBKBRCARSAQSgUQgEXg3IJBz3AgE0uDcCNRzzEQgEUgEEoFEIBFIBBKBRCARSATeBQhc1eB8F8w9p5gIJAKJQCKQCCQCiUAikAgkAolAInAbEUiD8zaCewu7zq4SgUQgEUgEEoFEIBFIBBKBRCAR2HIIpMG55ZYsGd54BJKDRCARSAQSgUQgEUgEEoFEIBF4KwikwflWUMo6iUAisHkRSM4SgUQgEUgEEoFEIBFIBDYtAmlwbtqlScYSgUQgEdh6CCTHiUAikAgkAolAIpAIrEcgDc71aGQ8EUgEEoFEIBHYPgjkTBKBRCARSAQSgQ1HIA3ODV+CZCARSAQSgUQgEUgEtj8COcNEIBFIBN6dCKTB+e5c95x1IpAIJAKJQCKQCCQC714EcuaJQCLwjiGQBuc7BnUOlAgkAolAIpAIJAKJQCKQCCQCVyKQ6e2NQBqc23t9c3aJQCKQCCQCiUAikAgkAolAIpAIvFUEbnm9NDhvOaTZYSKQCCQCiUAikAgkAolAIpAIJAKJAAikwQkKN0rZLhFIBBKBRCARSAQSgUQgEUgEEoFE4KoIpMF5VWiyYKshkPwmAolAIpAIJAKJQCKQCCQCicDmQmDLG5yj0egSohFxKU6kLEuCpEQgEXjnEcgRE4Ftj8BwOBTXmbW1tXquRTG+pHY6nTqd/xKBRCARSAQSgRtBYLtdX4rBYKCtTBiczcWeOAvUpAm38tyS960tm7l+uX6bRwZyLW7HWqyurtZ6BCHXH8bI607KGnKQlHKQMpAycDMywHWFCwzhdri+FOzObmXq9/uqqoo1UUSIHeZ2uy0+5G/luSXvZe09SBwSh5SBlIHNKAPNtQaPZkTU5yuuO91ut45flecy1zOxSRlIGUgZSBm4ugxst+tLoS3+wcBspsAOQBMnvDJNXlIikAgkAolAInArEOCOGvppQuJJWw+B5DgRSAQSgc2GQHNdacLNxt/b5af4/ve/r61OP/zhD/Xss8/W82jCM2fO6Jlnnqnztvr8kv+tL6O5hrmGKQPbUwa4/rC2hA2R5hpEmLQ91z3X9bata+pt20Avz+Pj1hwfXFPAkrAh0lvx+lIsLCxoK9P+/fu1b98+HTx4UIcOHapD5rN3714dPnx4S8+NeSQt5Bpu8WM0ZThleLvKANccrj/Mj7Ahrkdcg8hPSvlPGUgZ2LoykGu3UWu33a4vW/6WWh6mfbtu3ayfCCQCiUAikAjcLAIR4zejR4zDpr/tcgtUM58ME4FEIBFIBN5ZBCLG15WIcViP7n9b9fry/wEAAP//NurHqwAAAAZJREFUAwC/OWprnbvQQAAAAABJRU5ErkJggg=="/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1497013" y="3048000"/>
            <a:ext cx="914400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33600" y="180110"/>
            <a:ext cx="6933639" cy="6555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993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77A2D-6B6F-EA50-F58D-4AF9BCC97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0"/>
            <a:ext cx="9144000" cy="2387600"/>
          </a:xfrm>
        </p:spPr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smtClean="0"/>
              <a:t>ALCANCE</a:t>
            </a: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B5E3BD-6CDF-56FE-ED32-97A87E1EA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5218" y="3186542"/>
            <a:ext cx="7578435" cy="2355275"/>
          </a:xfrm>
        </p:spPr>
        <p:txBody>
          <a:bodyPr/>
          <a:lstStyle/>
          <a:p>
            <a:r>
              <a:rPr lang="es-MX" dirty="0"/>
              <a:t>El alcance del proyecto se desarrolla en el metro de Medellín buscando o prevenir intentos de suicidio y mejorar la salud mental de los usuarios mediante actividades y mensajes de apoyo emocional</a:t>
            </a:r>
            <a:endParaRPr lang="es-MX" dirty="0"/>
          </a:p>
          <a:p>
            <a:r>
              <a:rPr lang="es-MX" dirty="0"/>
              <a:t/>
            </a:r>
            <a:br>
              <a:rPr lang="es-MX" dirty="0"/>
            </a:b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5123961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7BEFB3E7-F3C9-DA46-5DBF-37A84552BB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581891" y="2382981"/>
            <a:ext cx="12649200" cy="2230436"/>
          </a:xfrm>
        </p:spPr>
        <p:txBody>
          <a:bodyPr/>
          <a:lstStyle/>
          <a:p>
            <a:r>
              <a:rPr lang="en-US" b="1" dirty="0" err="1" smtClean="0"/>
              <a:t>Objetivos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s-MX" dirty="0"/>
              <a:t/>
            </a:r>
            <a:br>
              <a:rPr lang="es-MX" dirty="0"/>
            </a:br>
            <a:r>
              <a:rPr lang="es-MX" dirty="0"/>
              <a:t/>
            </a:r>
            <a:br>
              <a:rPr lang="es-MX" dirty="0"/>
            </a:br>
            <a:endParaRPr lang="es-CO" b="1" dirty="0"/>
          </a:p>
        </p:txBody>
      </p:sp>
      <p:sp>
        <p:nvSpPr>
          <p:cNvPr id="5" name="Subtítulo 4">
            <a:extLst>
              <a:ext uri="{FF2B5EF4-FFF2-40B4-BE49-F238E27FC236}">
                <a16:creationId xmlns:a16="http://schemas.microsoft.com/office/drawing/2014/main" id="{379C149D-C86D-297B-5AA6-66D11E4E02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4800" y="1579418"/>
            <a:ext cx="11180618" cy="1326501"/>
          </a:xfrm>
        </p:spPr>
        <p:txBody>
          <a:bodyPr/>
          <a:lstStyle/>
          <a:p>
            <a:r>
              <a:rPr lang="es-MX" b="1" dirty="0" smtClean="0"/>
              <a:t>Objetivo </a:t>
            </a:r>
            <a:r>
              <a:rPr lang="es-MX" b="1" dirty="0"/>
              <a:t>General</a:t>
            </a:r>
            <a:endParaRPr lang="es-MX" dirty="0"/>
          </a:p>
          <a:p>
            <a:r>
              <a:rPr lang="es-MX" dirty="0"/>
              <a:t>Generar un sistema de información para disminuir los suicidios en el metro para mejorar la Salud Mental y el apoyo emocional en el metro de Medellín.</a:t>
            </a:r>
            <a:endParaRPr lang="es-MX" dirty="0"/>
          </a:p>
          <a:p>
            <a:r>
              <a:rPr lang="es-MX" dirty="0"/>
              <a:t/>
            </a:r>
            <a:br>
              <a:rPr lang="es-MX" dirty="0"/>
            </a:br>
            <a:r>
              <a:rPr lang="es-MX" b="1" dirty="0" smtClean="0"/>
              <a:t>Objetivos Específicos</a:t>
            </a:r>
            <a:r>
              <a:rPr lang="es-MX" dirty="0"/>
              <a:t/>
            </a:r>
            <a:br>
              <a:rPr lang="es-MX" dirty="0"/>
            </a:br>
            <a:r>
              <a:rPr lang="es-MX" dirty="0"/>
              <a:t>1.Analizar Qué ocasiona el suicidio en el metro a través de una encuesta que apoya la creación del diseño.</a:t>
            </a:r>
            <a:endParaRPr lang="es-MX" dirty="0"/>
          </a:p>
          <a:p>
            <a:r>
              <a:rPr lang="es-MX" dirty="0"/>
              <a:t>2.Diseñar un sistema para subir el estado de ánimo.</a:t>
            </a:r>
            <a:endParaRPr lang="es-MX" dirty="0"/>
          </a:p>
          <a:p>
            <a:r>
              <a:rPr lang="es-MX" dirty="0"/>
              <a:t>3.Desarrollar un sistema de información didáctico para motivar a los usuarios y mejorar su salud mental.</a:t>
            </a:r>
            <a:endParaRPr lang="es-MX" dirty="0"/>
          </a:p>
          <a:p>
            <a:r>
              <a:rPr lang="es-MX" dirty="0"/>
              <a:t/>
            </a:r>
            <a:br>
              <a:rPr lang="es-MX" dirty="0"/>
            </a:br>
            <a:r>
              <a:rPr lang="en-US" b="1" dirty="0" smtClean="0"/>
              <a:t>  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1588837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D83F6F31-C5F6-28AA-35F5-9970569866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7013" y="369167"/>
            <a:ext cx="8880042" cy="1676399"/>
          </a:xfrm>
        </p:spPr>
        <p:txBody>
          <a:bodyPr/>
          <a:lstStyle/>
          <a:p>
            <a:r>
              <a:rPr lang="en-US" dirty="0" smtClean="0"/>
              <a:t>Logo </a:t>
            </a:r>
            <a:r>
              <a:rPr lang="en-US" dirty="0" err="1" smtClean="0"/>
              <a:t>página</a:t>
            </a:r>
            <a:r>
              <a:rPr lang="en-US" dirty="0" smtClean="0"/>
              <a:t> </a:t>
            </a:r>
            <a:r>
              <a:rPr lang="en-US" dirty="0"/>
              <a:t>web</a:t>
            </a:r>
            <a:r>
              <a:rPr lang="en-US" sz="2400" dirty="0"/>
              <a:t/>
            </a:r>
            <a:br>
              <a:rPr lang="en-US" sz="2400" dirty="0"/>
            </a:br>
            <a:r>
              <a:rPr lang="en-US" sz="2400" dirty="0"/>
              <a:t/>
            </a:r>
            <a:br>
              <a:rPr lang="en-US" sz="2400" dirty="0"/>
            </a:br>
            <a:endParaRPr lang="es-CO" sz="2400" b="1" dirty="0">
              <a:solidFill>
                <a:schemeClr val="bg1"/>
              </a:solidFill>
            </a:endParaRPr>
          </a:p>
        </p:txBody>
      </p:sp>
      <p:sp>
        <p:nvSpPr>
          <p:cNvPr id="2" name="AutoShape 2" descr="data:image/png;base64,iVBORw0KGgoAAAANSUhEUgAAA5wAAAOnCAYAAABMD0m/AAAQAElEQVR4Aey9B6AcSXX1f6p7wkuSnuJKqw3axALLLksOBtsYB5yxDQ5/Jxw++zO2Mc45h885B5yNA7YBR2ycA7bBgAGTYdkk7WolrXJ4eWa6/+dXo5beapVX4Um6896dqq66devWqZ7pOn27e4r6En9t3rz5yAiqqsr5wWCQ036/n9N4CwQCgUAgEAgEzgcCi48zzbHnnnvuOR9dhc1AIBAIBAKBKwiBy+n4UiheSwiBcCUQCAQCgUAgEAgEAoFAIBAIBAKByweBIJyXz1zGSM41AmEvEAgEAoFAIBAIBAKBQCAQCAQeEwJBOB8TfNE4EAgELhQC0U8gEAgEAoFAIBAIBAKBwKWHQBDOS2/OwuNAIBAIBC42AtF/IBAIBAKBQCAQCAQCp4VAEM7TgimUAoFAIBAIBAKBpYpA+BUIBAKBQCAQCCxdBIJwLt25Cc8CgUAgEAgEAoFA4FJDIPwNBAKBQCAQeAQCQTgfAUdsBAKBQCAQCAQCgUAgEAhcLgjEOAKBQODiIxCE8+LPQXgQCAQCgUAgEAgEAoFAIBAIXO4IxPiuUASCcF6hEx/DDgQCgUAgEAgEAoFAIBAIBAKBKxWBCzfuIJwXDuvoKRAIBAKBQCAQCAQCgUAgEAgEAoErCoEgnKcx3aESCAQCgUAgEAgEAoFAIBAIBAKBQCBw5ggE4TxzzKLFxUUgeg8EAoFAIBAIBAKBQCAQCAQCgUsEgSCcl8hEhZuBwNJEILwKBAKBQCAQCAQCgUAgEAgEToxAEM4TYxM1gUAgEAhcWgiEt4FAIBAIBAKBQCAQCCwxBIJwLrEJCXcCgUAgEAgELg8EYhSBQCAQCAQCgUAgIAXhjL0gEAgEAoFAIBAIBC53BGJ8gUAgEAgEAhcJgSCcFwn46DYQCAQCgUAgEAgEAoErE4EYdSAQCFxJCAThvJJmO8YaCAQCgUAgEAgEAoFAIBAILEYg8oHAeUYgCOd5BjjMBwKBQCAQCAQCgUAgEAgEAoFAIHA6CFyOOkE4L8dZjTEFAoFAIBAIBAKBQCAQCAQCgUAgsAQQuIQJ5xJAL1wIBAKBQCAQCAQCgUAgEAgEAoFAIBA4IQJBOE8ITVScEQKhHAgEAoFAIBAIBAKBQCAQCAQCgcAxCAThPAaQ2AwELgcEYgyBQCAQCAQCgUAgEAgEAoHAUkAgCOdSmIXwIRAIBC5nBGJsgUAgEAgEAoFAIBAIXLEIBOG8Yqc+Bh4IBAKBwJWIQIw5EAgEAoFAIBAIBC4kAkE4LyTa0VcgEAgEAoFAIBAIHEUgcoFAIBAIBAKXPQJBOC/7KY4BBgKBQCAQCAQCgUAgcGoEQiMQCAQCgfOBQBDO84Fq2AwEAoFAIBAIBAKBQCAQCATOHoFoGQhcNggE4bxspjIGEggEAoFAIBAIBAKBQCAQCAQC5x6BsPhYEAjC+VjQi7aBQCAQCAQCgUAgEAgEAoFAIBAIBAInROCcE84T9hQVgUAgEAgEAoFAIBAIBAKBQCAQCAQCVxQClxzhnJubOzJBIyMjuv3227VmzRqllNRut9XpdNRqtY5ISinXpXRFpjH2mPfYB2IfiH3gPO4DHG849qSUNDY2pmXLlulpT3taYG48UorjbkqBQUqBQUqBQUqBQUpnhgGcpjm+dLtdrVy5Us985jPz8eUIGbpEMsX999+vpSw7duzQ7t27RXrgwAE9/PDDOnjwoPbs2aP5+XkdOnQoT8DExIQQJmR0dFTI+Pj4JTIN4eaVgUCMMhAIBC4nBFgMcOKTY8/atWu1bt06TU1NiWPVk570pMtpqDGWQCAQCAQCgQuIwPLlywWPIeXYsn79eu3fv1979+7VzTffvKS52/F4ZXHDDTdoKcvk5KQmD8uKFSu0evVqAT4pB/vnPOc5estb3pJJKKSUyYCQ7tq1K09MXdcKCQxiH4h94FH7QHw3xHfjY9wHOOk5OzubT4Tu3LlTb37zm3Xbbbdp06ZN+ou/+IvA9zHiG5/Z+N6OfSD2gSt1H+DE5fbt23X33XfnY8w73vEO3XHHHbr11lvzsWYpc7fj+Vb0+30tZeHsMZcskXJigUuWSBHK3/72t+czACkloVOWpRDIKPULCwsKCQxiH4h9IPaBpb0PXIrzw3EIYUFEylnoe+65R5s3b85noC/FMYXP8TmJfSD2gdgHLv4+wDGFCGfDe7ic9v3vf7/uuuuufDXNUuZux/OtgJwtZcHpqqry5bOAz9lk0sFgoJmZmXwdM5fPUsbZAFL0Gz2IZ0gn39saOAQOsQ/EPhD7wLnbB1iUccxpni3ALR2c+KQMuYSxjmNG59ztJ7EfBJaxD8Q+cKb7ADyH4wg8iJT2PCOAPLKUudvxfCtSOrMbWFO68PoAm1IiyQdBMgyGG2k5s9wc7JvJSSmJAz96LAhCLv6ZmpiDmIPYB2IfuNz2ARYAHGcWH2+4h5Oyy22sMZ6L+fmNvmP/i33gStsHGqJJEI1jCrdwkDaSUspBt5QujbRoHF+qKcSyKAoh+Mg2KQLZbA74bHOvJymC3vT0dCao6ITE2aXYB2IfiH0g9oFzuQ+wAOI4hHDc4aQnZ6CJcp7LfsJW7LexDyyhfSCi37G2vgD7AEE1jit89kkbAsrtgmxfarLkCWcDaEM4G6ZPCvgQSw7y6PV6PXEpLWlKKf9MCuUhgUAgEAgEAoHAuUaABQFks7mtg5OcPDmd49O57ivsBQKBQCAQCDwagcu5pLl1kDFygpMraBo+RNmlJJcM4UwpZVybAzmkErIJweSgT2VKKf8cSrPdnBWgLiQQCAQCgUAgEDiXCKSU8tU3PBldfnHsIbrJwsCb8R8IBAKBQCAQCJwVAhBLHhjUXErL9iVwfDnhWC8ZwnnCEURFIBAIBAKBQCAQCAQCgUAgEAgEAoHAkkQgCOfFmJboMxAIBAKBQCAQCAQCgUAgEAgEAoErAIEgnFfAJMcQT45A1AYCgUAgEAgEAoFAIBAIBAKBwPlBIAjn+cE1rAYCgcDZIRCtAoFAIBAIBAKBQCAQCAQuIwSCcF5GkxlDCQQCgUDg3CIQ1gKBQCAQCAQCgUAgEHhsCAThfGz4RetAIBAIBAKBQODCIBC9BAKBQCAQCAQClyACQTgvwUkLlwOBQCAQCAQCgUDg4iIQvQcCgUAgEAicHgJBOE8Pp9AKBAKBQCAQCAQCgUAgEFiaCIRXgUAgsIQRCMK5hCcnXAsEAoFAIBAIBAKBQCAQCAQuLQTC20DgkQgE4XwkHrEVCAQCgUAgEAgEAoFAIBAIBAKBwOWBwBIYRRDOJTAJ4UIgEAgEAoFAIBAIBAKBQCAQCAQClyMCQTiPzmrkAoFAIBAIBAKBQCAQCAQCgUAgEAgEziECQTjPIZhh6lwiELYCgUAgEAgEAoFAIBAIBAKBQOBSRyAI56U+g+F/IHAhEIg+AoFAIBAIBAKBQCAQCAQCgbNAIAjnWYAWTQKBQCAQuJgIRN+BQCAQCAQCgUAgEAhcKggE4bxUZir8DAQCgUAgEFiKCIRPgUAgEAgEAoFAIHASBIJwngScqAoEAoFAIBAIBAKBSwmB8DUQCAQCgUBgqSEQhHOpzUj4EwgEAoFAIBAIBAKBwOWAQIwhEAgEAgEjEITTIMR/IBAIBAKBQCAQCAQCgUAgcDkjEGMLBC4WAkE4Lxby0W8gEAgEAoFAIBAIBAKBQCAQCFyJCFxRYw7CeUVNdww2EAgEAoFAIBAIBAKBQCAQCAQCgQuHwNInnBcOi+gpEAgEAoFAIBAIBAKBQCAQCAQCgUDgHCIQhPMcgnklmLqSxlifcLCVaxpxNv4DgUAgEAgEAoFAIBAIBAKBQOC4CAThPC4sUXipIFAPKjWiyhSxkWMG4BodT6QhcaydDkVH9Kh5dBv3Z109Qo7p7Ew2j+3gBG2PVTu8fQLtKA4EAoFAIBAIBAKBQCAQCASWBgJBOJfGPIQXjwGBdBZtIZM0g7gNySNbR6WpJ0WO1lz43NDHo/3iTyPH1h3VityFRyB6DAQCgUAgEAgEAoFAIBA4FoEgnMciEtuXHAKQrpQW0c7F+ROMZvGOX+voVmV9xMmF+cftxXJMr4ytKcIvpNmONBAIBE6CQFQFAoFAIBAIBAKBwJJA4OhKe0m4E04EAmeOQEowtsPtFucPF51+crofh0aPFDn9Hs5WczHRhIQiZ2sr2gUCgUAgcKERiP4CgUAgEAgErlwELsxq+crFN0Z+nhFI6bGRzcrRzaPyaGf5gCDH1tRuVx9beBbb2DiZHGsS3aZscb4pizQQCAQCgUAgEDgFAlEdCAQCgcAFReB4a+kL6kB0FgicEwQWE88zMHiiDwDlyBmYOq+qjS8Nva7Oa29hPBAIBAKBQCAQCAQuDALRSyBw+SPQrGMv/5HGCC9PBApTMMSJFssxo11c1eSHKpVjlYtF3tYjTCUtfvGRKUQLZc3FdWeXX0wek00MpbIPQxk+1KhyDeIk/gOBQCAQCAQCgUAgEAgEzj0CYfG8IMDq+bwYDqOBwFJHYEjsdITYJdPIRo4leejqmNdjpX/1MfaObjaWSSv7N7BUKq0A1cUXPrikLor/QCAQCAQCgUAgEAgEAoFAYMkiwLr1bJyLNoHAZYBApWrQk+rKY6mlQV/VwnwW9YfldW/B1X1vzrt6wXrD//6gEjLcOvv3wUCq3DUWhgTSvtgPDdxXfyjV/Jwq+1H15rQwN6OiHph8Vjm+OmxD65BAIBAIBAKBQCAQCAQCgUBg6SEQhHPpzclZeBRNzgSBuq6F0GYwPyuZyKnuy0xORSuZyJkFQviqnrg1FClMSivYIW11tH2tx/Yq/AnkimCsDEx+Ibxmwd60ZdcpVSoc2izKpKJVqlMUJp8moCahUwf3K16BQCAQCAQCgUAgEAgEAoHAUkaAJe1S9i98CwROikDt2uOJix/5j5JDibUjk4QUE9smke2RtpRMMKcPaHBwr+b37tLMvt2anznkiKcjjCadzqgw0ZNftQmnExPRdKRMx77OYLtWZYLrBo5a1lVfSfalcJQTAtyblx1R78A+9fbt0cBpPTut0n6XJp/Lxsbc0Lp+j/9AIBAIBAKBQCAQCAQCgUBgKSIQhHMpzkr4dF4QqKoqRzZTShJi4qbZKe3afK/e/+536l1v/2+9+51v0wfe+y7d+8EP6IGPfEQ9E7wccSwLtR2KhHcmJbW87U09lldy44GjpgNIrQlny9HV1C4lE8/eof06+PA23fWe9+h//+ftevtb3qx3vvUt+tB73q3dD2yRZmYkWHOteJ0CgagOBAKBQCAQCAQCgUAgELh4CAThvHjYR88XAIEmItl0lZJpnqU2+RzMzum+uz6obVvu1YHdOzSYm1LH0c7C5G/K0c5tD9yvg3v3qsqk09FHt2vsnKs0mTRWJphyv5lAVgPN7t+r7Vu2aPO9d7v/3armZ9VxJFQLc9q/a4e2bb5fUzt3OPrpCCjl58qZsBMInH8EoodAIBAIBAKB2san0QAAEABJREFUQCAQuMIQCMJ5hU34lTbcI4Szro9GNw3C7Oys9u7brZ3bt6vroOKtN23Ss5/+FD3lWU/XU25/ojZetVZtRxyn9u/T/Mys1B+oNkmV7bg5V+VSRPYxSHUkUprkUKUjrguObO7Y+qB2bN+q6QP79bgbb9Az7rxTz3jec/XMpzxV69eslhYWND89JQ16otljcCCaBgKBwBWNQAw+EAgEAoFAIBA4/wgE4Tz/GEcP5xmBk93FmJIjmu7/CPF0ftDv69CBA9qxbbtqk7bJZcu05qqrpMlJmQGq4EE9Jn9Vf0FVv6eUWZ0JIZe/Wmwi/x82nfNn+4ZtLtMVxhxZPbBvj/bs2qnSkc9N116jFWvXqJwYz37JQ2m5ozToa7Dg6OasxdvxHwgEAoFAIHAZIBBDCAQCgUDgMkWguNTHVZscIFKVr0hkPLUX5mxLfSc9ixfmlaV23mW1dU0fDtOI6nCqI6lkvWpaGlh4eIuV/c/jXDCfpdkeeAuRbS4W6hHqEPKI1R/5T+HxxFqLi705/H9UYeXyR48BNeE746gcDWNM9hFfEDfy/7AtfqPfiCuUwciZR2RdQpthWaM/TPFhKHI/VlS2QWXeWFw3tJGL8xvbi+VoU3z1LHrWlIVtTDZC85PtxCnlncGByfqI9CGc09OOcB7QqjVXaXKdyWZ3VNWBg9qzZaseeOhh7Ts0o/l+rbLTVavdFkQ0paRUDeB9cvBT7UI5r8f4KhgMNnoDzczMaXZ+QctWrNKGJzxJanU1t++gdt1zvzZv3qL9U1NK3a66Y+NSx37RthFsGPvaokZMnHVEskKeloGzCE2djf9AIBAIBAKBQCAQWIRAZAOBQODcIVCcO1MX3hJEsyq9ZO5U+TcSWw4V9U0IKrsygGD156QDO6VDe6Q9Dzm/zTVzmlqY0v5DB/OSfH4wbyI5sEjzXoHvnzPJ1KzmPvwWaddd6u90G0eeZr1oX3Br96b5hQrrWjAFOtibFRbqbM0Gcs0gb6Hfd5t5N5o2h5232Izyit9lsl2hSUrn5sQ2poHdXnCjBZubXnAvuVHlaNtAg3lbtJ3ssAc6b397JtM925n19oyr7Z7MlczQbGjnXdK296k+tMPdVvZY9lsa2GZd9dUfzGrBHc45cjdnnwYWK2a3Khvp2webzUW50P30q55mXG4Xbcf2nJ+1jVmT2wXNoTFUdTkdMrzKmZ7r5vvTmluYlQOLgg+LSjKNeP5qlw3cI/jt7/V0sKp0yDjOWoCI8oHr6wyCMulL0iNSLXotGMOeo4ItE7RUFuKExHzPnpp4LrTGNd92ZHPiKlVja7V7Pum+h/drz3ylZes26rrb7lBr+Qpbcw/tQoXby3in/LMpeAI6rj7bf+MuPDfWhw5Na8b9diYmHdVcqarnPidWajC2Qvft2q/New5ooTuusfUbtOK666WxCdUzRmRuQTVjWZjTQn/eqHgn8Dt+as6ozc5Is3OSdeT5pdalmnLfj9F7xSsQCAQCgUAgEAgEAoHzjECYv8QRuKQJZ8bea3LSI1GietGQTFz23n+PHnr7m/Xe//pXfeT979Kh/Q9rrFNqfLSr2ZlpOWililW4jRSlBCmRSdih7Zt14EPv1sLBverNz6vvxbnX6taSUs6wVK/VbXdVKpl49TU/P6X5Gcv8jOYhov0ey35BcFLpdhbx4j5AM67a9XNzU5qdPqRZt+kvLCj/bAc6RVJVSG2TJNoP8DK5T0vPxGF+oXZ/fdeXOdJWqFAqJPqpJPV7dnJuRne/9d/0wPvfpp0PbdH0tAnLoFKvbw0Tu2RbZVGpNGlPZZK7VEoS7lV+q0z0pmZnNWeS2zfBQioTN8oRCLRhkZuoXbbUMuFPHnFl8jhwP+a08qbFCJvclt7otFrqeEy0oa2O86KuKR51dLGw3doFPfs8cP+1TxLIAn7JuLjqhP/4SfuW+22U2ra5Zs0aXX/jTdpw/Q0an1wjFW0VJnOTazfouptu1c2OLt506xMlQJWBVfMydocHloRXTfnZpTU4eT5p3R0d1xpHW9dtvE4rHXktJpZLZVudyZW65uZbdPMdT9ZNtz1J667bJI07wlmWSo7Aqt1SSlLHE9hxWSv71ZfPwkgtWy5daZz6PgHT8z6H14WLi4J3Z+I/EAgEAoFAIBAIBAKBQCAQOC0Ezlzp0l9xevWcYGYmBclks/La2kWHkag0MLGbm59VZcLUm5nRgb27rNlTp1VovF16kc6KXKoON2oV3jbZOnDggLZt26a5uTlVDvMVZpk2bUIo1SZPyeSptrRUmXAO1PKKv9vuqDs6qm63ozGTgPFWmckpILs7EzIJGzYoDNWO+o2MttVdNqKRFSMql7WVxgsVo5Lakk06Gjmn2WrGEcUZ9Yq+Bp2UpW4ntbotj6UWL+wihTfgF8mkqPLYkVK1umWhUftE2jGJMi+RkkOQJnEyMS88DtrKLwguUpmMTkzYt26hltu3bLgolbEbbRu/jgTRd7H9SEq2IdvLeDmP/zKcMrGtzC5r18mYFda0C6K+cqZyprZIyf+FeJkDG9da7kJjLljmMSxzZxP2ecS2WyZOJb9T6XG6+oT/hUkVZLPMAx6qkV+9erVuvPFGrV61Rq0RA24/UtnS5KrV2njtdVp/9UZNrFwlFeWJxaMeWnwM7wnkkw0U6oxPmHCuz30vW7FSsj91b6B2d0Tr1l+ta67fpFVOJ0xA5b6J2taem57xnT50SAd27dHczt2O5E/JZzAkiKzrxD4zUqjfcpHxK82Zu5bRfjLGilcgEAgEAoFAIBAIBAKBQCBw3hAozpvlC2i4qJOSyaYQSEvTd5K6I21H34oc1az7s9r1wBbtenCL1JtTvTBn7cpL9xrO5bxUmxCpKAVJ6bba2VJZlmoXZa6HOKlacJu+uVRfGsypvzClgUktZEuOCspRuGphRgNHLTsmlV7nW1duk83JzlrcrwndoF6w3YGlUpUW1DMxXrD9gSN4/WpaHbdqW48oZGmy4CCWUjHwUAe24f5Nfrk+te4viOtorZr7wt/CyqPtjtop2bUF+zin2uOuqtk8fmXCNlBhn0vbSVVPAzNvW1Yq5cBZaUIyyFJXc46ozmhueko92yjVE4SmLGTQarswp6pnH0ws20lu7wrb8MByvm1fknHpuc9+f17J/ZhPqbLCwGOs7XWdU+VXck3LZDJ5XGDYdtS0bf/Yln3QoX2qDh1031n9jN+Y3063q9QqVfsEgwa1/Sy9v4ypMzJirwpPY9/2PRj55X3M74/cPlyVy8/yjf7LVksCDNtInq8R91+y73lelIxjSmp3upJT76DK+5jxSwZ/3vO2e99u3Xvf3Xr/u9+t9/zP/+hD73yn7n/Pe3XvB95nmPZodm7a+4vUcmS30+qoSLVKxuv5yPYUr0AgEAgEAoFAIBAIBAKBQOD8IFCcH7MXymqhZJKJyGnutfZ6XNCVSnJ0p3T4bWFuSvPTh1SZFPamDmlh/15p+qCK+Tkr91SY2LQK5ZepZ0657HJsbCyTEZ4YyiI91T2VJj7dJJUmRB2T004pjRQpb0vunEW8+9HCvFrVvEqTxLZ1D5uXXVPWM3kSBM3kDbtmgJLJZjIBbbvNqO2OF7VKk8O27XQzce2r1IKjsrVGHQLELxE1xP8kE0vJw1XhHkhlQtKbnfHYTRKnpyVHPDuuGGu3rGhf3Ucy2UroZ/uVGF/yOCv77AZ2t2deesDZOTmgqraBanmcyf0mE0e76EBp3xj21DHeHdenli2aCGmhJ3H5riOocl+l++0Yq8Jjr41d7X6Ryh4P3NMAcuW8izNEMuEqrSufGJDnUHt3avaB+7T3vo9o9333aeeWzdars/ppvB1HxUilUqkoJQgf/Rfl0e3C9d52gXTctLRN6/j97P7d1v0fsW0M6KtOhRKE030mE1A5NVv0vihxQiBvly21yo5aRUsQ1LGxUY2OmEx6X5jzXO95eJse8smVLffeo+1bh5dTJ89pYUlpiFmRkuIVCAQCgUAgEAgEAoFAIBAInE8EivNp/HzbZt1cZKLpYeT0aI/DJbXMsfoqi6RlE2Nau3K5xhy0nN6zS/W+fVK3Iy0smLQMZB4mWxE21R840thXv49U5j1IX8lkMnnBblaW28hRSJkkDhxBmnPUbeGAyezUQUHyinKgAmbqaKWQw8ROtHfUrnfogKb3PKzSfcnkDTuVSdX8wf1asAwO7Vd14IBaM1NqDyqVJov1/LR5117NT+1Tz/0MDh5QbeKciavJQ+lxMg66yDYdBRv1GJeNjmjFxIg6Yx0lh0Dr/pw0c1B9R8bqKS6/dMSzb3JoolmaCMoEMSE2NH9orw7u3qb+lEmn2WXpKFnqWdd+VTOHJEinCXLLpChB0Bzh1MyMpvbu1a6dO7R75zZNO69Z94Ftg1yYeCaT1oEJpY686pxrAokZJ/SZEPs69dAWbb3nbj143z3idyr37dqpfcxhbnXiN6KXA/uEkD+eZi075YoKwue0ZjslFYV3FsmeDutz+aJtZ8/R/9C+NEyLsq0ElhpuN+X0n1KSUqn8m6CSSsvKiQndfPMteurTn6KnPfsZeuKdT9CmmzZp44Z1OrBnp4n5A9q1ZYtPuMx4hODs/dknB+rS9pMNXJT/6DQQCAQCgUAgEAgEAoFA4EpAwCvOS3uY8JHUkE3W0o8YTqWF3rwJY18jjrqtXDam8W5b+0yEtpq46IBJpxfehaNC/j+yvJfJYWUy1IMIHrZXeqlemtBBPzLBMwk6uHO7tnzgPbr3gx/QPR/5iO655x6nd2uzbe81QdJBR1IXZqT+rMmqiW22ZZ/mZrV/zw4TgXs199BDGjz4kA5t3qKH7rpLWz74QW15/we09T3v09Z3v0fi6aIQvLl5Te/YoYfvvkdbrcMlkx9+xzv08P1bNPPwDuuZONpngYGJpkxqzZjNjWtxiWvhur4J7M4HNuuuD75PH3r/e3K65b77tXfrVsnkU3MmkI5MtuxnyoZ62rv9AW2750Paeu9dmtn2kHY7anafx7r5wx/QAyaAcsRXxgbMZBI6vWObHrr/Hj2w5V5t37ZV27Zv1QMP3qetm+/RoW3bBBkVRLLE0b5bDox75bSSTHCH4qznQEyKo9CH9uzWw8Zpr08UuEaTq1Zq9YYNWn3VermhTvaCaFJflp7B9Gh2Vbv3gY30TOoXHI3tG7vKZZSfKkUH249NCiPNx/DE6QInJezToFbWpd+F3sDnFAaO1nvO+D1OTIyPqFi9XN2r12rNdVfr2k3XauOa1WrNz2tq63bN79hj6CuMOE5eqVdWtvfYvI/WlwkCMYxAIBAIBAKBQCAQCATOEwIsU8+T6QtlliFYvBg/2uPRjZUrV5hOVJqentaIo33XXb1Rq1cs18KMo4W7d0ql25qMVQs9czS3M+GirO1IHvf5QVRKLl90xAlVOQroxprZv0d7H96mXTse0u5dD2v/3n054rZ7927t2L5NOx/coj2Qzt60IHNRCLcAABAASURBVJyZPGVCJfPVWU3t26l9bnvAugd2PKx9Dz+sPZa9JrEHbW927x7N79mnQx++W9ryoKpt27Vn60Pas327eewezR04qNl9+03u7s1lc46KqjfnvgaSI7G1CZQs8468zju6ODs942jXbm1/aJtlq/3dowWT2c0mydsffFBTu01aiVgy/iTTm5Th7KS+Bo6iHjLZ2797lx7evkPb7ccu+31o7y4JEm4I6Xt29x5t27xZW+67z3oPaf+BPVl2bH9ID9x/v7abrM5AbLmU2GcKSp8EKE0+kcLYILlT55t03pHg/cbi4MGDSilpzfoNuvrWJ2jVE27XultvlQt1stdw/srjqni2c3mS/0xI2y0ii0PdgakYT3Q1Pcs6x0ubsqxwlm+ND8dL+8yj7dYm39STZrxdRpoc3+zmezs9AY7GVybnA5/c8A4gLeuqs3ZSmzZt0mR3RIODU+odMjmFxEta8H4877k+F2OwufgPBAKBc4hAmAoEAoFAIBAIBC4nBLxSvZyG8+ixzJpsVSaUnU5H6nZVjoyIezO5XHYrkT0TGjNNL90HaplkdMqWZPKBJcgKbR0iFYv//FAcVwymprTzoQf00JYtuc1111yrpz39mXr2c5+vJz/5KVq3Zq1mpw7qQUcFD2zdLDNMqVWYB/aFrTGTBO4p5Z7H2f0HNH1oSvwu5uOe8Hg972M+WnfccYc2blivUfux4L4euvc+bX3gAUe0errt9ifp8Y9/vO548pP15Ntv0+rJCe3cvsUk715VjpyqsIOO0qXkjElytzuqVCft3bVHDz24TS2X337bk3TnnXdq/fr1WrdunYOUPd31/nerntrvxiasqda8o2IyYS0cKR3vFOo7esmlrD1H1q657nrdftsT9aQnmvD1ZmUDOfp6vyO0U3v3av3KlXrqU+4wFrfrdvv4FOdXT67QNhPOzY6KDkweZSKbTCxTPa/CIkdKa2/XtaleJkX2w0Rr//692rNvjwqT02tvukmrbnmcNLnKczmqhUGSPB6d5JWSdU5S31QlpSab0+RtCGjeuEhvLfZF991pd/wu4U9xeLyUpaKQ3bQ4db6wJM+98n2v88r3vo50tDA/67Zl3u/FJeQmmiPtMRWppXgFAoHAhUGg1+vpe77ne8Tn9Cd+4ieOdMqJJIT6pvDXfu3XlFLSd37nd+YnpVM+NzenmZkZslk4iZozh9+abfQW+Jy7nCs8DnGiyXmOhU25N4/8029zewLHRXw5UukMfVLurPbv35/9mfJxie1G8vHCG03bxW2+/uu/XjfffLP+5E/+xBrD/2PbD0sf+Y4NSjgGMw7yCP4i5Jv+eKr8Ypuc+KX++7//+7VixQq97nWvY/OIgBE+Yxtcmgrs0i/jpf5wuX7zN3/Ty4JSv/RLv5SLmn7ZoA362GS7sYdttptyxkA7dCmnHeleHzNJF8visaDf2MLG4jraYHOxjR07dogy6hrBBnlSpBlbY5d9Z3Eb9pOmjnbk8Ze2bCPNOMmHBAKBQCBwKgS8Uj2VylKvJ0ZjSYv9PLrRbndVtjrDyqKUJsa1fNVqdcbGxRfoAUfqzA5dXys52pa8GFc1UNUf5AMriwNXKKXkBbrtzs1r6sAB9UxkuzZ388036eprNmp01SqVy5Zpxaq1Wr/haq1ZNalRr+cP7nlYs/t3SyZRRS0pFUqtUl2Tum5pymWTq69aqw033qBl69eZTC1Td+0qLVu1Up2Rrvbs2SO+5FeuXq21GzdqZN0ajZrQyQSuvXqVRk2i27al/rx6PFyHezETeNhwSnRrjtFXq+xkv665/nqtXrtOoybFGzbdoGuvuU4rba9amHWEdaujqo76mvQR4ZUJTNv5ZNstk0H0Nlx7rdZdc41G1q5Ua8WYZCJtJi2Iccu4rR4f1/q1a7RizSqtmFyulR7bpOX6jVdrg8cw8KJpz66dxm9GtUmm34xNrWT7yRiZHcv8WMNXrR07tqk02dxgjCevWif55MHc1LRm5/tKYxOqVQxVz+LdCJ1Fq6NNzr7nozYeU84D6HuOfbZE8j6ldkcFJ1Y811roq9p3QA984L3qVz2tWLta3WUTUpFMQHuqHT3tFKWKx+RANA4EAoHziQDEIH8Xu5ORkZFMehpiMO7vWohWQ2jYtpo6/g5A0Ct90jKlRLFGR0dzXd7wG8c/SAP2ly9frobMUL5wmLBCMNnGjpuo6+MNfkxMTPi4MrxNBBsNCUpp2FfhY0er1dK2bdtEHbJ582ZMZKF94zcpV7AwVogPeXwfGxvLPnH8o1Hl7/7GL3ymjDbUL/OxF5sQZ8bB7yxTj2/4n9LQL8oQ2jMW/EQgmdinnH7xnXp0Tya0wf5ifezRhnLsghfbEP+Ukg+rhQ97tehLfq3y2sFJPtaDE3nGwrgYL7YbmyklUce4d+7cKQT8Ghvk8T+lpFe96lVHCDI2wIV25JlPsMEumDU+okO/pNShQ55xUp7SURzZn/D1wkv0GAgEApciApf8ehNyUkOwQP/odyFblkJFKpUs/bwqL6WxCS1bY8K1YqV6/vLcsf1BLRzcJ9U9S6Vq4JQokVuXSkopuRxa4zQZrtmZfGnqwswhjZsQTjhCWCyflMqOW7Tlo7pWmMxNrljmdgNNH9ibf5qCaKEVhv9lsjcDJRO0XpJG1q7VyIZ16o+MaL6UbFhavkxFd0R9DtzjY1p27UYt27hBctn8SNuNLOOjHs6ouUatQW9OPUeynJGdlgee07LTVVWXao+Ma826q7Vi7QYlfK2SbYxqmaOzq01weZjQ3j07tXevybEP7EXZEq8RLxpaJidtE8tJE9w1G6/V6Ko19sP9Gw61nc4veJz7HWGd14T7GxsdUS43iZQjpGbuGhntapUXNRD1PVwybMKe7ILQsUA46e+IMKeunzPelUl0y/17tSONjqkcNdF0OvB8VEcanH2mcNOzETe7qP8D975gMt5rlUMYZ2ZV79qr2fs2a/dH7naE/T7tdYR4Yt1qrb3hWmnFuNS2rtuluYFafckQK16BQCCwNBGAtJTl8DML+cBLSAWEjPwKR+9GfNwgD/mEFEAq2KYtaavVIhHbkJ5du3blbQhPQxogHfQzOTmpzmHCihLb9JFSyu33+AToYMA3j7Ie29hY7ZOJ6LNNik/4ePXVV+uXf/mX9cY3vlGveMUrqDoi6OAz9iC8XZNZSDP5lFImm/iEn6SFj4UpJZGXX7TDBqSIvlzkQ0T3SD3kjbGDCTaoJ48uWNKeFHuQNOyjA34QRUgW2ycT2oAXOtjFl5R8NPMxNKXhGKjDFrrkmT8ikvjSRGIpB0PGTx7Bd2xjlzbMG3NIHVhxdRKCHvYR9MEPXL/2a79WP/ZjPyZ8og3jBBPykHrmDbsppYwZ/aCDn6TsK/RHnj7QJ08bMFK8AgEQCAkEThOB4jT1lqQaZLOCmJiwmL09wsdmIb1gsjIwgRyYmeTjZNGVlk9qxGcVR5ct08yhQ5rivkJ+09GRoPxTIyad8JsJn8XlSxhJPtjJaEHqpg7ulxwBnVwOqazlI6MPxgPNzPXU8yJeI2PiwNHGCUcIF7jUta69uKfAbtqZ2uRwYDI2Mjquojuaf5RkXzWvvT6zPOeDldodtUZH1RlbprI7Jo2bZHU7WlBL07a14PGoKNXptuSglV3oWdy5Dx7CV7oa1CrKtspW23pjKkzU5O2eyWavV0kLA1YNGjEOYyax9WB+SFptX7xMJLmMuD8/54hYZRujKjuj6qnQoO++TJglR4PnZtSfnXfUNmnZ6IhkIi7HHlUaMAipCbYcXVu7ZrXarZampw5qatoyN00vWWrbrFPhmUxuifMUV2rZRLUwr7mpQ5IxkzVa7SJjWaFyiUsz0rNJa4+95/nuG7s57ze7djysj3zgQ/rwe9+vrZu3aP++fVp/9QZdf/Mmja1fKxk3+URCx/tnoVKDub4Mtq3EfyAQCCxFBBqiBCGEOHRNykZHR5VSyrc9QIwox3eIIcQAYbtj4ghJIY9gi+PSWp/gZPu+++7Tli1byKqJCBJhhAhRCKmAXEBSIDC0v+aaa1SWZX5eATqQJEhbY4dtytFPafit1vQJqaMOIkOK4DP19PMwzzBYdHkp/aADkSJF8KHg+OYNyBBjJ7rZ6DJeMHF1jgRCSNFDKKMupSQwpA0YUd7gSx6MG1/ZPpmAEeSNNQJ+YReb27dvz83wDf/Blf4oxDY4MU8N7vg98AIlpeTzs3OoHRFwYRzMG77RJ3OHPkr0TRn5lIaYg/F1111HkYgsQ3DB4KqrrsplEF3mDbvMAYVgSZpSEmPAd8gr5ZxIYD9gLLTBD/pAPyQQCASWDgJL2ZNiKTt3at8qEd1EjhBOf98Wqr0E99DqIhPByiStKlpagKHKCl5wj61ep9WO1lUml/t379SBXTtlFqXChMjsSgN/+XNA4MucL9nsi1f4lYlmb2FOcKj8RV24n9RSVY5ooWhr4GiivKgvxsc1NjaqjtlgBTnDAP33bcSErjBZg5BOTCxX5Xaz3u47VaerXlFKqa1We0S19WdmfADq1ZozSezb/8IEtHCd8NUErDBdlYltSraNPwh99Qaad5uiNWKz4xL21VJ7ZJnaE5MSBNRkXCaIy8ZHxaW5vZ4jvB6jlY2H1JuaUm3CWVgvpdJks9S8kqpWW2bVkonOgvFgPF2Pu23SKBNVr4Y0byI6WJjVDPdsHpqSHCkdcTRu1GNstdtqd7vK/aj0jLU8kmGayzx3qislY1dWfbUHC9K8CersIfWnD2nA03/dygYe039yr49FHlPnuXEFms6dTSp7X1iSmO5k/FutjtqtrneNlpoFUOkFqjesXA3F89hi3ymS+43/QCAQWKoIpDT8jHIcyscbO/r6179e3Bf5aZ/2aeJ+/8/7vM/Tb/zGb+iBBx5wLR/xSjyf4K//+q/1nOc8R7/9278tCA/HMVLIyb333qvP+qzP0vOf/3w99NBDuR0EAvLHd8Pb3vY2/fiP/7ie/vSn6xM/8RNFX9/+7d+u973vfVkXX/CJ4ySRtJe+9KV6y1veon/+53/Ws5/9bH3RF32RGoLy0z/90/r4j/94vfrVr85t6YMMJI8+f/EXf1Gf/dmfrRe/+MX60i/9Un3zN39zjoiig3BMwmfyjdA3pAgCStm//Mu/6Bu+4Rv01V/91fqyL/sy/eAP/qAgZYylLEsh6IEBKfLud79b3/qt36qXvOQlesELXqBnPvOZ+oqv+Ar9z//8D9X+yixyerK3ro9h3GqSUhJY4CvtP/VTPzVjBrH7uZ/7OX3jN36jPuMzPkPPeMYz9CM/8iNHTL7hDW8Q95l++qd/uj75kz9Z3/d936cPfOADuR6ix3zxrAUK3vnOd+q7v/u7M1boP+tZz9IP/MAP6O67784Emu97+mZeP/MzPzMTTe7n/Mqv/Mq8n3zbt32bmHcwBycILP7+wi/8Qp4f/GgIOf19+MMfzn4zN/gGTj/6oz+a7VIPISUNCQQ2K+HSAAAQAElEQVQCgUDgdBA49Tfq6Vi5yDqVidZR0mnS1fhD1sQleSGeIGilo29lSzKZ60yu1qr1V2usO6JZR894OuzAKSTHRxpxgDs0My0ObLUPJmpeJovuzov6lkY6XckLfJUt1WVhs0UmYzLdldu0zUprk6b52RnJUcvabW3Q1aVarhvzGWjzRPVm+3Ig1lRwRF2NK6ltclWpmjVB6CdHD/tyB2o5OltYq5NGJZM0mUzK9muZJEI7uEm0dFVRqkqFao99wUS1Lm0PgjgQbjgmaR1joMJYyCC1Wx5PqdrEru9o7AC7VSHZvzGPb1lnVOMjoyqLtvp1EtHVyn2oVdqNktFq4NDu3Mys9uzYoYfu+rCjbO/Wu97zbr3zXe/Su9/zv/rQu96p++76SH5AUkpJNC9TS3VKlpYGqdTAlqrDosOvtZPLxH2kcwf2SlMHpKJSe7SjiU6p0hHpQlfui7GPlKX3hKR2q6uVa9fo2sfdpOssy1etVOX9bdvWh7Rv6w5petaT73/PrXcZ1d4lUruUdzbFKxAIBJYmAhACPGvu0YO0vfzlL9d//Md/+Fzfgl74whfme/8gHhBC7pnsmgQRQSMPwah87IHkFUUhSAL1XOpKHdEzCBN9cEUP6a/8yq9kovqTP/mT+uiP/uhMxiAnr3nNa/JlsRAibKWUVPr7h74+8pGPCOJI27vuukspJRFVQ48IG/X5+Cdlv50IMvZSE1XaESV8ylOekiOtf/zHf6yv+7qv0x/8wR+gJiJqkMsGC8ZDHtstnzj7sz/7s0xwsXP//fdnoslDlz73cz9X733ve4UONjA2OTlJoje/+c2Z6P3N3/yNIHSQwY0bN+rv//7vBY7YzIqneFvwCVeIJgIWEGCw4ifSiHJ+zud8jiD+YE45mP/u7/6ufv/3f1+cOPje7/3ePH+33HKL0OcS2F/91V/NvY6MjIgxsgGRhDD+5V/+pfATUvnc5z43E2sI/1/91V+hlkkzfULeGRcRSsb25V/+5Zmo3nTTTXkfgMyCOWMFb+YU/8EWQ//2b/+mL/iCL9Cf//mfCxsf+7Ef6+VAR+DKCY4/+qM/Qi0kEAgEAoHTRqA4bc2lqpik2iREqkxcTFdqyUUavgp/YbfkCtVeltc+OKlom9iUqiBhY+O6euP6/NucU/v3a+/OnRwNJZPBwshwmU9KyTa8oeGLgyYHgZbLc0mRtOAo3Lz75aGpA5VymFPyQR5dDaojB9iUXFfbFm1djtuDqXmVvUJdM4C2yZY11BlYxxyS++xWtMY05jqZbLadlrZfWK8yf9BcpeR+k4lF7fFXJoxmjXarVipaSu2O8mWqjrpWbleZZPZdO2vbvUFt12rJelKyncpcrpb6tmnf5KxMOlOrrVHbaRel6tzGQ0uFqwvr2lpZ5DO7A0dGa0dGK0eGIZ/DA3FPZSs50jsmDvqlFycrVqzIZ2PB9tDCtCqTzsq+DUykK8YlCZ+dyEPStRs2aHmnrbn9e7X/oQelnTukuSnJUVUt5FhrVn1sb5Wbn4242bn4zwzQ/Z9hytx3a6m01EkqxsfUWb9Oy6+7WpMbr9Lk2tWa2ndAex7cpsFuk/VBqcInHXqONM8XkmPX/iyciwGEjUAgEDgfCPCdyclPbBPt4impXH4JYXnTm96kX//1X88Ph3nc4x6XI3NEJtHl0k4IDvmUUo5wcqksD5mhDAIEoaEM+xANhAjXW9/6Vl1//fUi+gaJI6r1h3/4h5mAvOMd79A//uM/YiIL7SEkXEILaYEAExmDZHFJJ7bpB1LL/YY0og9SyN4//MM/ZCL0X//1X4JoQcZ+6qd+Kh9TvumbvkmQV3RTSj6k+jvSG0VRHMkTyYWkEcn7rd/6rawPOfvbv/1bQYwg5vjA8QZf3Tz//6WJG3pEOBnjD/3QD2WySZRv8+bNYrxZ8RRvHZ+UbY5tHPPoA9LJXEGoweaVr3ylIOI8pRdcmIMmkkvEkntcIdf4fOutt2aC+u53v1spJWELF/CHsX7Lt3xLjmYTJcXv1772tdq/f38ug+CjS3T5q77qq3KEeWpqSpBNxkc0m3rIOr4yL29/+9sFYX3Pe94jnpzMSQewAlN8+MEf/MFM/Dn5APlE94Mf/KCCcIJkSCAQCJwJAl52non60tNl0Y1UKfMTkdZ2kzIn+Uu7Vw18ADM5osCEr1bSnFfoRABXXHuLxlau0azJy76dD6nab9LpsOOoI5/JBKjwar6QD3SQAZNIokYq3JncX8+r96KlhapW32TMxwcfIFwHseXpuI6qVq7vm1CpbEmtQnK1rK/5SvVcz0QvqdUZ0ejIuAq1hG9tyLD7H3MEtWVyl8dSS7WjiBwoKkepSvllMlhmgxiVWDDYdckENNHIEche2dKcLcvUohhJ6hSSg4NK7qMsO1JhXIgUmuSWGrWbY3KlRVJvTvV0T/OOwPZmFtSfm3NhX51kG60R5zuqHQWem5uRObNGV67S2psep+ue8nTd8dzn63kf8/F68h1P053P+Sjd8uyP1vXP/Cjd8Kzn6oYn3q61a67Sss4yI1uo8hhtTDY7lNpblBk7LVut7uRa1d0xPbxnnz7oA+O9b3uL9t//YZUz+604sHh+hDjb/GOjkaZsUUqVcptj2mWsDNIj0kUNPUM6Ik3fw3psnkyGWvSHGHcuhaaQsR5XqMQX0uPLnMPNC94fOIHQ836etcbGtPza63T9Ex6fyT4Rdn6HVezDGeSURz7taHbWX/QW2UAgEFg6CIw4ysX3Oh6llASZK8tST3rSk/L3PeTl9ttvz5EoCNcnfdInoSqiVxAHyBAFEEzyDemDGC04OodtyCkkDmLG/YVE3YikftzHfZwo58Qp5Y1tfGhIIzYhNRArLmUlMsl9gtglikZ7TjJim6jfwCckidZyOS0/+UKklctY8ZHoH/Vf+IVfqK/5mq8RROrf//3fc6SUemyQLhbIz7ve9a4c2WvsUP+0pz0tEykIIf1ht/EZIgUxJwIIGUOHSC/tIGpPfepTRT16lJ1M8AksGx36ACu2yUPMiEZCQCkjinvttdfmKOXrXvc6EeEFJ+xA0LlMlrlrLo8GXwjwP/3TP2mDT76CMXbAj7RpDw7sC1wuSzlzwLyklNSceKAN+wQklnkhz+XOX/IlXyL2C3yEuHPp7r/+67/mS41f9rKXCXyYC3yBID/vec/Tf//3f4uTBfQVEggEAoHA6SBw8tXs6Vi4iDqFV/dtr9vbVami7Koy0asyGUwmcnYM0tVOqstKVb2g5EikS03rkopUaLbVkZat17rHP1XjK5br0O4HtfDg3dL2B7QwM6/SpG92ap9UzSlf8+ooXjHacXlHA5PNPg/dmR+oPTqmopVM6aR2YTJRLUgmaa3WMtWtCY2v2aBpt52rpZlZR+dMOAsTzsIsbXRswo1KTTtiN+t29lTz/LZlb9rlshmTOS6ZbQ1Ud+RcT71qXuaLksfb79Uqi64K/5WppWTyKo9Nsg+tWoOJFZopai3M7Zamt3kc+5QWDpiAQ5YkVYek/Q+rnSa0MD+q7sQq9TotDYqeVEppZIUjm6MaLPRV1LPqFlPq2Iui35Gsn1Kp0bGO+sZqj/wyedfKdernMGpSq7Nc/flSqk1QR1dL3VXS+Gp1R1d4HgpLaSnUNgXqHJYiVaqLttQek1ZfqzW3P1urHv8MDcbXasG4T+3apm3veYvu+e9/1vb7P2Tce6aAleT2SG9+wVx5ToP5virP0cCErOo7BmwVFkIDE69e3VMfgmZy7p1DqlOW2mml5KIiy6xtUVZzsqFnTGnTn9dg5lCWamCccs+15h3h9e6gWfd3yP0y3/Ouo4y6Bdr1F1T3Z33yYMaYzrqW/8JvJxD7k+eTOT1GqJqxP712obLTVfJOMZi3PzO2a180NqaZ+Rm1xz1/3n88KVK3VHKYs/YJklXLjK97jv8li0A4dhkgQESJ7x0W+n0fgyBwEDTKGN7AJCylJOobXcgCdWVZijbkW/6+hwSiD1mDNEAUqINUcb8lttnGPrbYxhZtyVOH0BbCMTExoW63S5G/LobfBzwYiEtpISDopZTyLSaQosVEJjfyGz5CkoiKNr7iY0NksUE5l/Wi6yb5fk90uD/05ptvzva53JP62dnZfE8h9URyGRttqCNFIOKM5/3vf7+wT8SQ8UCiqSc/5u8/7l8k8selxGBCHe0gv5A/sKGMcUEQyd92222ZsNMOvylrcMI+5Sn5eOEKfAJbfGX+6AMsyDM3bFtNjL1JwZf7ZiGC+AJO2KGeSDW29u/fz2aOTBPRRp/7P5lTKogYkyKMHaIJ8WaclCH4kFI6cqzHF3DjAUDNvoeP6CL4CAkn2owe96FSzngnJyfJ5gcacaky/hE9zoXxFggEAoHAaSDAKvc01JauirmkCq+8a5MELmmtD7s6PBzIPKISUc+UkjVc6wX5YH5es/NzWjAJ6XXGpeVrNblmFWtxTe3aLp9SVbvVVbszprFxE6U0sCGLCWrZ7aguW5n45If5EMmspGIwr07VV1fecDpz4IC2PfSwphwZLDsjKk3IzM00MtaV2m112yMaG5uwHyZLJkDJ0UgOnIWJYyoLyQRn1sSzbiX3lySXFV5wtDsmlc73Tbx8NMrlHLSK2gNnoCZFlclrz8S273TBxXKbNkD1Dkhz+1XNT6sy8ancr+hj9pDmZivVGlGrO6Gi03bsbaDKxK9SaULXMXalLdVe/EyZUB3U7LQt95KUCi9Y2hrYz10HD2nbXtNO+95yRFL2tzJhaxk3jS+XjHXPfs/PLqg2IRMLLQ1fpeip8uiNn4vI9dXSoDReJsGTG29wxO42Pf6Jt+mm66/XunHPT3/apHImP/Y9uY1BcxCvUrss1So7KtvGKpXePwqllPJJiJScIh5XSim30uGk9lbNhvcnoERGPG+ynodkuKc1N+0TAQ4jl8aoHOmqKAu36nu6+iqc5bbIgoxLZbsuUvLkFIzPG6VxYjvZhpk4WsZdj5JcYTTsirNu6Pdj/ysXzPd7wk9nGZHH3JZGRsXjkhd27HD0vVLRbWtkYpnLuzIYKm2uUybre1PxCgQCgdND4My1IE+Fvw8QiAQWWv5eZJtFP4SmSamjHIGETJgM0r4sS6rU6XTyQ3WaBwFBAnjIDPfgQSLQHx8f93d031+tAx9fxoQdSBL9NGQFY/TBvZcQLoTIFpeAUgdZ+7u/+ztxGSXEk8tkP+VTPiU/zIcoJAQEu+ieSvCdfhk7BBB9xgt5xSeIHjrdrr+bqLRg+8Ybb1RKKT/QiOObi/P4SRFspJT0v//7v/7urXKEDpIERtSnlEhE25SSD0WtvM3YePAR90tCViF/KaVsGxIH+f35n//5/F1PpI+5oiHRQeZixYoVaghwQ1CpP1/CfELuILHcP7lx48aMC36llPIcc9krc8hYGR/kE3/aXmc0eLANZqTMO2OlnjaULRbml7E142R+mnowpi1lzf7S1EUaCAQCgcDJEChOutavqAAAEABJREFUVnkp1DWLbXz1ul7DwwxbQ0leVqdUqjDp6bIQhyj4AM4X8YjZQZEKyVHRVevWaXTZpLbv3Ku9D+8U92TO17WJgOsHlWpHJdUq1R6bMHdaoWTCODM9JzmS1DJxmrCuY5UmNQNpbkZaWFBpQlcqacXyZWoXySSub3umCXVfs46M9W26n2qpLFQU3pBcX4svc5WFBmYbdNuH7SCub3k8nVZbZaeUj6JCN6WklJK6Hg8+Fq3CnLal1uiI/alcVFiS5H+5XdeRrdFuW2Zrks+4T8/OaW6hZ5tdjYyNqihbqqxcSc63VZelCi8IOqOjttt1n2112iPy0c4OV0o+k8zipywLzR46KJnsmlEaA+PQszi6rMGcZnZv09YHtmi3iVCPnzg5PGZ3c8r/1sS4xq/aoJFrrtXEqlUqWi1D3NdYZ1QElWvjM/BYkuFUUShZPASlJKXCIh1OkwoltSykOs5r8T7VM6FDpXR/HPxHxscF7uBW+Uy8fKJBVU/JJxmIbpdGrlPWtl85aquhmLi3vXOWnl2HNY0L+828SgxbPydn8ZZsjyilPVJdz2l22icUDvvb85w++NAOWy/VGVum7rLlUtmWGFxdePQyDopXIBAInGcESn9/0gVkAKLQbrdzBA0CQFnh7yqExX9KCdX8syMQRchaQ9So+JzP+Zz89FgudSRCxxNGuSSSSCH3c0Li6IOU9pAkbFDWMWHFBgKBgUThG1ExIlt8h0NuuK/xi7/4i8X9lPTxohe9KD/Eh3sRicpxGSw2sE96KkEvpaSGVEJmGDvt6JsUP0nxmxRSA7mBGEKmKAM3UnCCwMob6GCj2XZR/qevph8ILBhQgT7tyfOEX+5J/Yd/+IdMXInYcY8s96hyOS1PvUUPASdS/KY9KaSZsvMpjIF7N/H7O77jO8TDgXjgEWTvQx/6kHi4D5HN17/+9WKe0AMPfKQt2JPiY4MjefACk5SG+xtlCOWcvCAP4aQ9JJvtZo7og31ympOvVIQEAoFAIHAaCBSnoXPpqnhh7SCm5kxE5hf66pk4yiSOBHLCwAa8mZGMrpjUVddeo2JkTAfnehoUbQ1SqQWW5SZgMsmT9YgeLVu5WuXomPY5ijm3Zau8ejB5SNa0telDmt+5W3NTh8RBngPnStuuVYl7HfuyjsnHfEvqeSFSEIUzmUmmAJWJqxmBZEsyQS5dV5VJdcvTlJyqduuBONjhihxhG5hgzTtqy0FlHhJXLUj9OWlh3jKnuhpobnpGDz+8XXse2Kzezocl9AYLDm7O6tD+Azpo4jwwGRlbvkKj48uUPO7afZVeGC2Y8XI56Iwjk4bQpcn96/DlqHbVeOIrByUI2cz0lPbv3qWKJ8qabBajJjmDvmZ27tDmez6irVvu08H9ezVwJHY4Vts45r8wVk2Rh+esx2/YfNpenkS37bl/ilv5bDMHv2RASiXJizeBVXK9/2s3xUUg9ebw30aT/OdxyhXUu0h1KlSloUrzzkKwKSo8T5Wj49vvf0Dv8Zl1FisPP7RVC3NTKmG9jhrLM1RYRlpJyScVUt1zDyblqrRwaL+23nu3PvC/79JH3v8+PbjlfomOm86Ok6aUjlPqIp/gkOd2xKcxWvJcz8+o5T6UbNA+7t13QDv3HPDJkVUan5iUOiPuq/D+4Ho353+ADTIhgUAgcF4QgOw0hskTXYJUQaQggBOOYnKcyN8z/qyTos9DeCA5RAAhD0StmgU+Ucef+Zmf0b/+67/mnw/hslHu4SPayUNpaA/hWvBJT9Lly32yicJFwnc1/UIwIJ5UsY3N1772teLhNdx/+LM/+7P5p0O4D5H7CyHI3MNJG/yj3akE/yGLjLvRBQvyjQ36ZrsZP6QHgsN3Oz5S10hKSdhstrENls12k+IrpAqb+NuU0/eaNWvyGIloQta5jJbx8fMfpE9+8pMf0QfHN9rjC4JNju2UnU9h/MwhY6FPotucBGBOuacTX/GdKDT7VuNLSsPjBr42WEEUqa84OZvXGlJKQ72GPDMf4CO/6I/2zuZ/sCSDPeYLYbuRSAOBQCAQOBkCXo6frHrp1x1dPh/1la/QWn73l2nZHTEfGpPfVKdSsvClmlLyUl2WWhULb0fsJq6/Was3Xid1x9QvOpqtoQ6l1B1VMtmwAalImli5RqPLV2p2fqD777pbu+/frMHDO9TftVN7HtysbQ/cLw6YfImvWrtGydG5vqOa7lqtjgmYI5F9Rx9nS6lnklCbOMgHgZYJTzJ1dWBUMtHr1dK82TFcSya8yWPqm7yxkOgtVHa+r7aJRNHpKqV09ABZSJl4ONrFWBHacC/I/fffq+2WPTse0oF9e3XvfVu059CsWqMTmnSUd2TFCtVK7r62Z0Um1jIJr1pd1WVHUkelfantK4THA7KvLh0ZF4snFglbjcHuh7dpMOVo5/7dOrD9AW3buln79+1R4cHx+6RcGlz1erb3yP/0yE17crjAuNsxyax3ZmGgyicExpctkxmVFQ63MgbeyP+VlTORpAo8cukxb7WshRRiPNUx1WyWRZlx7R/2lYMulxzt3rVXszMz2mbC2Zs3wXc/AxP9wfy0mw1UFLWSI5/zPgEhk3uZhFZeAO7zfrLNUd79e/YI8mzlM//3/spBv/B+szC9X5o9KAhul8u152a1a+s27dq9Tyrbuub6m7Rs1Tqp6EpVUmVEU9Hyu1R73zrzzqNFIBAInAkCfPeiXxRFfvAL3yH8diJlfF+ScqygnDzk6L777sv3NXLJJ+V8t0ISyaODcIz5qI/6qPxTFfx2Jd9LROmoQyAYEAaEbfQhruQhaZAZopWNf5RzGSnkht955KmmpU+KUo7QFpJBlBOytbiO+uMJfaPH2BkjOoylIXD8XApl+IP/jQ7HqpSS+G3M45FJ7NEOkkUbHpjDNqR2y5YtZIWPkPRutyv8zoV+wx5t+O3OysddF/mc8UHRJ3kErGhHPd+1zTyRX2wL3fMpjOfaa6/NXfAkWTIQQuYCDIl0crKZMuoaoR31+JpSysWNDmNhjpkXxkNlSkMd8jfccINoy1N8UxqWc8n1Mo63VuDJwfTPPbfejP+liUB4FQgsOQROtBRfco6ezCGvo3M1X41e5+f88K3Q3Hzf0UoP0ySpZwLpZbbkg2jX2y0rFV56D1KRiSfRy9HJNVow2TzodnsPzWnerKXvhTmkb6HqSyY6nZUrtXbj9Vpncsq9lDu3bdf73vseveud79C9d3/EEcMpdceXa83GazWxeq3U6WhgokXEsK9CtYnCVC3tmV1Qz/33TQz54u9gW22R56cruEVyan5Bsz336zYyGe2UHXXKlvIB1weDKROwQeHtzqjJRKEcBTTRkA+yRECnZmdVOr9m/UatXrtOHF8feugh3X3Xh8XBfvfeg+pVpcZWrdbIGvvadf/2kchpf5A01a8cie2otv1eKnIfLZPOzkhLapdScmoZX7VW1914s1auWiUOgFw6e9eHPqj3vuud+vAH369dO3ao22mJBQ5nZltj48pE330pv4r8fvStylnDJETGSYX7K0sNPOFErivH9PJ4UfAZWy6rRc1MT3WqZDV5CFk8jcqvlN+PvNWpED0hRwqPyfSNwbCoUNcnI9rtrnehtorCbQEUCwknpKrZpsySt3OZVHi+ylSoLIo8h80CYGj79N/ZPxB5n+p2W2K65cj2/J5duu/ue3T33fdqZq6vqzawj25SZ9kqyfuNPE9lVh72hf/DXLwHAoHA+UIgf1YPG4dAQpIgD295y1vyPZZUQW7a7TZZ8fMiED++O3gabafTUUpJELLf/M3fFD/pgSJROggHeR4oA8Hku5d2lEFQIVaQBbbptyENfPdDsHg6K31TD/Hktzv5XmpIDuUIJAVdiAyEkTHRnrqTSVmWQmjX+IU+pJX7NBkLD/ChjEs46Zv8f/7nf+bvUogvxJiyxYJNfHjBC14gUi41hSS2Wi3x8CJ09+/fLy43pTylRFGWTZs2CSz4zU3uSaWQiCE+kf+DP/iD/FMztOM7krE3RJ++0EEgbaTnUwY+rjEeLnkm+kwkm/6aOWMfgDjzkzJEniHY1KeUfGgciAg5NihrJKUkfGcs4EU5+xgpwryw7/z+7/++mnr6SSkJHPj5FnAh0o5+SCAQCJwKgagHgYK3S1VY4lf5OOJhHF7wswnpTLXLVGiuP1DLJKFrAljxhTkz6y/bWX9xzucHqtQefG3iksmoF+TdZSu1fM3Vmlx/jSavWu9I5qQJC3ZMXN1eqZTaHXXWXqXrb368NnI2cPUaFV0TkHahkeXLtWrDRl19k6Olt94mLV/lHlqaG1Sin1lT21mzm87KtRpdu0Hjq1aq7LTlo6a9KOxxoYGSCkctJ0zeVm28WqMrVkiu4YCNRsf9ly0XlW3NVoXaEytNGNeqanXEA3kGs464+UAlY9DJ9++tzFGuNRuu1aq16zU6NiFeEKmN192kqx0Fm7xqg/I9me6HumRyK5Ojafstk8O2cenXLU0bPx5mtOAo48BEbGDiPihH3HZCYxuu0TWbbtTV112v5ZMrBcmG6LXb7Xzp6zXXXq/1G69RZ9kyD6eUWl09+sWMDEuTE+5fJapb9fsS2NPGfS4MCs2abHtVIjmSWEPIE22r3G/PEeXDW9A+DSRBPikzvN7yvzvwVHhetEhq57OWFaSeTwYUJogscJgjIp2dTsfEs2u9Qld7PN3RcesmFa1SLY9VDNqMPaVkrB1dd0TSO5xSUWjZ8kktX7FShccx45MJOtMXttyGxYJDlB7UvOQo8u7N9+q+j9wlzvS3HPVezz547SZ5hzTOnp+6pbow5sYwuX1haRfpCBTejP9AIBA4Dwh0fcIPs3xmuQTy8z//8/NJOX6SAuIH0at8Ugqyx29rclksC3suleXySdpCHHnIDb/ZyG8w8rMUlEMESN/73vcKMnnnnXeK7ytIBpeLcoIPkgLB7fs7FKKBfe79ox16k5OTZHNEFbIByYAE4i8VEF0ip//+7/8uIlt8x1DeEDTypxLGWJb+/jmsCIniJ0mw99u//dtqfgaE6te85jWCWENAP+ETPoEi0Z4M/pKmlEgEntyLCUGnHWOEdDNmLgkGUxQZNynC5bIQ2YmJCdFmcd+Mkd+gfOMb3ygwQH9sbEz4m1IS900yZ8wPBJ/68ynsO9ddd50+4zM+I/+u5u/8zu8I4t/0DTHnZ2wYK/OCPv6ANZdFs1+BxdatW73u8brAlYwHPY7LKQ1xdHGef1Iwffazn51PSPNbqRB3cIfM/vzP/3wu5yFSRJ/RDwkEAoFA4HQQYN15OnrnXefsOsD9pKP04Fgrha678Rbdetsdetxtt2v5NderPbFM7VZXbUfn2kWhuV4vt69kW16Mj6y+SutveYJufdozdeczP0rrr7lWLUf3CpO5VLS14KjSzMyCGUpSWr5CqzbdpI1PeILueMYz9PTnPU93POvp2njLTWpxGaOJrroTXAWq+R7UprSDhV1JnNYAABAASURBVDqd5br+cXfkPibXrVPhA1pKdSZGyRrJZK8cH9f4VVfphic/RRs2bZKZjLlVpcpExp2LV9Vb0FW3PFGPe/Iz9bg7nqbVJo7d5ZMqu6MmGiZBo8v01Oe/UJsef4e6Jppp9Qatu/FW3faUp+nZz3menv/RH6MnPPmpHu8T1Sa6CQYVfkhlUahod0ycH6dbnvRk3Xzbk7TGhHFibIU6h/ErWoXUGlHPVLkelFJVaMTE9JrHPV43P/1Zuv3pz9CTn/Vc3en01jvu1FU33qTR5SuNd2lpCTxr+szCiIaSXFvkbKVWUahOSUQ0VbiP7ojKzphq+9aHLpUus6QyKeVG9r/2nBKNNqLKgrGatyxNzkPN2yd7K220xL4bzc/OK7Va2nTTLXrORz1fH/0xL9CGa69Ti4dR2ZeiNer6EfeYPOcDqWiLeeub6dYm/+0Vq3TtE27TU57xbN1+59N03eOe4K4Ly9n+V9ruiPp9jlZDNvfu3iMWj0984pPyfj9irO2EzL2VffA8eV0rTjQM8n50tv1Gu0AgEDgTBCBMkB4W+V/7tV+bCQwPp4Escf/dS17yEiE8rOdVr3pVvvSWhwCllHJks9vtiogSRICnrH7913+9vvALv1CQ1s/+7M/W93//9+ef3mgIGn1xbx+/KclDZr7xG79REFhI3ite8QpBbOm7KIbfPzxECMLKT2y0Wi393M/9nCAX+AIB+9M//dNM+q7yMenaa689Qk5OBwNID+SV71H0IYUQJn5TkjH94i/+ovipDZ6K+13f9V162cteJu6Pp+9bb72VJj5f18sptpC84bfJyUl93ud9XvaHh/xwDyYYcj8rRPaZz3ymNm3alJ9i2/OxHkkp5d+/pO8f+IEfyL/XSQqZB08uZ2ZOIF7g6G7EZaaM4Q//8A/1Uz/1U/neWcgydedTmv75GRyi2Ny7y7z/6I/+qPAXvzmZ8PEf//F5/2DuiMzi04tf/GJBuF/3utcJQsrPnVCOMAecxCBlG2EfJd2wYYNoy5i5dxcsmSN+Y5X5Wb58ub76q79aTTSaNiGBQCAQCJwKgeHR5lRaS7neBw/OviUv+Ov+QK1kZ2tL4QwH01ZbXSJK48uG3MOL/1QW1laWEUekUB/12U7J5GXUEanRCUEUuXcxtUdEfWFSlNyiSC2Njo9Lra7UcTq+QppYLo2NqOq2VY2Mqpg4XNZ1n0VXyQRp+fgqJdso1XWMM2l85VWS67srV0kmsRyMCyX3VYm8ypaELyMjmvQZTlW1Wq2OOi4vbMeqgqjK/olLJkfcl1pSJjkjTjtS2ZW6Hs+E+xid9LbL8blrv02iyxGnjnypTsp2PAYZz0KypdK9FFKnrWL1KhXL3d5jl0vbTgtX1aVMwKXKtvomntzjmUxI5byozP2MqTAJ1aj9a/xpjxqDtnq2U0mq/Scid424rPmfmZtTWZRqdzye5A5Lp8ahb/uVy3du3qzB9JTslg0NNFiYU7soNNbuaNCfVcvjqU0+Kx7oY5yTDSNOxC5SmYEZWsNb2YvaNg6Lt7yhwrZYaKDf9VyUzHvy4FstqdUWGNfqWBspnZaGsK02Yy86qqrSKqNKbc+DfZZ1S0ekE5gkt1eB6ZMK+/fA0Yms5PFwBp/7aP7jTW/S3ffcpanpQ+KSq9tvv1233voETbBPMQfGV8YotVt2tVSRJA9HrVahVpmUFK9AIBB4LAjw/UF7vidI2WbRTx7hs0va8fcXQv4JPkHJpaR//ud/nkljWZb5KakQGAgTl3RyuSc2U0qCVDXfQSz8iVA+8YlPFJdS8kRZyNnLX/5y/cmf/IluueUWulC3280pBImf0+ASSfSIbnGZKU+3RWHjxo0iAgaJYPs6H2uw/y3f8i36jd/4Db3yla/U/fffn0kWpAdSQsSzISpNCgnFf8bO91O73c4kEFJD2Zo1a45E2NimL6KvRBghhpCcX/mVXxGXa37TN31TxuOlL30palnwnwx2wYV8SsNvMMg3ePG0XiJ+RG/Bh5924ZJkyDTEjba0Q7j39S/+4i8EqYY4gTl+QNDf+ta36ru/+7tR8/dlkVN+H5OoMgQM/Ig2046xMMfMIWQWZXAg+ks9UUHKeEgUaSPMD0+N5X5dyvCR9vhIZJdtykd8zAFj5omfvyHCSRkE8tWvfrUgmkSfv+3bvs0nEvv5pACXC9P2lZ47nrpLdBMyT3t85VLom266CRWxTzKnbCzjyiMyFkg8+HEig8uOuWSX+44h28wRT8S1WvwHAoFAIHDaCAy/TU9bfWkq1uk4w6gPl0HAspggOK2L0oNIppZIfWTRXcn6EBoTAiV0LdkuJFBHXrVzdaOLPva8YMj3gXo13/NBcKFIGphMDNwfqakiLdynskgt8ysWBEghnChsuMxahURqWzIpUMv+4gfiGv7RsLpoV7mfKnVFX5X9qdx/nWTig5YJkOtk0ivSLG3VqWNxnUpVzksmPmVhe4gbq3YNqSSPTYWxMNGt7ENyjbVE3+5KA2koSao8LiX87UjgYsKlRkr3kfNtVdahnZue8D+pAgV12/Y1a7lXfGm11R1frvb4Ms057Mk9TPv37ZZ48q6JZTnwmfD+vHhSb+2yot9T1+PpuK09s6XKjtZamJ8XB3wXKKWU5dh8qaPl8pzKekrWsv9CjAVeDlQYg9IkunRaOC2caiip8EhaqlJLtSW385wN01LZnk7+KstSRVFkJe5TZYHAwjalpBtvuFnXXHe91l21QctNNNPYuGTMhL+N8VrueyjZSLwFAoHABUGg9PdO01FDGtmGoD3taU/LpO6f/umfxAkkfoqDqOZnfuZnCsKCHkI7SAcpl4F+0id9Ur7klMs7KeOSUKJd2EOf7wfIC214+AtE7A1veIMgSRAGSCf23/a2twmyAjmjXSNE0r7ne75HPDSG70giZJAgIl5E/yBq+IE+/f/wD/9wvlfyZY5MUgbJJIVU8T0FaYGkEdGkDkJKPULElEuMX//61+dLWInW/fiP/7juvPNOqk8pjJHvRiK/v/d7v5dJLYT4h37oh8RJOEgykT0uScUYhI40paSUkiCrkHLum337298u2nEZM76j1/GJArBE6IOfiiFi/O3f/u2CbKLDHDOulBKbguRyvyVjgehSCKEmhfBxuS5EEzwbHPELIRLNvZhEE8GWuSSlDtIJhpyoAE/mB1LJw50g5PiDv/SDYBs7RKc5qUB0FF+Ze8g1vjGvTRuwRGhLGXVEUCGY4AOpxx4nJdAJCQQCgUDgTBAozkR5KerW6ZFD4Cs/eYGdfXVd7YV6XbTEU03rwgt8b/tIo0IpS1LtXC15q7YoEwmTI5MJWahJubai1rrecG6oazJh2wP3k8VVECkISN+kom8yV9WFV/pyC0HHspSUNSUQgyQll+F3USu/Ktus8ZV60lxaHO4/bwjVvkkMQp8D20EqVyOU5Tr7MjDZHOR0SPgq7OONy3SYCIq+UsqjTsKClPVMeuuMXanCHiDuSrys7hJlXzwEgfVQusa8q7q0ZPsdyQQcn5HcljekTjZQkHuUtMrC5NzFuSN0Wuo42rp81RrJY+g5oslP0AxmZ2xDkn11WFHIiKOQtizVHsugL83NSj0TUnvbceR2pNNVqyiOjKnwSNJhKZ3aWv5PKUnsF40cxkLMvX2vrIsMSD24gaRh1NQZNwUXV6kuCslthtJ2vrTCyf9ZbKCRCrd1hpRFJNGBm266Rddcf4NWXb1JI2vXSxMrJCLePjkg+zWo7YzbOOv3Y/5zVXVMYWyeFgKhFAicBQJ8liEuTVMiUaUJKWSCBT55CAlEoNHjgTUpJaGTUmqaCkLEU1ghb5AEbNMWgoctomvkKT/SyBnaoLewsJBtbNq0KT+hlfv/sIM0fUNYIDGFv3sod3NNTk6SZGJHBr9IiWCSIo0OdvCDMgg2KfoQXvKMjRRh7NSRR/CRsZE/meAb/TT+LdZljGwTUSbFJin4ppQENrQHrxFHEukfzGiHTfLoU46QR9AFF/IQctKUhnNEHuFS4JRSfjgRZBR7lDNO2oIL+LKNP8sORxfxB6KHbymlHIGkb8aHHmNo/MUmdvCTSCp+08diwT9sQuyZFzBHyLMP0b7Rp0+k2V5cx5zhL77THzaI5Da6kQYCgUAgcCoEilMpLOV6FtIsmRH8zIfjvJBmy8JK34SqLkoTJ5NOCJbpVLLIr0KVc5UAAVHOlZKJjKxb523lV/J7sr6Tw/9JtVkEIvRS5XIkXyAqCGhFfZLJpFTWUrvuO62y1JLw34nIkxb2NznDdiaO9gPfZf+zuC7/m0j4XwNvVG4w1PXGMf/YYSxV8tiztFWbNCHJqUwwkxcTtVOVNkQ/HodzKg7bqlw3SEl9S62Uy42QdFiPfCO0s4pSJlUdpdLRyaJUgnC6v1o6gmDW9Tb/i/NsH9U6vOWGVc7aKwY+OqbJ1Vdp+eSq/BCLbVs3676PfEi7779bc9u3arDrYWnfXunQtOYe2qr9992vze99r/j9yy13363eoYPC/1ah/Ep2upFccKK35ArjocMynL9CqS5cITUnC5o0Fx5+q9Iw46EoS/L+gwyLT/jOAmPxIgDFoiy1avVqXb3pRonLorlsGoy9z5rVGr4k+qvT0C/aPEo8f48qi4JA4BJE4FJxGeJQ+rMLUYBA8LmGJPAZb8ZAPYQGXcpY9BfF0c8xi30IDIt9omTUQwJS8me+qrTYVlOOHfo5cOBAvsyVaBikJaXhlxL5devWqdGnf+xA+PARMtP4gw3IBjrUYZt6iA3jooyxUda0wQ71+N6MhXp8p/1iQYe+U0qC5CyuO14ee/iP79SDDX3hA+VEO9kGL7BFhzpS+iGlT/BBUkqiHb5jm/oTCfqQMOqb/rHVXA7LpauMHWKHDr6RMnaeFE//+NSUgx0YYhe/0cUeKfYR8o0029jBZ6Spo4w8/mEPsko/tGlwb/qgX/SpQ8hTRnuE7aY92+CCjdOZH/RDAoFAIBAAgYK3S1sYAsIohrTEh15vJNU+eNQmEwOZcFpqQTEbXbmmyiXUKr+GB2C5BkkmEggtCtFa1ndNneRN8XLO2lUmkaUpYFLfxVUW1JzJbVr1gtNeFnSoq9y4MjvhJzzQy1Lndw1cNzBhQKo8jmF5OlxvlpNdaDaHtTo8Srkf2S/l19AbqXJJbWE82EFQqPxWW5RJCFuVtapso3Z5MyLyydtYElFDj7VlLxyrc7/K+inXD98ql9SuqYebtimXKKel5Bq/Lf5HEVlc5jwck2Kk34dmt9RasVLrr96o8WVj6i3Ma/u2h3T/PffowXvv0/YtD2j3Aw/qwNYH9MDdd+mBj9ylB++5W7t3PKS56SnV2fdalcdb2H/wOFaSKvtZuffhP30fK/K8tJKEgEHbeXj7YincvBmr1eUpHYp1k8XVJ/1nAZDSoxW5tJYwal2MqC66kiPYtVr22iPKnZQqy8Ll+V9YQDxcDefPSfwHAoHAeUUAwtDv9/2dw7cxV1tBAAAQAElEQVSHVJg8QmaazzV5yo51olnkU177C5BtbKELgSEiRrQypYRKvn+PfhBIC4XokkI0ICNcGYEtSGOjgz516EGEIEjk6Q/f6BOCShkPo+FeT8gG9ZA4yqmH2KCfUsrR2PIwsaYef6lv/KGMPhsf2G4kpZRJ84IjsJCcpvxEKf7iS1MPrpBhUsqIFtIveLGNXerJ4xd4UI8/CD5BqNGjDvLIU1pJqaNdI2DX5LHBNikYUc6lq9iE8KaUckQZX8GLy2PRYYzMC3n6w2/aEP2mDHukCHWk+IbQH9vgjpBvBPzJYxN7jJn29E+fpGCDDnnSlJJSSmTzHOSM37BFe/BCFxwQbLs6/gOBQCAQOC0EitPSukSU0vCY/ghvK39/QhuQgWuOqlAiuVq0Q/JiHAVER1/JFVmPdFEdbcwXHdmqTDgHJlB9y8A2B248tO9M/vdh1P30XdeX0kDZLxuFeOrwy5uZkLFZ+21oJalyq2TLMgGW83zRZ9HRFxNZauA+0O5bq8q2sLlY0EuuTakW0lionKktXhlJELLKhMzpwGOm/Gi9ldhwudxfqZ5pTs/e0Wf/cGVWcP7R/8mjgeCXJqtye/x5tNbRkoH9OHwMVM/5Ko/K9a2OVq67So+/7Qm6/oZrtGLFMru9oEMH92vvzof1sMnm1vvv14wjndX8jJaPjerqDestV6mzfFwy2eTgqbN4MTqEpslvyWNqpPT2sTLUkUj1GF8QTX6ahcVG33ikzohSe0xqjyq1ukplVypaeWGb0nE687iHpYzAUg+34j0QCATOPQIpDT+EELfjWU8pKaWUF/jz8/M5Asn3UmnCxiL/4MGD+UEwbC8mH9hrFv18F1APEUQgH9Q3/UFO0GW70+n4u3JFJoX0w3GksUu7hphRxvZiO/iTUsKMT2aVaohVY7/pAwX6adpCZKmD6FCHNLbxHT/QbQRiRF8IuicTomyMHR8Q8rRv2oApOmxDTumPenBljCkNx0M9klIS9fifUso/NcPlp4wVn2lPP+hiF3LK2NhuUvKMmRRblDdjTykduRwZX2mPHoI/YNC0bdpQB0aktME3BH8YE/4gjLXRQ5eyQ4cOkc1CWzBFh3a50G/4mFIS+wKS0hADVz3qHxv0i9DuUQpREAgEAoHACRAoTlB+yRRD2JDjOcxa2mvyTI1y3kpeYpseOJP/ayWfPU4uMf8Shx5sIbnaJUfqalnXIjn1hg6/3N7f1BKXy2YC1TclgnihM5BNWLydkJ7zPdXOIwMv/vFHJ3hhgXqEfKOGn5SxTX4ofXc1yKJ64KqB85TJ/njT/0w2wphkX2VC6eL8j71MLimrBhJiO7Vbe0v0z1DFm8uHfVRK/VmbslTzymXUGU9lyaYXvVUS9t13MuEsjNmiyuNmK3q20wtuyk95tHn6IhPU60vOj65YrrXr12rjNRu0ft0arZgY12i3rVaRVFS9vL1m5UptvHq9rjHhJCKq3pwXcfNa6C+IA6zfjJUeITrOyy7kUYEFeaDIOIHVEfEcu98j5bkF2ieS43R0kqJUFHlB1G57jJaB6X4/SwGiR3urJfZ9NS9vu+TwVnU4jSQQCATOJwIppfx5ZaHOdw2EohEW/pACUuq7/j5DyFMGuYHoUIaPtIO8UA454TsgpZRPLmEH8tII7XX4NTExkQkmbRcTDfrBBmpE4bBPHj3qyFNPHXkIFin9kxLhpE1DftClLQ9yo//G7/Hx8dw/ZId227ZtywSb+oYkMR6EfknROx2BlDF22tA/bfCJMrDAH8oQCNKxY0APHdqggw0Eu1yyzJyh09jCBuMFA+oh+PhMW9pgC13GRhk6RKKZAyLL+NngQD119MHlraTYAi/q8IMU38CTPhfn2aYf9PCJPO1pgx/4zf7DNr41WIMB/mCLOgS/6B8hT9liaezhB+2wxfwv1on8aSAQKoHAFYyAl/KX9ugzUcyL6VOPI1kFOTpothBXnPAf7UanSQ8rs2nSONxqSXVp0tK2tCwaiglWwr8cnbQtfoZETrX49cht9LNpq5AWWT+p9uLCRfk/tzCjIC3dB5FW2uXKRW+FKcjQhrI/al41pTJ5ttsavmrhKOVDqQnDuoytrOEMB6ShIffsekhgNTAlHZjEkMLCLNhCrJWbyn4czgiCl9mQ/bfJI8U6PM5hOiwuU+HoqZv0TYdtN0OQpIX88J9ClbvtLFulNdfdqOtuvU03PvF23fLkp+jWpz5DT3jaM3XDE56kax5/m9bc/DiNXr1RxeiYBh576Qjp2NjEsBO/53E5Pd1/uzBUtU95PI9KjQnkG0gZe5PmVnY6pxpCqdN8uQ8inBzwOfD3+1X+Hdm5QV+Gx+OqZUiH4kxlOWL5yH56uMS4CrzT4e1IAoFA4JwjwEK9MZpSEov5RiAHEAVS9BAdflEGuTm8mRPaQS4o5/uKRT+kgnLIxujoaP5tRFL0GnvoYIB2EyaffHdAfiiDiJDSviFCtEspqfKXK+SJNuikNPyyoJxtoqENgW3K6JcHCJFCtvCTsaBPv6RcakoZJAtyBQaUN0IbdCFUTdmJUnymPWNDh3YppXwfJjhAriiHHKFHHmnKKcNXMKSc9vSLXcgg5ehgC1wavOiPenwlIkkKucNWSimfZICoo4NN2lFPH43QjrqUkri8NaUk+m4EjNBBHx/oE38oJ4+wTT2CD7RlvvGjmTfmhvEwx+RTSkop5Ugr+rRFsIWQR6hj/vERe/hA3+hgi/lHLyQQuFQRCL8vLAIFXyp8oSB8GfGlhTRuXOz6xo/Gp5RSLuILr122tHb1Ss3NTInSVqedf+7CR3Wxli6SxH11XbfoWNqWliVR2UgqJQTlwtnD0lTnOuqTW+bU+tZN1ss6PBW1besll2lOmhxNqq0JjahjKdWyYlG4bb7PbtwdjKlQ1zotvxdqOVektgrrOHilspBahVwnW5DrZZuFkpBS+JOsW6ZC7SK5tUQfZWpJR6QtWim3Kfwu21BOk2tEzu2VRbnOrdXyH7ZVdmy0rZZJ2Yh7HnGbrgWrqSykorS4RdFR2Z1Q0VkmLukUv/1YuDyV7qFU6bbJ7RC5JEsqlP00HgX9SEpJUpGkVErYdktnlFSI+yNdqrFOqVGLeLmPzvLlos9idI3TlVJ3tbRig9JVm6T110tX3yBde7PlRmnd1dLEpPVGs5QjEyrte1KhlEqllLLoEa/CW4gT/ycLW0jpPILLsi/yfnhCcR86qUhJepToUS/3jK/uryjb7q4jFhxjjnKOu/+uHep4HOCVpUxqWY6acfvj+nFUI3KBQCBwZggUBZ8rf72YyNESIsfinqeyQnJYqFN+KkEPOZVeU59SEsfATqfTFD0qbeyhR2VKfNNIZVnmy2opw1fSRpd8Q8YYG0SLssWyuM+G1KC7WIc8ZCulRDYL/ZJp+oJksX2spJSyj3y/6QxeKaXcLqWjfTZ+HUuOmnHrmBc+nqhfcDm2XUpJ2E4p5b7lV6PTYINNylI66pfVBNmmjnwj9N0IZeg0Y2D7WEkpKaWUi1Pyd36rpcXzQ8Xi9g32lDMe+iJ/PKGO+T/Wx+PpRlkgEAicPwSak1WcxON7pTm+XGx+dqb9F3yp8IWC8MWUUjryBSYpL2qpQy5GPWcJOYvKwZvBkTKtnMXjDO/OHQ/rWc94ZvY5paTVa9comQmkNBxH4RRpOUXIp0Rd6TaLhbITyUn0CtpQ37a9TpYidVSk0pKypIROU0/azuWFy9FL1k0JnaEMy5PwF2F7qFMqLdKlvJGUaNvUL06HPjxSb7HusfWPbosPCDZSWtwW3eF4UiJlu5Gh3ZTQXyxNfZMuqivIN+WkQxuFbTSSknUKCzgU9AnmI0oQyMJp6e3SacvpYjFJS+gjtD0i2Do9KdIj/UnJ7QrLEVv4fIw09U1Km6xPu8cuhe0dT1I6mW18PFl91KUUGKQUGKR0agwawpFS0gtf+EI9/PDDevDBB3X77bcrpVO3Tyl0UgoMUgoMUgoMUgoMUgoMUhpicLLjy1Lnb8f6V/Cj0Y1s2bJFi2Xz5s1q6kgX15G/EPVcxoJAMEkhnU00VodfbJPlLCLsn0FyJo8zuykNJy2lyyCNMTxqAceJkJNJSjHvKQUGKQUGKQUGKZ1bDDjuEAXimEOe6FJKieyjvqtSSlEWGMQ+EPtA7AOxD5zWPsCB5GTHF3hZI3CyxXIh+FnTN+nivskfr//iuuuuUyPXX3+9Fgs/Ct3UkS6uI38h6rmkhEs/SAEegWBALjnI33LLLXrXu94lLrnlfgMeSAA5RXicOZcJh1T5fpzLEQdOQJxMzueYw/blu1/F3Mbcns4+wHFn69at4qmn5N/4xjeKexS5XPRf/uVfLtvv3dPBJnTiMxT7QOwDsQ+c/T7AMeVkxxd4WSNwssVyIfhZ0zfp4r7JH6//Aga9lIUzxkQrIZr4SdSSFEkp6e677z5yP0pTllIim88g5Ey8BQKBwOWOQIwvELgoCHCMao5PN9xwg3bu3CkeiHPjjTdeFH+i00AgEAgEAoHLA4HL6fhScDnqsREiLl1t5GLXN7sMTL/Jk3LWBB85k8w2YyCiSZ77PPfs2SMmiu2QQCAQCAQCgQuJwJXRV3PM4XiEcP/m5ORkHjwPeMiZeAsEAoFAIBAIBM4QgVMdXy42PzvT/gsuT+XS1MVCRLGRi10PkWSOimIYjMVPtlMaRjE5yDNoyrjslhQhn9JQh+2QQCAQCAQCgUDgXCLAMwOwx/EJ4VYPCCflHDupWxISTgQCgUAgEAhcUghwHMFhji3IsccXjjFwosXScDfSpVZfQNgaOTaKyECbOtKLUQ/I+NFIs51SyhFMzgA0oOIj5JPLbpkYnmKLzyF1vsf1csSh2S9OlF6OY44xXb77c8ztpTW3HOh5kjrHIb6DVqxYIR6WQBmPso/5vLTm80LNV/QT+0XsA7EPnGofONXxBc7TCLY4Bi2Wpo50KdSbvxXyW5aUHh0RbOpIU7o49QDYgMXDgNiGTEIuIZvkKUspiW2YvfyCeKaU8r2cKUWa0uWHgaf5pP8pXX5jTinGlFJgkFJgkNLFxYAvH85Cc3wkz+9wcnUNeSSli+tfStF/SoFBSoFBSifEINaIgc2S3Ac4hpzs+MJxp5GUEuqPkKaONKWLX188wrvYCAQCgUAgEAgEAoFAIBAIBAKBQOCCIxAdXq4IBOG8XGc2xhUIBAKBQCAQCAQCgUAgEAgEAoHA2SBwDtsE4TyHYIapQCAQCAQCgUAgEAgEAoFAIBAIBAKBowgE4TyKxdnmol0gEAgEAoFAIBAIBAKBQCAQCAQCgcBxEAjCeRxQouhSRiB8DwQCgUAgEAgEAoFAIBAIBAKBpYJAEM6lMhPhRyBwOSIQYwoEAoFAIBAIBAKBQCAQuKIRCMJ5RU9/DD4QCASuJARirIFAIBAIBAKBQCAQCFxoBIJwXmjEo79AIBAIBAKBQEAKDAKBQCAQCAQCgSsCgSCcV8Q0xyADgUAgVFgOYwAAEABJREFUEAgEAoFA4MQIRE0gEAgEAoHA+UIgCOf5QjbsBgKBQCAQCAQCgUAgEAicOQLRIhAIBC4rBIJwXlbTGYMJBAKBQCAQCAQCgUAgEAgEzh0CYSkQeKwIBOF8rAhG+0AgEAgEAoFAIBAIBAKBQCAQCATOPwKXZA9BOC/JaQunA4FAIBAIBAKBQCAQCAQCgUAgEFj6CFy+hHPpYx8eBgKBQCAQCAQCgUAgEAgEAoFAIHBZIxCE87Ke3qUzuPAkEAgEAoFAIBAIBAKBQCAQCASuPASCcF55cx4jDgQCgUAgEAgEAoFAIBAIBAKBQOCCIBCE84LAHJ0EAoFAIHAiBKI8EAgEAoFAIBAIBAKByxeBIJyX79zGyAKBQCAQCATOFIHQDwQCgUAgEAgEAoFzikAQznMKZxgLBAKBQCAQCAQCgXOFQNgJBAKBQCAQuPQRCMJ56c9hjCAQCAQCgUAgEAgEAoHzjUDYDwQCgUDgrBAIwnlWsEWjQCAQCAQCgUAgEAgEAoFA4GIhEP0GApcOAkE4L525Ck8DgUAgEAgEAoFAIBAIBAKBQGCpIRD+nBSBIJwnhScqA4FAIBAIBAKBQCAQCAQCgUAgEAgEzhaBC004z9bPaBcIBAKBQCAQCFxSCAwGA1VVlX3u9/uan58XZbng8NvibXQOF0cSCCx5BBbvr+zHyGKnm32f8oWFhcVVquv6EdtLcaMZ3/T09JHP7cGDB498pk/X516vJwR7CO0abGZnZzMWTTl16JI+VqEP7Dd2GruUN2WRBgIXCoEgnBcK6SXZTzgVCAQCgUAgcL4QYJHNYhv7rVZL3W5XZVnmxSsLTBbdbJPOzc3lRSm6CPWkIYHAUkWgITD4x35MykkV9nvqmn2YOvZ/6hEIT0qJ7JKWxufmc4uzy5cvV1Gc3tKZzzVt2u22EOwhlC3+XkgpKaUkcKMupaQGO7bPVvBzdHT0SHN8YAP8SUMCgQuJwOl9ai6kR9FXIHClIhDjDgQCgcsKARaqLPqIMiAsKFloNgvwAwcO5PGmlPKCdGRkJG+zIEQ3b8RbILBEEYDMQDBnZmaE4Cb7fKfTyfsz+z5lSJNn/2f/pmypy8MPP6z9+/erIYmQaHyHDDKOU/mfUsrRUHRpC1Z8D0xNTeWTTthqcEkpHTnhRH/Uncr+qeqb7xCILz6TItg/VduoDwTONQJBOM81omEvEAgELgsEYhCBwGNFgMUk5JKFOcJCnG3sspAlbYRFKcI27cbGxsiGBAJLGgEIDCST/bXZt9mPITvHIzboI0t6UIedu+qqqzQ5OZm3uKwWsojvjK8Za648wduhQ4fyZfToEl0EJ74HwIqTS3zOU0q5NXn08obfjoedi8/on+8bGkA2EeakIbLkqQsJBC4UAkE4LxTS0U8gEAgEAoHA2SJwSbZjwUlkA3LJgpWFajMQFrJIs82CEJ09e/bkqEosCBtkIl2qCEC+IDUQJfZzIvaQMvZlyhf7jS7b6KY0JFlsL3VhPAh+czktKWSQKOWpfF+2bJkgmOhhY+/evSIFH8oQiCYpAmbNd0RK5xYjCC++N/NAfyGBwIVEIAjnhUQ7+goEAoFAIBC4YhBgwclCD2I5Pj6e79/cunVrjnoAAuRy3759+bI7oh4rVqzQ6tWrj0RV0FmaEl4FAsr3HTbkif2c/ReCRR5ixX3JOvxqiE5K6bTvgdRFfjE2IpGMiRTC+NBDD+XP8cTExBl7x/cBtrCLLU5ELTYC+YRwQt4bvBbXn2mey5yZB+xCNiHK9L1t2zZBbs/UXugHAo8FgSCcjwW9aBsIBAKBQCAQCJwCARZ5LCJ/67d+S3feeadYvLL4XLdunW644QY997nP1Zd92ZfpZ37mZ/ShD30oW4sFYYYh3k4HgYuocywxeuCBB/Q1X/M14nJUTq40pBPS01zOmVLKT2a9iG6fVtcQtMbnBx98UF/6pV+qz/3cz9V73/ve02rPFQ4NqYRoQsQhmj/xEz+hj/7oj9Y73/nOI3YgmmyA0+KU/NkKJ7H4rmEMPF13586d+qEf+iG94AUv0Kte9aqzNRvtAoGzQiAI51nBFo0CgUAgEAgEAoFTI8Bij0U5i00Wf7TYuHGjXvrSl+orv/Ir88KTRfkf/dEf6Tu/8zv167/+62LR3ixA0Q8JBJYqAuzfi30jyglpgmzt2LFD7NtNPZ+DRj+lc3vJaNPHuU6bS9u5//K///u/9Za3vOXIw31O1FdTzkml5sQRY6d81apVApsPfOADes973pMvsaW86QeSy3cFZY9VuMQZvLHH5cCc4KKfe++9V9dff/1jNR/tA4EzQiAI5xnBFcqBQCAQCAQCgcDpIcBim8U3Cz4WnCml/NMHL3rRi/Q7v/M7mVy+9rWv1bvf/W69613v0id8wifoF37hF/Srv/qr+bI9emnuFWORSpSUsiaFlCKUIVu2bCHJwkKz0WPhmQsPv3GvKPVscskdtskfT4hSNeW0a/KNX4v75/Jg6hkrKYtb0sWCDfpsyiAl5IkCE4Uhj83GBmVcGkg5gl7TD9vokiLokh4rja2mHHuMn6eQNmWki/2in927d1OcBf2cOfzWYMsmuqQI4zu2P8pPJoyByFejg40mv9gWfnMZdtM37Rq/mrKmXYM9T0ZFmnJSttk3sY00NphTttGhL9LGLpE6+qaMfkkR9h3skUcgWI0NyNPk5OSRaCb98HlI6WiEE+wW444NBLvNfOJD0yd58Gn6QLcRopBNnvaMh236JT2eoNeUM0b8Ybv5zBCZZNykH/nIR8QltU972tMyaUSvwYkUTClrfMNXooyUp3SUYP+f//N/tHnzZr3iFa/I93hSj33a0lcz1ialjDrskTbSjKtJ8QG/sYdOcxk/eQQ8+S5CHx8Xzxtt2G76aPqmHYI+KYIe6SUi4eYSQSAI5xKZiHAjEAgEAoFA4PJCgMU3I2IRh0ACWNghLOggTs1C7klPelJegBIF/Yd/+Aft2rUrR4eaxTjREhaL6JNil/uyEBaSbBO1wO5dd92V75NjwU85USdSFuqkLERZ+JNHZ/H9aOg0C1zqr7nmGpIsRHlYxOM/bcgzLnxkob5y5cqsR4QWO4yfRTCF+E1K3yyuuY+M7fXr15Nkgk0Uhg3GwKIYu5SxaKecceJv0w9ljB9cWQRjlzIEAoc++ZSGi30uYYTgYo/xc9knbe+55x7U8uI/Z/xGP2vWrBF2mAv0XZz/8Y/xsoGfjLfJM76Ukpq+KT+RYIPLHBkDkS98AU/2AbCFQKU09B0b+M09vuhzIoCUcVPX7BOMD1IE9vfff3/+7VfmDR10IVWMhT5SSvk+TOaTesbSzBP1lDWEbNLEkb4ZO+UI7YiaYR+/qWMOmHPK0DmZMF5wbnQZM2XYZX9n7vGXsTFW7JIH4wZf9hF06Ofaa68lEfsW7dlH8b85cYB9fMxKfmNuseds/qyBL/6wzWcG8sZJCcaNPfoBW+rZJmXczCNtG8zAkbrGNuX4i6+UP+EJTxD2U0ps5kvsGTe+0RdjRZ/PUFOGIvb4zmjGk1LK93/jA/UIdumPPGNhjIyDbfCkjjlGwB377IPosk0f6DIGxkUeSSmJ8ZNHb3GflIUEAqdCYEg4T6UV9YFAIBAIBAKBQCBwRgiwsKcBizgIAIs9yljcsaiEOLFAZ3GJ3id90idlAkDEk0U1C761a9fqvvvu00/91E/ly29vueUWffInf3KW//3f/6VZfgAIi0YWka95zWv0WZ/1WTlSSv3//b//Vx//8R+vv/qrvxI2afCP//iP+ZLem266SU996lP12Z/92fp//+//5YU6Oix60YO8kEKAsfOZn/mZeuELX6iv/uqv1k/+5E/mRTpjYgwsjhEuOcTep33ap4nFOtHal7/85XrOc56j2267TT/6oz+KSV199dVHHp5EQUpJb37zm/P9f9xjtmHDBn3+53++vvVbv1VvfetbUREL5pzxG+TBSf6HoLAIBmfG/A3f8A364i/+Yv1//9//py/8wi/U3/3d3+lf/uVf9M3f/M3iPloWy7SHSH7913+9XvKSl+hf//VfxYuFNjiS/s3f/E2+v/abvumb8u9MMj50mDvqX/e61+nbvu3b9CVf8iX6mI/5GH3UR31Uvg8Xfxb7SpvjCWSee3qb+3bplzGklPSmN71Jz3zmM/Xbv/3bgmTgMzYgXX/yJ3+iH/7hH9bjH/94PfvZz879v+ENb6Ba603gIa9scH8w5IS5Yt7QJYrO/P3hH/5hJtPo0Sd9j4yM5BMVkBD2U+oaW+wD4PeJn/iJeuITn5jvPf7FX/zFfPk3egg2SMEWm+RPJnwmqP/7v/97fdVXfZWe97zn6SlPeUoez6/92q8J39m30AFvSB155oX99dZbb9Xzn/98fd7nfV6+JxEd6vnckEKQ2O8YMycV/vM//1Psw9yLyT51ww035P0NIo4+/tAWrGn7uMc9Ltt+29velqO0L3vZy/K+ApHns8HnFoLH5/ntb3+7vv/7v1+f+qmfmvcZ7tH85V/+5SP3e7I/sF9wooD7KCGdf/u3f3skUkrf7FfYZr7wkfni/m7uif2nf/onXBTfGfgLQc0FfmvmqsEckg2m2OBzyJh/5Ed+JF9JAQnnO4VxMs+QYD7vjIG++exwuf+Tn/zk/L3wRV/0RfkyYnfziIeZQeopCwkETheBIJyni9QF1IuuAoFAIBAIBC4PBFjYNSNhIctCMaWUi1jsUYZQwCKXMvIsBlkcfvCDH9SXf/mX61d+5VfyIh8iRTT0f/7nf/S1X/u1+VJciAKRJhb8LNBZXENYXvnKV4pFNgtZCB52f+/3fi8vsllEf8ZnfEZesENivu/7vi9HWJtoCH5AXtCnfwgrEUEWwSmlvLj+3u/93iMLahbekFV8/vCHPywu72XBCxFiMQvZxI+f//mfzw8ugRywyMYnMOIhJp/yKZ+i17/+9Zlo4XtKKW9/93d/t4jaokv0lYU7/bCNnykN8eQeu2/5lm/RL/3SLwkfWHhDLMCOfsEEksDCnPYsvCHq73vf+4QP2GPxnlISWOIz/TIvkB3Ghw7Ek3ttGR8PkGFxDi6QXogSxAy9Uwn+bd++XdzTiy44kdI3cwipgVxAMvCZefqxH/sxfeM3fqPe+MY35kuwIef4z1xCJNFhHyDdvHlzJnIQGPyHvEB0OIHxFV/xFYIw0xe2U0r5xAX9s+8xPxA+tv/iL/4i98mJCvY9iDyEinn5ru/6LrGPYoM26CMNnuRPJHwW/vRP/1T4wtzceeed4qQLUTlOUkB2sEt7SCyfE/r79E//dLFf8QAfTqYwhp/+6Z8WZIn8ddddl0+GsE+yzRzxQK7v+Z7v0X/8x3+Iz8oznvGMfMLj3//934VtPkP0g9An91eyb9x888161rOelU8EcYKCaDbzzGcD2+hDBsH+Z3/2Z/N+x7g42UJ/EGk+O+gxj3wOacfcppREpBS8qeeSXfYdLqunPUT6xnjC31EAABAASURBVBtv1H/9138JLCCq6LG/NPsK+yv+Ut6kYPoDP/AD+vM///N8ooT9jEv4+bwyh+wbjBk/aM/nEsLM9wknXsCPEyjs7+izv1FOHwifP66mIB8SCJwuAsXpKoZeIHCFIhDDDgQCgUDgrBCALCxehLOwZFEI2cEgxIBtIgxsEx0kveOOOwSpIc9Ckagd93u9+tWvzkSP6M7v//7vC4LFQpoFLrq0SSnlh5oQJSViRMQTEscCmwUm5AvCwSL4537u5/L9or/5m78pyB6XcLLwxG8WoSyuWbimlHKkDV9YDLOwhhBAEvGDvmlDyphY0ELSGCfRGSJhROr+4A/+AJVMnonapTQkiugzdha/RGLwC2LBgvlljioRAYQY0BhiwDjIIxAbFu3kwQddFtYQtjc5SkhkDhIDUUWHRTRtyCOME5+ZB7ZZiDNnKSU1i/qmv4aMQ9bBkaghYyPPk0d58BM4gzdEH3snEwg8fTT2IQbo4xOkiLGCCf5QDrH7y7/8y0yYINIQa4g0hJJoHfUQbXRpC9GCMEMOIcj4yXxBiumblKgW+k0f5OmffrmkmH2LiCpkj4daMf9E8ohcEx1mf2GeaNecQABjSAllJxP0iTiDK/Y4ucG+9bu/+7v5qc1gyDiJphEhhABDvl784heL/YEo74//+I/nqDKEn/mHiDZ9ppTyzwyxzT4GQWa/42oB5hkiBSmHVKHDfsF8kIfQgwNEnm3mCMKIz/hLGYSW/Rz83//+94t9Frz5vHISAEKMfcYDwaQNuIIP88vJD8rol5TPB9F4Iubst+D8x3/8x+IkA/MJPpBSdLGT0vDzw3YjfGb/7M/+TOyjfDeAIZeS4wOEHiz5nuAKAvplPLTFNvsLc0o79g2i4FyRAPll32FfQLcZP/mQQOB0EQjCebpIhV4gEAgsAQTChUDg0kGAxVxDZPA6pSQiTSzeIXcsyll0sgDkMkEWeixGuQwUQgAxJHrCZYxc1okNFswsiiGIPOWWBSXEijoiL9inT0grC1Wibyyc6YsFJu3R5dJFUoSIBotmyOXtt9+e7/vDd0gKkUqIBv2hix0us4TUseiFKBKlwyfqqcMP2kPGuCyWcgRfuAyUyBHkmwUsApmAmP7bv/1bvlwXXRa52Ce6BFmESIAT+EAQGQsklzz6LJZZNFNG1Cul4WKcCBXRIRbbYAP2jIE2CGQVf8kjEAtS/GoW1uhQBo6kd999t5g/CAzjoYxIK5En5gTyBvmk/GQCWaE/xoke90mSIo2f+IBQBuFinwBr+mrGwSWjRCshbc28YhOyBEGExBFZa+aeKCdzAUkCL2yjj99NnhSBeEFYiEIS2aQMspZSEnbxAdLLnIIZNiBHKQ3xR/9Ewj7AZdTsr1w+jB72uBcTokMd8wbxpY6xEHmEFBGdhkRig32W/REsIbDoUk7K54t9hGgh+zA+MleQRS49R+cd73gHyZETDPhAVJdLnjmBQCX7IG2wxb5HGcJJH9pzcoeIN3NDOf0QkeSzzD6Y0hAP9mtIPtFS9BD2P4gg+wz76Mte9rIc+WS+qSeiy+cD3PkcNGOjDqGvpoyn33LShfmF8Db7LhFL9k2IJm3AgHHgLz798z//s2jDPFNP3+zvPOCIy5L5nPNgM+qYr2a/YTskEDgdBIJwng5KoRMIBAKBQCDwaASi5KQIsACGODRKLAwhTSykiYhx/x+XsX3O53xOJlpEqLgHjHuuUkr5HjYW8kQKWQRjhygLKQtGFrKUsxCljP4gDvTJ/ZkstiErLMwhgCwUISroQkbRZ9EJSeB+NYgtRJd6hOgM5AHyig0udWSbOuwROYSMQAIoQ7BFHQtnSAFlLE6bBXFD0IhcoceiFh0WtRAHxkKkDz8YB4t+xsm48R9dBJv437SnHb4xBu7rY9xNNIi2H/dxH5cX8cwBvmEDAUfGRco2C3QwxBbb9NnkmQfas/DGN/xFhzwpQhkECaLG9smEfiAw6DT4sH+wzdyR4jv9kieKyX2LRK+J0uEX80//kAX6TinlB8mgD6GFfG/atInNfFkoGdrwpFXwQyhD8Id0cRnkGn3mgTqIF/6AIXPNZce0wwfmkzxYLrZBu+MJc4fPjJVIPMSHMaFLBJA+2T+xSxm4Q8rZH+kPH7BBHXnquEeSbU5M4AP7Ehiz32GbPG2ZRy6LRTipQwSS8dAWfDmJwuXKDUGjH/Yx9qtGD11OdDB33FcNqaeecjDCNicluMyb/ZlyPhPosY/gCz4ifB4goswXc4wuOqTI05/+9PwgMYhwSkPy2vhBig30OInAWDjJAh58Toh6UsdlsNx/y1gQ+qec7x3mlc8Z5ZTRN/NIHryZA2yz3ZxUIh8SCJwuAkE4Txep0AsEAoFAIBAIBM4AARbfLNSaJizwWECzcOMyVi6JZKHN5XMsWnlADlFBFpws9iBMEE4ukWORmtLwMs+UUr6skigQkRIW0pALFtEstOmPhSORQ6IyLB7xhXIILvfhsRCGdBDV5JJC7NAG/1jAosvlmyxYITMs6FloUk40hm3IMX020RDq8BsbEDWEMiI42KaOtvjTEF/K0UGIonAZIZEYHsADDkRIWRCnlPI9hizoIQxgybhTGi6+WTBDjBgvtvAPEg0uYMs8MBYW5mDRjBGCCTnAR9otJp/0w1ggGtQh9NFctkq7lFK+t5bLolNKok/qiRyhfzIBD3zDF3xClz5JGR9lzGejx/18ROXAlcuqOTFBCj60QWiPPfL4x4kCHl5DhI8IHJeeEuH8wR/8wUxMGS864EKbRpptbPFkVu4dhsAwd5CwlIb3H7LvgA/7KW1pB2lmbtg+leAHRIiHUjHXjIfLr9kv6It9GBvsY2AKeSKKy3ymlPKDpFJK+V5kyCbzA17gkFLK0XpwpD1YY6uxSWSfy42JVtMWPerBkzHx8Cu2EfYr+k8pHbnnlnKIKX3y+WQbHVJINJjwmYF4Ukb/9MHY+Lzx2Ukp5RMB6LMP8tls9lPagCcpc0Y9l4pTTxn2SMGi6RfSSj2R2cYm40QPYezsFxDxlBJF+R5Wot989zCOlFL2iTFD+rlUmH0AXHMDv7HPOIn/QOC0EShOWzMUA4FAIBAIBAKBQOCMEWgWZyzeWTR+wRd8QX5gCYtJFo2kRCW4bLaJhEA4Ukq5Lx5IwlNWIaaQVe6bI0pKGQtMnlwLGYA8ESUihSix8M8G/MaCkr64zI4oCZfJsujkskguvfzYj/1YEXWFzLAoRh+/8Y0FrE1kgkLKopRyFrkQIhbQLJ4po28WpthBl4U//ZBnTFwuyeIfXfyhHD8ZI9FJLouFLPKwFS7p/fZv//b8cyWND9RhDx8ZIzbog8U9ZZAUbNI/PoEL/uEn5DOlIaboogeBZcGOP2xDEPCTPHOVUsq/nUoflNGO+whpA0Hmfj0uh+ahKlxeyUNpiHq99rWvRf2kgq+QFbBOKeUHF+EvjcCR/QUijT+MgTHxcCcuoSaCxaWcXLYJueCSSe7LRYd5AVMiz0S02K/ABz1ONHA/HgQPm+AHpimlI/cNM0bKwZyTHvjDvZ/cl8j46J/9j/sEiQZyOSaRSvTot/EX/CnDFim+kaKTUhL7yYte9KL8RF7ux4T8Ng/a4XPAvoA+At5EW1MaPkiK/Z6oID7gF0985UFaPDAH/+mLfiFNjAOixf6MLYQ6UnBIKeWHELGNQNDZD+688042s0BA8QHMIF+50G+QOvrjhIM3Rb+k7DtEaZlf9jH2WdpSx7xSD06NT3xumQfIIDZSGu6nKQ3TZhzo0Q47jdA/efZR5p784jHTN2UInxn8Yf+iHThA4umT/YTvFjBFwJPoL5Fl8nx3YANBnzQkEDhdBIJwni5SoRcIBAKBQCAQCJwBAs1Cj4UkzViAs9hkocf2qaTRhYQQ1YGQcWkgxIHL3FjkEynkUjhsQeRYGLPIZcEJySJPXbPApB59LqllAc+CEnIHGeNhPZAW9LmUk0U3KcSIMharTZrS8JJfyAPjYjGeUspRyGbRzPhZmNI3Y6FtSin/9AaL44bk8RMOkAsirpBqHnDC4pZ7ExkjY2FRLL+wBx60ZbHMIp4yFvD4hz9Wy+QYn8jjHzZYqDMeyhqhjDy2SPGZFKEMuyz26QP7KaX8syDYhJBwmSspkUMEf7nMlEsgsXEygQSybxBFQo8xkSLMJSkEoum7KePyY04YEO1qHjLDvXvcxwgBxm/mHlIKieMBMEQiv+M7vkPcD0h7ImzYX9zn4jz9Mnb2AXzEHicL2P+I4vLEW1LGiz30scfcE9FjfmlHWVPX2McWpKfBnggn92VCZok0QqLBBnL92te+FhOZjEPMmVPwgsxxfy/+cAKkwRyCjd80Yt9gnvBl+fLl+ZJqyvkMNH1zsgZ8OWlAHQQf4XJaxksZ+w522LdSSplULh4L7dk30IVEk+ID2BPpZf/hMwA5xQ4pNtFF0OczBibsf3w/0JZy+iSlDNzQwwb90S91zWeLcSKUIXxmmAP6Zhufm7lo9MCIiDXzzNyBLffTIlzZAPEn5fuHPHbYv5q+2Q4JBE4HgeJ0lEInEAgEAoFAIBAIBM4MARadtGBxScrCkAUgCzu2TyUsBNHhEk1ShEgoCz7yLGZZhJNHWDyySGYxTR1l9A2ZZGGbUlLTd2ODS1dZ2HM5IwttIhwsfGkL4aMtRIBtFrmkLFxZ9DZ9NySOxTGLaUgB5KjpgzZNPqWUH87CgrdZ/BK1xSYksyFqjAV7tNu0aZO4JxUdtsExpZQX/thGiGDhB+NlmwU6vpPHH7bpDxyaqBJ1lDWLe7abxTk6tMNPyA916OIDhB173L8KmaAOPfDBP4SyUwnzhJ0Gby7PZGy0axb0+Ms2fTN34M42i3/aEyHkkkcIIPsJgg6XiXL5MpiAKfawQVvKIGrsn9igDME+KWMkZUzgwbgaDLgHEVJEGfgwR+giTTtwxwdwYGzNSY+UhtG6xi5tGuzBkX2WfZ4H1fD0WcZAdA09CBEkCH/wBV3KIY/UkUea+cc/tlNK+anNKQ37pgy/SGkLweK+yXvvvTeTWk5+4BP7InOBHXCC6DFXlEH8aI+AB2WQO7YZB6SZPvCLkzrMA3Xso2DW+M58NJhBfNlGH13mgrE09ZSzT3LJLfXokiL0T8p3C0ScEzL4w6W01DEf2Ekp5Wg9uvhB2gjfK0TE0aeMeWUOGQPjJk85AiYI+bOWaHjFIRCE84qb8hhwIBAIBAKBwIVAoFnUsUBnwcfClX5ZzJGeSojWsHjk0tnm0kaiR5AxFrRcyshPcLC4ZEHY2If0QVRYULMAxgaLRhbw3DtKNAcbED18YJHKoptFNQtOFrOkT33qU/PvUXI5HXosaEkhLyyGueeL+wq515Jy2lGOsCClb8rxlf7IM3Z8RYdyLhGEQLCIh1iiQx19UEYUjyezEpFjwY0d+sEGY0IfYQz0yc9lcKkpZU3/9AmhAA/aYIc+0AdPFvcsymnDPJEyVggll0qxHZQEAAAQAElEQVRC0ChD0CWiCT5c1kkZ42DBjl+QcH4+higtdScTyANzhl/oQRDwDx+YU8aPbXylHhx4kin7A3oQG8qZAwgn+rSFRDJG9gPusyVCRTlRUPSxx6WwpCkdJWLUIeACKWQOiBxS9td//ddibOTpB/vkueyZJ8MyP8wJY2G/RwesmAMIFn2hz3jYN/EfIgZWRGmpAwv8ZC55uit4QlYh4tRDODmRwT5Pe/yBgFLHfsL+SCQX32nLHDEWdOmTcnSbNvjJNk+vhRjzeeKSXOqZY9rRPzoIY8M/xsM2wtUGEEmuFGj2IUgsfVPPVQNcqs5csM348Ymxso/xmaOcfZ9x8xMzPGUW31I6eoKIzyzzwb241NEGwZ+mL7bZp/CniQxTxuc/pST2KZ46TRltmjnkcw6x5NJkiC31SNMP88MTtCGkYIj/4ItOyOWBwIUYRRDOC4Fy9BEIBAKBQCBwxSHAYhCBtKQ0XDyygGXBdjpgcKngp33ap4kFNwtXFuhNOyJZkAkICKSNxShEg/7Q4TJFFvzNNgSAyA33yn3DN3yDaM/iFF0WnkQxIU3YQTelJB5Qgw4PN+IBQugi3MPGJZ0sPvkJh4ZwsohmbJALLvVNKYnxQkRYvNMWwU9IHOSRSB2EicU6PlCPHRbE/AYhEVfKIAH4Rf54wuW4+AoxZ3HOwj6llLHjklJ+SxIssMMinz5YNEPGGDP3X+JrSkmQDxbZEBiwpR3YgQ99MyeQA54+ym8VMmYiy9Tx0BsIBgSI7ZMJkVIIFNhCZtCF5ELisAuOkAf846QF94lyzy1klj4hNrThacKQBXCGxFDGvgPG/NQMuKaUBHlkbJx04Cm6KSUtJk/MJ20ZbzNfRMAhVfTNk3Hxkzr84jJofhKFn+aB1IMp+xwknm3GAtHDJnPdpOiQTymJsXzd132d8LEpg0jym5SMkUgsUU/q2N+JKHI/KfPD+CinL/ZRfjYFssa+Qzl+0i9+Me+MjzqE/aMhVBBZyD4P5+L+Wy6nbbDFTiPst3yW2W+wRTmXUfNUZPYf7o2lDGHOmCuIH/tQSkNiz36OX/QPlugi9M/vbzKHPDSJfRH/+GxCgiH17GOcGEK/aZvS8N5fyhD2Z8gr5Jk2jZ+QRbaZE/Sw3cwN+jwpm+8ZxoC/zWeN+5Qh/2ADlvi+eJ/BVkggcDoIBOE8HZSyTrwFAoFAIBAIBAKnjwCL+5RSfuIjrSAsLCQRtk9H+OkULnfl3soXv/jF4l63H/mRHxFPc2XBzc99QCRSSmIRywIVu4sJD36wkGUx+pKXvCT/vAJP4IQ08rAeiCWkh6gO9mjPgpbL/HiQCDa5/w+iSv+kkDgIF/YgBujTLqWUL02ENLBNHQt08hAZ9FIaEsFGhz4hjDyM5pu/+Zvzw4sgDxAj2rM4ZmwsnhH8oQyb2KOMBT6/Ich9heAD4WWMkBkuy4SAow/ZQJo8JJXF/qte9Sq98IUv1Mte9jKxwGacze9OQvaIAEGkaEdEiKerEpnlScH4DOHhCcBEqMAZX9A9mXz5l3+5IBGcTAAD7qXFd0gP0W3Gjq8s8iFM3CsJkSTCx9NVuZSW+zTxF8LJT3NAfugTvPCHqBZEEXLIE4kZE/d58iRg7EMy0EcgFPSX0nCfZX4YM/PMmDi5wUN22Ccg42BA9IyHTm3atAkTWchDKrlUG98gY80+QJ+Mh34gkvgL8eEJzcwX+yM44DN9Qugwij77CFgz59hFFwzohz44cfGxH/ux+cm0RFxpB3lCnzlkn6FvfMAe+yM67OdgC0ZEALk3FOIO4YdkokOeS86xS2QZW9jmM/iKV7wiP52Y9vxeJnMP9px4YIw8JIz5ww6EFbKOD8wRZfhG+mVf9mViDn/jN35DPAQKfF/+8peLkxj0h11OUjT7f9OesdAeYf9/6UtfKvZRsAIP9mu+R/geYP9JKWWM8KX5LmJf5BJ6fs+VS5rplzng0mb6JrLKZ4V9BMEH+gsJBE4XgeJ0FUMvEFhSCIQzgUAgEAgscQSaSAALQkgRi1OiRSxwWcyfyn0WdfwcAg/4YVFLVA1iweWQLDaJUhGxZHGMLS7bYzEIWWERz0I7pSQua8QWOjxY5ld/9VfFJZgsJllgcqnmC17wAmGLBar8wiaLbBbBb3jDG/LDZri0lksWIQ9EtniCLP6xDcFws3wJLlGpZjFPOfXUESVkQUxECf/Bg3IeSMIYWfTztFH8I6JGykKY8YAhmEEs8Y2FMpiyzUIaO0SIIEUs+iEfXOZIP5AsCAB2GBOkAaIFPpQRvYHwsE20EDLHw4v4nVF8a0gHfUAUUkqCePGkVhbz3PdHZAj/OBEAgaR/9E8mz3ve8/STP/mTgrA14wFPfr6ESxiJxEJGwA07EC6iVMwhxAHSx3ygQ9QVUgGJQBf8mU902A8hK0QNsQ2pZY4YG+PhRAhtwCqllO+xhZjRjnJOdDA/L3rRi8Q+xtxwggIixYkBTjqgxxyRsg9Rzn4OKVscmWc/bPTQhQSDHVFynv5LRJBLlfmc8DRlToKgxxjxiX3u1a9+dT4pQPSNy4uJGuID2LMPoc8+T99ghm3Ghg3qmv0xpcRmFqKnYMdDoCC6FBIZ5fNEnrllThH8oIxoKynzyNN1IYmQUj4nRBSZDy4Z5udr0GPs7Kv4AVFnDtkfm/0LMknElxNBEEYi/FxNQP6nf/qnhT3sMGfs94yJbQghaSOQcbAgGgqB5lJq5oKTE8w/+zyXmKOf0hADiD1P5+XkFuVEkMGfEzekfD4oJyLPPsBnkO2QQOB0EQjCebpIhV4gEAicEIGoCAQCgUcj0CxsueSPBSILQRaRRGUasvXoVkdLmkUdETgijFwqyoIcUsUiENKANpE2Fp9E4bgfDQLEJZmQPRa56LDAJWUhzsIT4gIpgcxwGSIRS0gLi1kiOCy0WXBDhFiMQk4hYXfddZe4PJUIIIQIfewiLLZZNHN5JCSWMiSl4aKWBT1kiQgOJIY6FuCkPIEXcsSlvpA+xootFv/0S4QXwo2/6DNeCCI+4gd5Fu+QKMgOZISFPcSIcTEH/L4iZVzGixBpgvwQZYScQRK4B5QILg8pgqi86U1vEpGrps9mTmkHaWeRTjQZv1/zmtcIgk6ED19oczIBWxb4jJvxQjYgdkTYGBNkAYLFvKILscJXftqEKCfbzD0/DwJxhcjjF1HNZv+CaHJSgXmCZPAwHKJur3zlK/NPgUC0sN/4mVI6EpGHCEHOsQmx5lJf7uUEI0gnvnKignr8a4gY4+dEAYSffZHLNdkPwQQSix5tECKoRNjBGOILseMeXOYc8tfMN/tts69A0LlclZMv2OcSVMgYxI+TEOACCWOOuRwV8gThov9mnOz7TZ6TM/zOKD8Fwn3NEEf8aOohWPjJHLE/8GRe9nXGwX3R9MnJCT5TfD4hwZBnTkpAnLHD/sd3AOMgQox9njTN/ss+hQ0+d3xGIJx8HjmxBIaQVp4uzGcSnPE9pZRP7mCbsZJCBkmZe/Q5kcK+Ca7sp/jC/slnCeKJLfoHL66AYN9iTpljSD+fIaK0DYnHNvsl+uRDAoEzQSAI55mgFbqBwBJHgANRIxzMl7i74d75QSCsLhEEWEjiSnM5HXmITEP+2D4dYaHZ6EG6WCSy3RBSyhbrsHCkHml0yCMskkkXS+MnZeQX378GQaAc+4vHQRmCPinCYpm0ifyQP1bwh8V/U84CvMk3aUopZxvbjC8X+K0hR9xjxsLaRfkfct3g0oyx+Q6EnJKnnPHwHUmehqTNgp1tpLFDnjFjmzwYkCK0Iz2RLLZxIh18aeo4qdDkSVnYgxV5BN1j95sGn8V6+HWsLdqnNMSUPIIe0SvyzfghRGwvFuYS3cVlx/pBPf4t1mny4EceH8Gk6QvfaUcdQh4hv1ia+aZs8b7S+Lp4H0CH8sX+4RfElTpIIyl9N36wDbEm5bJr/CS/2C4nJijDv+az0ezrfNbok/pGwIw8+ygpQr7Ra8axuA/qGtvoI/hOulgoa9qD5+I69pnF2+Sb8ZBvhO8g8tgiBa8GjwYLypFm7OQbOd7+1dRFGgicCIEgnCdCJsoDgUsQgZRSPjudUsq/dad4BQKBwEVGILq/WAhANIns0T9kkUU9i/SUUn6YEeUhgUAgEAgEAucfgSCc5x/j6OEiIsCZ7MVyEV2JrgOBQCAQCAQuIAIQTKJZkM3mkttdu3ZlD5roTt6It0AgEAgEAoHzikAQzvMKbxhfKgikNIz8LRV/zpUfXCbWSEOsz5XtsBMIBAKBwKWMAN+J+M89ehBMHpbCZYfcg9bUUR9y8RCIngOBQODKQCAI55Uxz1fsKFO6PIlmM6HcU9JISpf3WJsxRxoIBAKBwOkgkFLKatyXxkNdeKALD2ThnrUgnBmaeAsEFiMQ+UDgvCEQhPO8QRuGA4FAIBAIBAKBQOBiIcCTN+m7uY+T3yvlBB1PK+UJndSFBAKBQCCwNBG4vLwKwnl5zWeM5iQIcEaby0+bB0k0i5CTNLnkqhaPkXFecgMIhwOBQCAQOEcINE/ehGRikp/m4HuR48Dxnt6JTkggEAgEAoHAuUfgkiecQJJqv1tSXciJBilp4CKpkuqeZV6qLLVF3s7StwZyeLt2PgttXHWc/2zb5aROHvFPGeKOXG5bGgpli2VY7z7wDaFP66KDz0jdlNfWowJxWW09NUIZ4t74J4sM2yvjQLncTtkOtixsuwLdYyXr5nr0rOT/E+sMx9d0tFjPzZTLm0IX4BctSPP4GAd+ue5E/03zxamO+Ic15nPWzactpN6uPJ+V67JtxuE88z1YUKrmVAxmVfam1FqwzB+yuXmJ/YJ2eV9Bn3bVI4bQ+OCOltA/ftrfakHqefweT7IU8/uVFg56l2d8xoN97AgetLHkMrdtUjB6hLjOc8RcNWMnPTJ4NpAjBZEJBAKBQGBpIdCcVIRk4lnzACGIaFNGeUggEAgEAoHA+UXg0iec9UAtRtGr1UotLXgt7SW2FkxMar9r9oC0d5t00NLb54X5XtUDFuLzkkmHNO2F+S7p0B5pZkr1zIymDx7U1PSsBrbVsI7a89CzzVmTkulBX72FWgM6cnmuq2rNLMyo1zP5qb34H0xrwfan56c1ZyMD6w2cuvNhzgSn6s1IcyYGC9OadV9uqRnbnoU8zE1Js/Ztelq9uTnNWXe2P6W5/gH1Bm7Xd6/+zyazRZvyNnYQqmV/B3PoznmssxpMH9DcoYPqLcyph7+DGoRkJEwt+jZlJzJVrzTw4OZ7C+630myvcr91buMa/f/s/Qe8ZNl13Qevc+6t8GK/znG6p2cwGYNIJIIBHzNti8GWLMuWbCrZP4qSTEmm5CBZNC0HZTmRDpQtyYZsSbQp/kRJpBgEkiCIMBiEyblzDq9frHTv/f7r1Kvu1z3TMwP0ANMzOPXurpP32WedW1V73X2rXgNBayBtox44NuAAN1kdDHR5fUUrrNdjNRypXhskvl+xFxVV0gAAEABJREFUeChRmoca9qiven052WM8MJsV+GB+9rOxUKSU5l3Dzh6dUIONlUZ9sBl5Xext77Q0REbs4Rpy6ax04QL7SRv7IQimBtg5vKL63BE99+gn9ORv/zO9+Bv/TI/985/Tkd/+VR3//G+ruXQcuNg39A5ZF6tKmIyY0bazRNAUJQybHNg0yb45KQh5fQ1YnD+mM5/7DT32Kz+nL/7Ln9cTn/4lPfvob+rsU19S79RJqc85MBqqP2KNJpbgv3LsRVVXwKqhjf1slsmPlqRqRYPeZc6EPj1H7FutIWsdMV3NJrA99GHFNRXUk8tHRiAjkBG47RAwwbRR/rVapyaaTv2rtRbns2QEMgIZgYzA1x4BU7Wv/SxfsxlweNE9jnAGOXUNPvEGMaA0xJlexYlewpleOqf++mX1cLbrwbpqHPAGUhghkSICVq+tKsCOZubmNTMzpQg6DgzV1A1HfchXDx41Ug3JKoqgosCPh+EyC32Duu2uWq1SIsIq2tvtjrqdGWwJ6kOafBuPgnjUCiiPZQvHfaAGOwZID49+ABFs3KdFW7ut2J1Rq2u9HcWyUCgbNUSlGjv7MKHh+gBiO8KuRhV22f/3+CbUaZ6iVaiBCNZry9gb5V/qsx2DYaWIje5PR2wU62IMOkQpFpI/rGMRpSQBmwMthUKICugtbSNghyC12m1NT82oaLc0YC0oU6QOXo19jVYhrSuQ6dWqpwGMJRaFCmPlya8TbEi22woplEEROz2HeDCVynaUwkhCl1YvaeX0MT3z+Bf0O5/6TT3y25/U808+ocuXLklmR5ER7PXw1HGdev4ZXTpzTMO1JbUhzTOx0ToE9fzxl/TS00+od+aEmt6qyqIRo1grKqRXTFMlbW/u0Uh1X6Mzx3XxxWe0duGk2lyM6HAZoSbSubp4TuePvqQLJ45qfZELKlDIiOErSxd1+qXn9exTj+mzn/mUHv/sp3Tsqcd15cIZySQ91mp3S84pLgzQn1lUA4jPq+vW64brKnIhI5ARyAhkBDICGYGMQEYgI3A9Anju11e8FUsvc4TTIiAuqnXx5Akdee4ZPf3Y43ryi1/SF77wBX3ukc/q05/+tD7zmc/o13/91/U7n/m0Hvn8I3rk0c/r2Reex+cmYoSO9fW+AgiZ8LSKUp2ypQKiFEKQ+Z7J6GhUQbAaomHCnRdOegPBGhGFq1MeNaogd8Nen6hhoxpCZx5UMQ5fXmp1FFtttSBvZRkVy1JN7DKslJi8GlToqzWo0cmEI0hpRejVtwM1pC3GtOnahZh1IVcUFUMDYWL99CecqSNHjujxxx/XhTOn0BnUhgjGENL0A4jwgMUM0DWE7FYeg40BDZH5Y5BiTMNAU4yJrLOQ1JaKjhxJHaKD4YwI1Es1tlYj2DC6Crq1WkG209gpYmwoNUIUW0lfGjR5apQuHFiTBU6oQkK3NILINtiaSv2BhldW9OQTL+ilo+d1ablPNI7JIOjqTitA9tWizMjBWk/nzl7S+QuLChi0fc8B7Tl8rw7cda+27dwhLNbFixd1CZIKdArsM5XyXCwdDS7dhgK+jlyePXlMp04cV80LYcfeO3SQte29407t2bOXSP2Szp85qcXzjgL31eI88bkWyo5a3VlNzUzL32s6c+ZMOk+OPfe8RotXWGxQO5ZXsfc+GBumoG3j8AZtZHMyQSCnGYGMQEYgI5ARyAhkBDICmxGImwtvl/xkUfaHTcz8P7gm//S5GgzlX6ezk726vqZViGC/P4SXVUkGw5GGRDs9tiyCmkFfIjIX8LbLENSKMRG60Wikfn8Et2lBQuldKRGlsmyr3Z6Bi03j3LfVQAo6RdTMdFfdVslYpGAM/cSjgkTVEDTbbHoUmaOOhdbx7AdEBZuiUCyjythWK7TQ2VUbwljCMkMnSkSjArQtJDpYKTp6yJwRsUH9tXWdgnQ/+/RTOnbkKEHBNYUY0VFAhGu1WWOHcrdAv+2CZCgE+WGdBesuKLgGLgipayCZgRhaoZFKlSaTSICR1FDRFmOnp6ZUdFsidIs08tgWT21yXkOMHTWsZwidGbcyweajcaEWq4NE1S6kfDVkL8BKrG3x4nmdPn1W584vM+uU9txxrx7+wIf1ng9/i+568CHN79guFaU0ZL+JAvdW19mnlvYeuEsH7ntI5Z33qn3n3dqN7Nq1SyGwpsFAAgvgZArmZ540+Ss9hVeq/PrX1b0VrV25LJ/n23fu1fa779PM3fdr1zvu18H7H9JucIhgtnLpnEYrRH1BqzM1rT0HD+uh975P7/nIh3XP/fdo555darjQcPz4cZ04ekxa7wFFIYK9STavrKHA6WmYpNsEB+VHRuCVEMh1GYGMQEYgI5ARyAi86QjEN92CWzTAzu9mFZMFTfzg6U5b3XZbW+ZndfDgQfln0d/1rnfpXQ+/W+9593v1bd/67frABz+i97z/fXroXQ/rwIEDMqETBK4Nqav66xLSDHpUDXCyR0xXKxaCwBSQNmk0oEzYsoC0CGpU4Y03ogP5IaS2HWq1GOUoZ683UF1VlDggslU1hJdVaiBGE35TN0xVQlaJ0rknPIB5G3z7hkENxKCmQ5+Jscl2DXuqBuvYQUpksakHG32Ztwjat3uX7rzzoBa2bpHJrZgIfqgYg6w7oNUSSX00kOlRv0eUdg0CO4JW1oiSiLWNWNuwKSGcQT0IPFogJSMN11fU8/dgTQybkVCArLG+dVJsggxbf411FWQwtFqqPbErX0FSE2AElg11xBaPpDAc6PJ5yOaZ8zp85/264477tXvvXZrbskfl/BbF2Rk16AYptAYFdDRcSGgRkV3Yukua3SaRV2CPulPqEhE12fJFiCF7rcAckDRHtQMaohp2ksyNhxtvrPt6ltnHyreHD9c0PT2rrTv2SnMQbQi9QlfqTGkvRHK6Bfyrl9Xz95SrHudARVtXcW5BYh+27tqhw3ffrbvvPqzZ6RktXbmixYuQU/Y2AkVkTQHx4f3iFEj7VrvBlVkyAhmBjMDrQCB3yQhkBDICGYFvTATeFi6jneDN22fnOKgWPEHD/kD9Hk72qEpRxoXtO7Rn5y7tQnbs3q2F7bs0s7BdU9t2aGHXTs0vbFEIQSOinDAlld2O1G4pFBFSVauAvBQKKstSrU5QU9WJiLXLACHCkYfB9SCVvh23rmtNd1qSyZf6KsNIJUbFGKmjL5HL9tyMyumOpsl3GomApUKQZIlSD/I2wvEXJCugL0DaQlrbiD6IQ4fMXZB2WlGtQpCjRgEyKySi+/CD9+ubvvVbddf9D6jVaoPJOusbqgMZHaUfFeqrSPQRm4iABcJaZbuQpWH+gP1uL5iXaWT7LOIRPI51tYM0y1o7kLXoL24yxnfdCvjgzuqadEPiimaoZD9ja6RBrjsaFu2K1FCrUxZylNVjSgiyLESFV5avaEAU7tCBu7V96z5403SKug5GjfqQyyE2VLaB/sZiQCQbTepOzUkQTbia1J6SYkGUepr9bKfIt/8/m8C7QofSw1amzNUn1yTzrta8WZla6ytXuFgxUKfTYQO2sJ6u6iG7YjYIMwwhcC4MOa/W1Q6VBIOsOQdHnLcKUQNeG+Kc1fSU5nfu1LaFBS4arOvSufNcQOBCAQv1Ocmwq4v0662i8vbB4appOZMRyAhkBDICrw+B3CsjkBHICHzdEIhft5m+RhPhU1+nGb6TyhGnWkirZIkQr4qoYghBKgrJhM+9QkFUcEh0cCgYGDWFYrulEuJUuh/j1i9dUHPlsvDCUVerBYEpkeCJ8Lg77ahiuK6Bf5SFCF9gzuluR91uN3EjNQNp6by0eEExETkTUFx++oro1PDKJTWQBvVX1Cba2Q1K0VBUQ+/gEFNtTXWi2hAvk72ixt7+mur1RWl1UfUy49eWBYtUgFC0opR+9Ia8iLoKggqrkNZWUx9BKKOCbH9ghrmpAt2ezRisq15d1gixbTAO9ZcuqFph/aM1BQ0VGe+li0dEOjBN36o5JHoWTTw7pQQZUe+KhI3V4lnV6IisrwsWM0Fw0ABKgqqi4DUOuquGaLubo5AyU4QED00gvY9Fl6YWfdgecgGcTJS91YLceg0V0dqGCw/tWKo1MyOFUgOIJkxTKkrNzM2q7LQ14qJEVcGwglcmFDasV6z7mmjTg56bSm9SlnO04mIE10GkknMrQjjbMwrtaXltQ7ASEe+SvW5B+r2YIhbiRFfD+V+226RB4vUhiGe321bFmOUriwompSwyMNZ7HjeW6NdcTX78w1Rk8pERyAhkBDICGYGMwC0gkIdmBN7eCEx8yLf0KvGJr7Mf99l+NYShVmnygDfeQCZkBxrn2Y51EkYVRUtF0ZZiUCJoQhve9WB9VZcvnNGXH31Ezz/9lC6eOqnhKqTNhItxJkE1BHGwdEUvPfOEvvg7n9AzX/qcrpw9rQaCFK0HcnjmyS/pqUd+S8988TNaPXVEw6VFnXjhOT3+hc/p8Uc/qye+9IheZPzKyaMSxK4cDRSxsUaGEIVCQ2nYk1aXtHb+tE4dO6IXn3tSTz/2BT2Gjuefe1rHjr5AROqseisrEC+TQgws2FqkXlnSC08/rc9+6pN6/qknVEG8ikSooSAj9EKW/Uuva+dO6uQLz+ipx7+gL3zuU/r873xSX/zUb2odsjj0d//872X8C6buj42YpwD5u3zmmJ78wu/o0U/9hs4++5S0dElXWMszTz4Gdp/RU19+REdfeFLL545LEOwA6WyBIZQHYkPEDVNf66hMhuhUE9kU+RFpzX52TLBAy1AH9ljoJdirgq0MsVINGSO8zZrX1TCuXYJJWaIJOMFBnBt1v69BHTSCaPYHIyVSS5/CFxzQkzp7sZ5kXLitntsQRnHu+gefVGFwaKmBhI9ioXpYq9XpqmQ9AXxGQ86lwYC1jkQgOK0qxhYwgAv1CkHzs3PqtCCdow0sUi8JzZo8TDadn6TOZ8kIZAQyAhmBjEBGICPwtkAgL+INRwBP8w3X+XVVGEJQCEHySsJ46pR1ZM8COZkmajnVbUs43cKRhmEKL1ywC4WipfW1tXHZznWURv11tbt22IcKkL7e8qLatLWsH310kaM8EQITIG3tak1h7bJao3VtmZ1WpENy7okozcSh5oqh2qNlnT/+op748ud19MjzGhCVDPQfEq3sryzqmc9/Risnj8l1XVUa9pfUhUg0vSWJ8Q1k9NgzT0Ien9CZE0fhnxewrafFSxf1/PPP68knn9SFc+ckyG5CAYIF4wAbaX19TYNBX8ag6IADuIxGfbWIBqrpaRUyePL5p3QK4nrlwjn0DuVIadVbTv9u5LnHPg8ZfVpijfAYRUhnb2VZjphNFxVR0Uvagtr1S+d07vhRCPoTunTxLFsy1IjI6MXTR/UCRPb0c49LjhZXAwXEBDAkY1/9qQ0BqllPd2pK3ruiKLRjx4609vXTJyQiqmyXBpDrYZ+LAr6Vln2yfd6Mrgk2WBoDDEqTtVotVZwLcWqWSJatotMAABAASURBVGtM/7YmxFJlq0N7VMV84wsHQYVC+hMPtpZ1kblNjgrL+hXXJLBSHWwPYj3iDCoVO9OctVhclKo4YWtErK9hBQMIJpydl8BI/XT+t6QQdfbsWV25ckVTYN2anqYOhcwRSK6K5Jokyo+MQEbgNRFYXFzktcbFTHqOeN8hSYcvXDoz5GLQ+vq6s+m9ZzVd3JT8Y3epkif3db/02t3Qkb4CsNHm8R7n9y6qrjsm/fxr3G63bO6w2SbrcJvn8py9Xo+PldpV18lEp3/d23baLnfwuM36XOd2p5Yb5/YcFrdZnPdaJv0mel2ezOkLg5M+ts/jXOfU4jFeh21xeSKTvjfWT9o9x2Y9k/qcZgQyAhmBjMCtIYA3+lUreNMHNjjINY5wMmSSpsLGhyOf7yYqJn/+dVo+NSWzwcCy7T0nctbAYQpGWUiiy0GifWaqpQJyVjTUISKiF9ApHjXio8S9bxPJ7FR9dYje2dUXfSJ9xZgAGR0tX1Dvynk1RAi3bJlLP1507z136d577tahA/u1c+uCWsO+1i+dVXX5ImpHasP4IrqDBtKF0zp/9EV0XNZsZ0r79uzVoUMH5R8C8g8h7d69mzHSyZMndezYMQ16OC5eJ+sLIbCURoEe6YMUm5TqqDExgxgunT2hdSKT81Nt3XP3XXr3w+/SQ+98INm3a9uCWkVNEPS8rpw/JQ1WiYAFTbfBq4a0InG4Bhe9oAtEgU1Ed+3cqYcffkjv/MA36e67D2nf7u3qhJHWILNrF85KEPrCVAgTMOtVD5vrDsHriYWzCqSdqa62zM/r4tmT6p06phHR0/mpjtrtkj6N2mVLARGbESJEkosOTQxw8B7ttVrki5K+tMWyqxbEM7Y7EE+ztwHWhTQPndMR0/Nt9sR5vEYUs8F+lS0NyVcNWzSqNaobDVmK24rurJTWhv1URrCcouwtDFR1fJtxPdJFLmTYeTSZ37t3r9LrhXa5k9MNiWBKo25LTDZszElG4HZA4MKFC8mMhYUFhTB+IZV+36HWxMqvRROngotoI0ikidIk7x8xm52d5WLhQOe4mOgLQQxTu92Wdfj9PH13m8oQQrpINOPXMuXJvNZtknX+/Hlqpe3btydCa+Jp8ra8vMw1uBEv9cknmtLnoQmZ7bB96eshvGdYgUnchDx6bl+g2rZtm2yn9VlaXMyzfW5z2eNss1OLdTo1ufOaXbZM6oyBdXt+r9ljjZXLrve4EMbrdd3S0hIftU36905um+gxFrbFONluY+g2i+udev2ez3mL7QkhOCu3pUx+yghkBDICGYFbRuBt4TM2ON4TJLwgk0KLneLGt1UiTV1pnN/4YJ0wmapOH+B8Ymny4TgY9tRbWtQAYhQYV0DMikQgx2P9XIsPJXQESGHZQLzCQKX6mDESIULVtokI53QpldW6msGKptpBdub37d+vuV271FrYol0H79DOXTvUxeD+5UuJVGKoSoivTDaJsC4TxTt//JgKiMSeXXt1x8G7tOuOOzS7b6/23HkoEdiZuVktrazo4uXL6nO1XHxoNjgwwlEIAVtV42hgGwRa5ItUV2npwimtQXRj1dPW+TnthLy2tu9UsbBNc9t2aN++fZomKroKIb14GsK5fEUOpnU7pWxnPVxRGzI50y41DwncsW2n9u09qFnsFBGyuYOHZEI8VZRaW1yEuPrXT3uKRYCwwI706o8R++MeIQR5TYnrlG3Ngd3uvbt0+fJZHTvypC6eITpMtFgm244UEKFUwxgcuTZO25Y9uzW7fZsa7PDtygobc0fI6Mystu3co+2796ozNQs6JVMxVpsfNfbWVNwoVL1pR9TUwk5t239Q2/ccUNHpcho3svMWWVfN3g+aUsX0VnUWdkudOaloqQhIlAIhzjUczjXOmXNHj+noiy8RDV/nHN2mBS4aoIhOkoISlNr0YPimUs5mBDICr4SA3+8n9SY+L774on7mZ35Gv/RLv8TLK3KRaKgSAurXrIlV5fctBmzZsoW3z2mZKIUQ5H/dtHXrVk2I0pD3eBPSCZmsubjo8iLvsUVR8BreIeenpqZkwuixqE0kynNYX6fT0dzcXCKcHuN2Swgh1dkmlz2X9TtvEmdy6bzJrN/bTeRM1KzLOk1uTXjd5rLbPKfX77xt9njr99qdN7H0OOdtr9tMio2D6zyX7bAer8t1Fpe9lhCC/uE//If6v//v/9vViXwbD9sWQpDtdj/rth22wWKbJ5imgTxZJ0nCxmmWjEBGICOQEbh1BN62fiOxLKmRZqam0wd3p9VOH+52ri+dPq0LZ87oPFeNLZcvXtTyuTO6snSZMbU63ZY67ajZbpsI50gmnRHiKaJGY56C9kBXRFTEUNFviIzGOxKiqg0vPUBW3W6C5g/PuW3bVczOS/Th0rU0PSNRnoEsRH+HsNeXmKvB+D5EVb1VrVy6pNHamrYtbNW+/Yc0tWOP1GVcKOV0HmK4Z99+7SYqNU+fdrstP8y3FIL84e18chogyZo8IJ9LF86rILq1HQcnOUftjtQbwHVZS6ur7o6dkLutSccq5GRpEYyGtFshNhqXAmK9ZXpWe/fs1/S+QyrmtwuOT9R0TYotCM90cgAi+FX9nhiWxGvUjQ90parg5wiODQTQ3aNqxks0YOPs1u3au3+P9u7brtFgWaeOv6iXnntaR558UqdePKbVK6tisNSahjxv184779bOg3epmJmmOsKVG2A29SzoMqfddxzSAfrMLmyXI52KBZMG+TF+du4rkK9H1xA1u2u/9t39oHYfOqTI2iLnYxlllFSzRwt779C+ex/UwXse1vyeO6Siq3UupPi27Kce+6JOHz2uZx5/Ukcgm+2ypUN33qE9XMjgBcD4YVLUCCiQOvDE4WQsdZqHqnxkBDICN0HAdw34YmYIQSdOnNBP/MRP6C/9pb+UesfIizXlpA4EcAqC6KLJkomRyxNC5Iibo4s15NJ1JlEmUO5TQDKnucBnfSZvg8FACwsL6QKSdbmv9W6e4zSfg64zmfN45y3Oh+BXuEuS57JeEzT39fxej+d2D+s2cTRhdPtOLlb5s8T9vAbb4nlDCHI/63O92z3GOvzZ6HHOm2g63U401qnLnsPjbNuk3uTVa3WfU6dO6Q/9oT+kf+/f+/eu3oZsmydE23OZsJrAW2y7xWMtxsip7fQcE9LpuiwZgYxARiAjcOsIxFtX8eZrqG8wwYtKAUKYzWg00JAP3zWif2f4gH3qiSf16Oc/r0cffVSPfelxfenRL+gLnyf/2Jd15MhLqnHGBcUJrVIRzz2Sj0Q38eOZBdd7g7DZmaekiccd6Cc/+JxuVGiAuLg+6KuCfZXtljoQAk1NY1VLioXUgtw1pJ0ZtSF3gWhevwch4+q1P5BDCKqI2PXXV9UuO9q6sFNhy3bUdtQQuRpVUTILoG37zl268653aA+ks4SQCcMiOp2GwBwSY7AYkkkOGyqpP9DK0qJgXpqf26K4dZs0NaemmJLas9L0gtSd1/zWHZpl3hoddnoayC/KJOyLbRP5SmvY3agltWZkUjMimtbaskOyje0ZdabmFUNbFVxVQ2syskGv9sBaMUjuPaSjf+imUZAgRpqaUZiZ0447dml6pqW11cs6TwT2/KmzWl5c1mhIvwKsy2lpel4iaiuIeRO7GimqiC2WQB+ipWpNaXrLVs0Q1VVRSoF26uuNvRYPenpmpN4kNLypR6GqNa1iC+fF7FYpBCITA9U15xyrHHA+qTsjze+Utu4R4VDIdkdi/Q0XDaq1VfkW6JXFK6o45xYWFrTvwAEFIsFqFRpy3ipIFRcBfJoxMB2R56LRxhlO4S1wZBMzAm8WAr7ltAOZNDny7Z979uxJEcvLly+rgChaTIJsn0nUGS6GmjyavLnOUlVVirjNzs7KRMrkybrc5jqTOkfzTMy2bNmS7tqxLpPRCZnyGM/lMZa9fFZYr8e47HaPMSnsdruJrHoO17ndddY3mT+EkP6VlNfhdhNGt/uzy+UQghN5LR5jPbbF+kMIae0e4zqTSvGwfRNCSTEdE/s+z+e215kqebIeY0s2RYKty2IcXGd7TVKNrQmn89blvfC6vTZLCCHZ6DqPs9gOp1kyAhmBjEBG4I1BwL7jG6PpttJSSzjJ4uH/YVnhODcQrRBC+pDzB0+3Oy1/+MzNzcllRwU7ZWvssENShQxWlqW6sc8tQmJIIz/8TPAIl54P1FBIMSiEkIiRcMMrRY2IPjaxVAkha3XaKloQHJyLUR21hoKadpM7hZYUOowvVVW1Bv0hpHdEXaEW5MgfsP6fkAVj2x3IQ9NmnrZGkMLoMmNsY7szpfn5rZqanqPIBFBKMUYBVdgWAhlde/jDf9hbY84qVTaBU8HkN2APZLFpQdQgiIptIrILmp6fR2NB8HOIYB9X2dPAImowqoiaVcJ0wVZV1x1VEL1Ks6pbUxLkNUKuqyYS1B2p7g0lcBU4JR03PgVXRNYpzI+yhSO2tAL0JhQStRgh78+JIy+ogmDt3L5VB/bv07133a2DdxzWzNxWVaGlATj3IOdiHR67NBoK63HIuiqKtmLRwpTI2lg/9lRVAJNGkb0LwXO5Xjd51NRbSN6Eo1LUyihowDrEOmxC5LxvxQD1D5x7La729zVYrzUYRg1HhSpaOp1p7du9G6wO6Q7SQ/sOaG5mVosXL+nYkSOqiKiLPehMT7EHNdjoqsRGChYppcqPjMBXjsA3zAhHBb3YX/u1X9N3f/d36w/8gT+gF154Qf/0n/5TffjDH07fqfz7f//vp8+ixcVFfeADH9A3f/M368tf/nK67fY7v/M7UzR0Qsh8S+5/+9/+t/q3/+1/Wz/0Qz+kA1wg+qN/9I/qkUceSSS24D3fnxk1788vvfSSQgj6L//L/1JPP/20/vf//X9P87/73e/We9/7Xv2Nv/E35L7+7DNJ9PwmcSaQH//4x/XH//gf1/d+7/fqox/9qH7f7/t96VZgk0OvxyTX6V//639dP/zDP6y/+lf/qrzG/+q/+q/Suj7ykY+kiONv/MZv8H7qd3AlUuj5PM7k+xOf+IT+yB/5I0n3t3/7tyd8/tbf+lvph8vcx5Fhk2Db9+yzz6Y1//k//+f1uc99Tn/iT/yJNM5YPPDAA2ldjpb6e6Pf//3fn8i5cbEeE0yvyxj+b//b/5bGGefv+I7v0I/+6I/ql3/5l91Nxs7kdGJjqsxPGYGMQEYgI/CGIPBq3vQbMsHXXEm4foaQXONrdd2ZGc3jTO/Ytl2HDx7Uu971rvSB6A97f+h86EMf1vvf+z69/33v0wMP3gc3mlaEHKoN8cJ5t77Ah/c1jc5FHHFa0tyRGRHyTYiqkRFdRiA7VAnP6SjEgvqggaJ6TVAPUjMwuYstVSZ11FUQ0UjeIhWQoqBKQaNhRSSuURHbaiBPDf3WG8ZBOEN7SjXEqIFg1Mxb07+xMF/TBIk6BiuEkESbHvVwlL6zGmNUCzIYWm2hTDX6bdtA1WO5AAAQAElEQVR63dKaf/6UeYWMIG29qtKwahRNbgoWOKpVDUYqGNvpziiUXSl0NSo7Wq9autI0rGOKulL9UVTtNXsNCEpUS2qQ645AnYVKt9XkUz/SwJyxKNRAGi9cvqQjx4/p2Oljmp6b0qHDh3Xgzru05fDdmtqxTwW2DFHQD4VWwaIXW+rFQmsoG2EHTWDbpPn7rMNBV9cNydf0Z3ouPngnnWOtTq4T976u4utesAVeX8V5o4CNMagkKg9CCqAbFdWdnlLkgkcFbj3KDjCP6hHdG7W7Hc1DOA8eOqQDe/dxqjTpR6deePFF9Zf8Xd0SLdoQz6ZrDxcncq025zICGYFNCDjK5uIHP/hB/d7f+3v1b/wb/0b6zr0J1u/6Xb9Lf+7P/blE/tyn4DVqIufvP5ocmgz5jhKTPF8cNWH6T/6T/0T/3X/338mROd+2+iM/8iP6lV/5lUQK//v//r+3GrXbbUXe1+e4mOrUpO+P/bE/pr/39/5eIqXf8i3fwvtEqT/zZ/6M/of/4X+QJIUQ5OigePzlv/yX9R/+h/9h0uvPy3vuuUdPPfWUPPdf+St/hR7jwzb419H9Y3X+pfRf/MVfTL+WboL64IMP6h//43+s//Q//U+vEjpHXn0Xhcnw3/k7fyfN7zGe11gYq//mv/lv9Af/4B9Mehy99MVgr8FjTDp//ud/Pn1P81Of+pQ+/elPy6TRuP7u3/27E3n3GI83Wf79v//3J0NNNn37sNdkgmpSaftMlH/9139dP/ZjP6a/+3f/buprnCeEc3KxIDXkp4xARiAjkBG4JQTwUm9p/Js/GKcXKjO2A1LSKMgRGDUsDeLgf/mwvLam1fU1CJwUp6bUmSWqOd2FGOFQt9oaFW0FIoPjiCHaehVedgmxQVTgcBcQk1JCX4MEZotqeOZwyIfk6kG78zXNHFpbX9dqb109CF7dNIpFIZVB/vEaE8gB9qpGI/Z2IXKzUy3Fkvkgd73RSEMimpU61LVkh0QB28KIIZG2kPSFsi2FQgPG1OgpRBly0fi7mNYtKYSQROkRGCsikg29Qvp+5Yy/SwrRrptCVZCKKJWQSBElrFnTOuHLHgS0UVC73ZFClH+EqWLOknFtnBxhmmBuMQTWF5TIG/39Ae5Ic0l+pt1V0Wkxnj56pUdk/xCaAmJ4i1oq61rt6JpazXCotctXZCdi196D2nvvQ+rs3qe0JaurqlaX2O+eMFsNOhpWacxjUagEq8ieAq2Wlpdtrgboc7+KvkW7AGvWRr7f7/NcIyPEqWU8TcVaGuulRap5/irFEzP6NY8b+l0tVg1EXhrVldRgAzhV1ZC97XFBoacY0YywJSkfGBjSOUFl2jPGzMxr4fBduu++B7R1YbtWllZ1+fwlaTAAKV1dJZrSYR0p87KWcW1+zghkBK4h4Fs8Tf5M8P7wH/7DcuTO5Ouv/bW/pj/7Z/+s7r777tTZffydQ5NMj3GU8bOf/WwibSZCX/ziF/UJooIf+tCH9Au/8AvpR3L8XdDf/M3fTD8S5B8j8nuilfm9y+/NJmpHjhyRPzt+6qd+So4g/k//0/+k//F//B9TdPS//q//azky6DGWZ555Rv/H//F/yPY57yjo//V//V+yTPHZ6R/l+cIXvuCuavG+/573vCe9D/srKt/6rd8qRxA95m//7b+dIqi/8zu/o9/+7d+WbxN2FNUDH3/8cf2Tf/JP0tdafvVXf1U/+7M/KxPNf/AP/oF+4Ad+QB5jsuq+kzEm4rbJEV6v7ad/+qflCK6jtT/5kz+p/+g/+o9kQm5s/+P/+D9O+kzy/Z1X6zEx/g2ird/2bd+mf/7P/3laz3/2n/1nKTLscSai/h6o+w75PHBqAuz06y55woxARiAj8DZEIL6V1xRwsAsc7lDjRZdSD6c7FDjf5geQtMQmSkijb5XF827sILcgS7HQWogadaa1EiFAW3er15pRmNmuJs7Ra4u0JHXa29TqbIekLqSopIiahVhq2F9T7e/AkQ56qzj6Q3UhYYPVdcVOByoiFSDbp62IUZExITSqQw0nGyAVRKgS1ClF3GxXIlbDvsIaE/eWZRYRiy59tzDtLoXYhsCtKRSraqmvyNpbkMH04YjuGAoNBw1EizmaUiFM0beb9BDKUw15aiAiVLLlpeqig+6oAhI2hIyvO6I16JuXqaRHg9Qjk5hGJosNxDIqCD6jnoksTQEs21NtlUXQ0oWLmkKXSUoE/1hLXRySghhnGzBmIYttIpM1c6nXV40tg6oPR0JRw2wcIrqqupCqQg3VJpqdKDUQ9o4VrhJ1W19V78IFnX3hRe2Y3aq73/kBJtomnqT5BWnLtJr5ljrz7USW2rTMtCKWk+GYYy+6ISiU0vz2OQWA707TKzIt7eZimA420szMFBHcdQzAGBtUDdiDISsKSKkeWpNDxHnHgnRV3Nd1N6auu1FSn0YNqaVmZovzFpTaKhmQasS5wz4kqKj1sQ3SOBuksmRBLdbBOdMupjXfmtEWzu9AG4fawNqNUpdCmwi0pmYk35I9x7keS4lzqb2wQ9vnd2qw1NOV0xfUrI8g/0EF51pTD1URGR1hZ0WZguTzQ/mREfjGRcCEzquPkRcXGZfTa5G8j4rXq4mS827z+62/m9npdFyVZEJs/F5uwujx//l//p/rYx/7WGo32fL7zL333isTThPGyRh32L9/v37oh34o3TbrHyVynfV7jPP+TqRv4XVk02WLSatv3R1x5c23+LrOYmLo211Ngk0wTXRdv7CwoM985jP6//6//+8qQXa7x7vd0Vjfyjo9Pe1iItWOMPqWX992ayIYAm8+tH784x9Ptwyb9L7zne+kRun7oh5r8ui5TAZNukMYjzFxtBw+fFjWZ/s9sM37n3G1Hc4bX0eE3Wb7jIPzP/7jPy6PN7F1eSLG7r/4L/4LLS4u6u/8nb+Tqk36rTMV8tM3PAIZgIxARuCNQWD8KfnG6Pq6a/FHUYH3bfLlyU0WKOKcbyyLaF8dokY4A7XJgVw/llEM6RbXEXVD2kYoqBA11ooDbtoV2vjUjQaQhIb+gkApFjK5nOGDrosX356dUUFbTWTPI/HQ0dhACCtNtSP5VItm58VMFVLTXpNS5gM1hEA/6iAbBQ69ZItqidqyNa3+oNbK8ipEF3JbQTq1qmbUZ3wNqapw/If0bTQ9Na3ZqY56awOtL69IA+obtEAQIqQ0kMr6Q60IyWgTbfT/J60hMjRL2JHaIRLGtUskVtjU7rQ1NzMtOwReu69syw8iYE5CCNiBNOIRWJsUoNNjcWWtSDkyv8mLMWKIQgh62aMZ1yR7nAeG0luG3ZF9gJlpuijUBvNhf6QwNS9BrgTJTnvXLhW7LfhQX73eCvM2GyJSeVex1XkrF4861ZO57oiNFKREtlSNxBUGJWyoa2gBdeaQQgh+uibYRaX0SumkbvMYRfkR/LRZ2CPjN4JscxLKOouCtXEui0etBkTrtJaC8viwrrEE9FpnA+aRzfTU7meRH4F+XIgRzLuyPdYEQZ0l2jlNWkD+mwHrbuTtknWJGcUjBJcYTz4fGYGMwM0RiLxeTYTcw/mC9y6njS+yuXKTbK4LIcj9LL7F1mTpjjvukL+vaJLkKKjrxGMSoTSxNMEyye1zgXFCFq2j5IKU56b71cN1Jr9OJ5W7du1Kt/z6O6H+7qd1uc3E0f/z2bfXWs+EkHm89ds2Ezz3tZgQ+3PCtw47b/Loeosjp4uLi7Iu6zFZnMzjtTlqaZs2E+EQgkK4JtYzEc9vMX4W5ydtTj2XbXDE0/NN5nJft+/du1cmuf7+p0m/69zHd+Y4nyUjkBG4bRDIhryFEXjbeY3Bm4Gz7sRSB6gOlaYdzgtH3GJCE+gANZHFjrgl4MgrQCfMOAixDUfrqolsJcLhf1NS96X+ikqicwm8WKgZ1aqGFY45NXbQCQMyVK2ilT4kYxMhYZF2QXiCWk2grCQmTsLeADEYO/S1hA1oleu2bpuH6LVl0lAkmxhPj7adf5OwggIEVaM1jSBYw7VVtWKlKUiXOhBn/1sWdJfotIiyTCLRNTPdURMDfKqBPEFOQzJeseqpZo0arAn2SqRrBd2rikS52mVUWUSMFxL8hGZjHNSEZIzkak0eLsTUVpOtGOp2IBh3YO3yWlyi3W3OJtkoh9J6oyoPgnRpakpld0rrRErlATh1ErabYLMPkTrfnjzXnTaNSrKhSiw7SUBXwRBrnkiUUl/XRzuE4AbwkiPoRCrEmBYOo3EMjHV9k84ncA6MtqQy6yV120REOYn7WMSYJEx63VFTspBwhBB4dnksgYlDwqsa20Xrax0hWMe1Xnaq7Ew5HXHhQpV10855W3md9A+sMyZco0IISbSxBmCQgiTOfZ7zkRHICLwKAiGEq60hBIUQlF5nG7UmQRvZlIQQ5NeeRTxMvny7LVn5dta/+Tf/ZvpBH99G6kiff0DI3/n0raHWZd1+fU8IVbHxWnZqHZN6E0L3N+Hze4HbTBx/z+/5PfIv6f7P//P/nH4QyNFGR0jdbvJsIus5PM7RUOszwbWuSb11u//73ve+9GNBx44dczGJf8DI8/k3FELg3Yz3nc1k1d8b9Ry+DTYN4CmEMW4hjFOq0hFCSKmfPL9tsY0uW2yHb701gf4X/+Jf6Hu+53vU7XblKKbxdV//O5WJTZPoqMdN8FJ+ZAQyAhmBjMArIPCVVcWvrPvt29v+/8usC3b8pQZHucJ5Hkdyri25wHG3lOkGyRG9asHyEFKzENhJE8lD4Br1pWFPGqxLI8gZWgUhGZ09r76/8wnZasyoEA8pmVs8AnS2CVAUIkaRKFzZFNREOTVhacuPRg3EqxarYE5BAsd2VDSOFFqRrgMtXbmo5sqiBNm13epji6Nv66s6/sLzeuQzn9SzT30Zsrgq2Qjb2tRitCL6E2F1lBBSgUq1iFxOz86x+qCVVcY4mgYZLTtl4qqJZPdXtXTpvJaXrqgAuumpLroDdnG0oL184NestUJYouQmpCBDd6UHbQ11NY5PEwuJMk+67oF9k7L7TgQ1igVjUFazh7JANruz86pD1NkjRzS4vChB+r3T9cD7NEBVw9A6RShNICeCGTLE8LYE8Tjvfg19JV8ocJ23QjVqegONlpc0XFqRhiMqgiKara/F/OLRBM8cQS4ybJzW9NosFWVLQ5qEMahh9PhoxskNz42Kdovt7mvt8mX1l5aV1odhZZqp3qzihrHjoh2wcW78bCfROTuxdqp8nhZExdUqWOMVXbx8Ce0NnH5K4vzwBE3A2Ia1RVKL866zoiwZgYzATREwCZo0moxNyptfl5O6ST+n0e9zZPyLsSZIZNOP5fzIj/xI+qGfJ554Qo5m/qk/9af07//7/34iUo7SuW+73U6/0ur5xCMEXreb0km93wNCCPItuyGEdFur8/6hH996+oM/+IPpF2FNcH/v7/29+r7v+76rP66T3jvKMs3jvO203qIoZL2uc/TTRNLvLqoOPgAAEABJREFUOUtLS1gwPkyMnTPp8xjb63Emoa73LcguTyK4rgshyJhY9AoP6zGObre4i8sTnY6c+leC/R1T/8iSf1HX34/191/93VjfLvwX/sJfkOf2vLbX9ltPloxARiAjkBG4dQTirat4czWMHfWbL6OC7FWhgAwUyUUXH1xSgGxEXH9B/CqVkDBLcPTP0U2zjrKR2o3aU4VGRPyWlyE168sS9ExmG47+ra/p5PFTWusPVLSmIIVRGg75YGSoHfNhrcD8jX/4pylgJQVDA3GtkObGs1dbBfVB8FSNolJqRhSxllqpDJpfmMGOtq4sXdbFs2ck38oaGRclRyxXFy/q7KmjunLebWvq0CRWTFiSDiM1kE4yCiGIhUuqFb1OopXbd+9R02rrwqXLOn/ypJqlSwwdSG6ve+otX9SVSxc0GvS4Kryg7Tu3K91azDqFuia0VCMmkpX1e92SmxR5Dl4fuVEsNQKL1CfQQt9o1qda2kQ2GSI/Gusm0yBi/5w2jm4yFqas2a07NDU3r3NnzkKIL8q4q2gpdrqS+5iAQhA9xY0CtLoqnh7l7hOdigepEmaNTp04lv5VyKkTJ7R8iXlMaDlfCiKgJu0VfSeCKqPuFd1UfAkhCeMcOG0CC2XKlx90sJbRQOfPndELzz+roy+9xFovseXDBFMRPcqzOn19UuAQtlrgtOHQaiMdXbkif/9rEXI9u2Ve23awz5ETCXIZ0mzWnyYUVWqCbJ2uNik/MgIZgRsRCIEXykZlw3tG3Hi9bVSlJIRxn81tIYzrHOkziXRH/5iP/12K/92Hf7zHv1b7b/1b/5Z+9+/+3fKvrjraeIQLcO5rMdFzOhHP77yJmFOLyaHrnU7m95wmm/6RI/+Qzj/6R/9I/n6mf3TH37vcfKurx/mrFiEEPhZaVqlejwuz5Area/zdTbJyH6cWk1Cnts9zO2+xLqdeh3UsLCy4+DIJYYzN5obJmiZrcJsJo9/rHB1eXFyUSbH/XcvHPvYx3XfffXKE9cMf/nD6Tqpv4/UtyR5nvOfn5xMRdzlLRiAjkBHICNw6AmMP8tb1vKka6pd9/uCEu44PJhOcER/yVYiqIDyC/CSPGYu9eHNHS6A8PhhbUCpoLQtNz8+l73CevXBeJ08e1+opiMexozr+5BN67DOfVt/EK/JBW7bRzxicCuGFF5IaCE8DGas2pGbugB0FdsnSMA/9BBkbUh7EqBFzysQK4ta4bWZaW/ft0cKuHRpUtc6ePqPzJ06qD/FcP3VGS9h09KUXtL66rP17d+uuw3eqnGozspa40i3ImgnOSMzF3PK6aFXj2qiZPQc0vXW31ikeO3lKvrXo5HNP6eKRF4gevqgjRE4vXDgHwQjasrBVPEllqSGkS+isQwFRbmkItjU2UyWW6SNJKpCrY6Eh66vAqrEduvYgvksBexPxpBTAzjWkI0CgRQ06PK88Fnzmtm7Vrt17ZUfj/NlzOvrMMzrz3LO6fOK4ViHPDRcBRD8GWtNYYaNxSs3VA/0ydXI6kauN0hkwOX70KBcWjmsJp2Xk23jZV8EWA/a5a0Nqcd5CMcFwY+o2S5qGxtqFV5CA0cGdaFtdXpa/W3TsyFGdOnmUSPMi55UdulohnWt0epWjwOmbNNvBm4i/A3bm9Gl5bSeef0HPPPusTp05rbLV0d59B9TdtZt95rxOg6MC+5yyG08hsADv90Y5JxmBjMDLEYi8501qTagclXTZETmnlslr1H1D4NXP63ozEfNr1v8SxNE4/ysU/3sPf//RYy2O4rl/CEEhBFcl8b//cMZtTv1e6XSzeKy/I+q6iW2Tsn84KISgf/Vf/VflX7d1hPC5557Tl770JZkU+jZaRwJtt8dPxGTR+TafP74tdmpqSo4wTtbsW2ZNQH17cIuLX+7rthDGtvtfsNgu39Y7sd19JnJjnddlDD3fpI/TEMb6XG/y6dtqJ993ndw667Hu6/ndz3nvk9PJOpzPkhHICGQEMgK3hkC8teFv7mj75PX4MyUZEolKXbcg2kw0R5ChUSTClj78o0wOHM1yX5NNWREf8kmJiY0zRP9ECGv7/n3asnOnyk5Hi1eW9OJLR/XCCy/p7JnzWl/ra9e+/WrPbtWg7ECocNAhYx5uCZ6zKNWHZA1w2EeO9vEhiFlS49ndq5QgUcPYVo/+7ivSmr4N9bJdUzOa27lb0wvb1esPdezYCT3xxFPIE3r2uReITi6q25mWf/zAV2Y1GKpZXZdJkSAcQ3QNFFQRARTzKBQCKiUbZhYgtIe06467FDtTOn/xIvqP6Sgk6/jx47qysqqp2XnthoTMbCXqFVqMwykq2hK6KmK0lVqQzoCwJpPGDQnMKT9iQXSzUMW6hjFuEPMIYXJj46er4r2RCeBGTYWhNXkT5oj9ddqfQtPYsnPv/nQL1Igo4CkuBNgZsoNj5yw5FrVHMnhyBDKbxfb51mOq0xEauWrDMPkRiDDbhhEEu4lSckZYg50eb01AX6TjRAryNxP3cZtTS8FYut/8wJzok5O5AxcIgFFMTX/WRVkWSq/nGNuLQjr3+32ZxBqn40ePyVEMO1cLkPi9Bw9oZhLFjj43rxlZsDmTElk03eqRx2cE3t4ITAjNZJUmWCZTEzI4qXcaxy9ubX6tmgT5PcfjTNL8S7VO3d+vW6e+RdV3J7iv/w+l6yyOVIYQFEJwMel1JoRrZY8xGXO9xe+f/u7mb/3Wb7mY7npwxoTRvyjr74b6vaLD56HF0UDfgup/deIIovsuLCw44XPyBfm21d27d6cfOzKpc4MjjCbO/+Af/ANZn+sKPqecur8J7V133SXPZyxcP0mdfyUxRl6v55iQSdvnvv4hJEeCjY3/f6frnHdqzP1vWP7e3/t76f96ei0W6/Ha3CdLRiAjkBHICNw6AvZ7b13Lm6ZhbP7Yjb5mhHmD0mdqTCSogmCNkEqFRKpEWsh6YPKcIxQnqA5BFQMr2dFGYktbDtyh/Xffo7133qXO3Bat9kfqjWrt2rtP7/3Ah7Rwx51qzc1pHd0D/+qnI5RBSo5Gq9Cg6KgPORuEDqQLsrYxtyKdQpSYT6FNn0JrRElNXEX/hrlr62wkzcxqivnveufDOnjXvZqe2QINKVTBgDpTc7rz8D168OGHIb8HFLpTUrtD2pVa5CGIQ9YzhBRWsS1hj8Cg9rrroHpYqL1zvw7e84D2McfMlm2KZUs8cbQgmgd1zwPv1N4H3qVy604xKZHWRjX2NdhXo7MOpSpLFOMCtpFgd1CtyJ/oN4S8WNI+sO4QgkIIDNh81KnQbFQ3lCq0VaQ1ehp0VArUUAE57mzdpjsffEj3P/iA7kMOHr5Ts/NbZIfOpEpX9UcJndZ7VcSDOp7HRxjPPS7wzBCP2b5zh7Zs26qZ+Rlwn5H8HVbvMV3MZ93NUlAuWG9IMmKoxbe+Oh3LpN19PcbTB7NWxor1peSGp6nZWfkiwtatWxK5npnuKhZoMNm8OvaGQZuK6TykHEKQnVbLzMyM7ODZ2YtgOssFhQOHDun+h96pnQfvlM8fEU0XZH9sl61FycbRkBotY0k2H28XBPI63nAE/F7kCOVEcQhBJk++wyC9R00aNqVut0yqJnmP8Q/gmNiZ9O3bt0++KPj//D//j37hF35Brpve+LckzocQZEKlGx6b67Zs2SITtMn7hAnZ//q//q/6+Z//+VTvX6f1+4T1eW6vxwTSZMx1jl663f39ozwmap7OF7RMXI8cOSITvoMHD8rk1m0mkk59q67td95ioverv/qrOnnyZLrd1SR3sna3T+TGuknZBNPr8Hpsx+Q9zrZ+7/d+r4zf3/gbf0O2yW3G31j+lb/yV+Rf5PUFOH+H1eJ1TvRO5s1pRiAjkBHICHz1CFzvSX71et60kfaLQwhp/k6nhaMvtdqFEivpdrX3joP6wLd9mz7ynd+tPRAqhUhTVKfVVUkezsXYoJr8EALXhxz1FSGQUQOTKPLTO3ZoF6TuHe/9Jn34O79XH/6O79HBdzyg1sy8BLnbff+Detf3fI/e+f/7/0kBXRoJNaohlVuZ/73f9T36wPd8n7btP6BB3WgEUWggDf5OYp06Svd+7Lv00Pd9v/Y9/B4WMCWeVKlUU3YkbFMopNmt2nnnPXrgPR/S+z/6bfrQt3+XHv6Wj+ngO9+jmV37JaKcsETmbjMcHQXpzFY9/NGP6Tt+8Pfo0EPvpb4rsc7Q6qiGWMYtO6SZbdLcVu2+8269/0Mf0YfQ/b4PfkTv+8i36k50l9v2oJNxsauqnMKmKaKVQf2aKWcX9L5v/jZ9lPXtPnyX5MhwqEGtUWSt8oO5DjzwkD70/d+v+z/8IXVwcqqqURlKRa+LPo3Gf2SBMCDOWV0xzvBcI6FoKWGhIEXawLi1sFXbuDBw6P779O4PfVAf/LZv0R3vwJYgKbLcsCEUm4mkOkrsBR6gauavQgPmktOasiOdB98BJt/8Eb0f2bZ3j0S0sUYCpDOgY7DeoxuW+fu/1UDNYE1Nb0W1v+87Wtdg+bLSd2mrvmRRJbnvcECZ8wR7JkeDvkn+agrpO3z33frIt31M7+b8W9i+SzJmr9hZL3tsdi43N/r/2X3Xd3+3PvyRj+jBd79Huw8cVAG5VWFMAc3YboBniKgVUG9WoQBe11XkQkYgI3AdAgWvJ78GTabc4O8J/r7f9/tS5O93/a7fpb/6V/9qigS6zSTH/VqtlrZt26YJ4QkhaGFhQT/1Uz8lR/L+tX/tX9NP//RPy79M+2/+m/+m/P3EH/iBH5B1+/uV1uN+nU4n/RpuCCGRR9c5GmqbPJ8Jl+8E8a2rttF1vm32I7wnWP/73/9+/aW/9JfkX6l13qT2j/yRPyKTR9vmMSZ3ttXj/ONC7vcH/sAfSP/yxN8xvfPOO+XvfVr3RNzXZNQR2oceekh/+A//YZn0fd/3fZ9+8id/Mv0yrn/Ax/1NZp2GENJFXJcnxNW383rtE0L/Yz/2Y4ncftd3fZd+4id+IkUsJ2t1nb+T+rnPfU4f+9jH9Gf/7J/Vz/7sz+r3//7fL0c4f/iHf1jeD8/liG8X38Hk1eUsGYGMQEYgI3DrCOBZ3rqSN1vDq/reZVsySbE4T0TOJKdQ2DA7qgoRwlGSFtCMoAoSWIsyUcGG6GMdO5Ijg04ZLxM59NXORwhQUUhOYym4HDok21TxIWlSqY1xI/o3zOWJ6+A+gXkRdKkoJdtXMq91MX9g/joUkDvaGCvP65R55LSgngimJsKYhv4e07CGhvoGXY37btjQoLOivqKvJfWhPE7b2N9KItvE2DRPGt9VXXRTWx2jxJHS0CVvfMAhFlIRWXtQwdqLSCfj7DU7n/RhM/kQAiqC/Kj9ZGncXxA43eQR1KCvQV/DaKFD6JLndSr0OR+wI6ALcb+G6gaNNelmqSintpRG9kJK7fR1vfMsREmstwjyFIph3I9ip816OGOq/hq8clVpauqSOYOe2i06YUrTW0s/6rS+eMvY+cYAABAASURBVFGCmIZyXC8eTQhqKEp0RJo0CQ3BwlqYT9SLfrIdTik3nowut3QEz+k5XknchvYG2TgCKdbyXKvmOR8ZgYzAzRGYELOS93WTJZOzP//n/7z+3J/7c+nfczji5h/jcZvJm0lj5M3Dt7a6bqLZv+j6x/7YH5P/FYojhh//+Mf1p//0n05l6/roRz+aunoeE9YQQvqe5RYu7nlOE013sH6nJpr+Cob/DYoJlkmq6w8dOqS/+Bf/YiK3/pcrJn7/5//5fyZb/Wu4P/qjP5rIZAhB7XY7EdkQgkyCvRaP93p8S6xJnf+din+cxzj0er1090lRFPp+Lj769ln/yu6LL76Yfv12//79Kf2Zn/kZ+dbhK1euyBFUE2P/+JDtNQ6OtNpm3/lhIm5ibdv/nX/n35FJpf9X6Sc/+Un9tb/212Qs3baPaLCjmCbB/qEgR3L9S7wmvO73l//yX5Z1OzJqomm54bZnq8mSEcgIZAQyAl8lAvGrHHf7DLMHjPNtg1J24ga7EFgeUbyGK8YiyqYI+aSuoX9qToPI2aG3UJ741rVMPiFfEE5ByGSyZEJoPZDPuuyqJl9B/irax8SuUI3+GpVQF7RJI+YcFe30/c6avolZNO4QZTvcqcZMOTJYUEefBjJYIKWCm9WEUml+dMn2QPxqPrQr28TcrmsgHzVSMa5mfSPyYyk1ok+1ISN0ub3BTsuAvgPGjJCaOsVCwUS2gECWEMlEVFkrc3uNNXptVsAyS2N7sUc4VCLqJ9aACkXWVKI7IAoUkj6nYESHQF1QkNzutKGNUmh42jgCqWudkr12NK6x0Aq2nlNFITkfg6xOKSWvlz88xTUBc7rVdDMeFfkK25yOp0FvoJJ1ifpmopeqgAz661o8d0bHjryo82fPSP2etL6qF55+XL/2K7+sZkhkc7iutZUlXb50UUuLl1W7rh6p9q8NM+/mw3a43Fi5WF9g/uj9t5B3GWmSuOctSDPRv5GiUwVzsD/yOknHdihdBIiAZlF62NKJpIr8lBHICNyAgAmgqxwxMxE0efIvypr8fBzS6H/H8SM/8iMyeTM5/Jf/8l+m789/67d+q9zfYyfi9j/5J/+k/Gu1/gEhk8Z/5V/5V9K/JvnxH/9xPf/883LZc5i8OrroW0Z9u6uJ5eLiYiJ81rdz506Z+Dri54ij5zKJM/G0fSaLjkxal2979Xc6/cNB/sEfjzcZdGo9Jsae75u/+Zv1j//xP5YJ5Be/+MUUHTVxdD/rnmDgsuW9732vTPp+8Rd/UY8++mj6ty8/9EM/pA6RWbd7vdZt20x+P/GJT8gE1mTWBNZ9LBNbvF7bbYL8//6//69+7ud+LhFi22893gv/wu/f//t/Xyak/t6r98FRThNb22h9/spB5APMv27rcpbbEYFsU0YgI/BWQwBP861m8jV7Gxx+l+z2Op2QvGspOZxmE7IKQlXBRBp5yZbxiA0VFGpaSTaOcX2kztKS7PRD2hRbSlFLyFWDVOirQgmps0RGR2oaxtXkBVlsEaHsQETbarDBlcFPm6QhXxVBFVEvEwmK0F2pREV0AWlMQEIhsZ4mQJIghTUkzyS2pr5Cd70xc7MxO8M1Jk/xaprGBkEg3CpsGgs1atCjRDSYFf0ySWTdDWsez8O8HiuJHkmU2kvGQog8xuOxNWJDoN/4oC3paBElHa+B5vH41GGsN2V5Co3crM2Pia5JOm6LUrQ+7w8XE5xnLxSoT9qv1zsec/1zE7x+95fGiEhMnzqlckGbSZh1srYQGJBax0/t6SnZIbLT88wzz8i/hPj4Y4/p0qVLarcKPfrI5/X4F76QnEH38ZXz5Cw1jUJE91hNek7zKWJHxAa3MZfXBMZy37S2oPE+0R4Q+qfBX/XTRAdzoa+5KsyDTszURNS4oubcqdgfUiylJh8ZgYzATRAIIchExpGzEMJVMuXuJjS+PTXy2jYZNGkzKTKJ8/uEI4LpvcKdN4mjeiZFLS6kmihNbik1ofMtuf6uonV7SAhB1ue8Sa3HOG8xofP3MZ03sfTctsE6XOfvMk7GTHQ76mf9ntd9TC5tqwndZI3W4zbrsW3W6fGb1+K1mdw69VpMMo2DZTLeOjy/53T+8OHD8u2/zlu3U4vX4dQ4O/V4R0udt26Tbetx2esMgfc6FxDPS5L2qOB93mK7bHMI1/q5T5aMQEbgJgjk6ozA60Agvo4+t3mXmy+h2XCLR6xgRL7ZIGUUx6yiEbXVhowdaGvzx8w4dZ37iAc1/gCCdAgHIUUlqappqXH6mzFFpCQcco3JYiMJktAIsglZDcwE9VLpen+/EQnyo4EQNrjvNYUaTYyoa7UojklnQ72FBB2KjMIWB6jowrjohsQHUmbjySMm4n7j6hoNtSKjCn+XcFxJXUXdiJQKdGtD6mCyOiYfNU2eqWCmQhX9K3LBmlRDVivaG0RyT4sLkT6iN5J0RSXs3JTEGjcLa5NFcjQtpD6v8JQmohWdAjGlMUHCKrHP41TsRZAaRJNHQ8+JTOpeKY1UehyElhEyHp7HoKc5UEsPfxd1ZusO3ffAw7rj0F2KkO4RS9+7d78+/JGPqt2dYmhBOq1du/do1579KrqzUmwptHxeaPy4zsaNKs8TmR9sZXEeqUPUqClUIc2461f3HDzMTwUQlaqZoxJ6k0TqjIH7SO41vhBQk68lTYRsPjICGYGbImByVkBmNncwqXGEzSTJJMgk0j/4Y4I2IW8u+3uKm8dN8iZ9Jqkeb4LlehM+k0T/AqzL/uEe67J+l63PqcWEytFP563DY01GTd6sw/W2ZTLWRND1JnAms57TZNG3qnqcb3f1Gq3Xa3P01f1DCPK8Hm9dFuvudrtO5NRjfIHOFSaA7uu853fqOZ2aZNpW563b6aSP89bl1GKdnsvrd3ki1h+C380k67OdJsyeo91up++Jej3eM4+fjMtpRiAjkBF4qyBwu9p5zaO8XS38Su1q7AgLZ3k8sMIjH+FA17jJQ6pqxBEbEg5KeNEROoS7DU1p6NmQilSkIaXa/GAwKsc1ZEyKXKhNDpgj1hoTpcZppAbCQFugE1Np0l7QHnDaIyKNsGBIrqLXEJI0UqwqCCep11NX1Ptw2pCBnIaaNTpP8brjlequdQjMUqAzNhW21axvTDFsR1ADcBWdWQTPNx6RCvcpsLfUMI2lCttFjdAckE1jUWeVV/sAQrpV1RWvIcZq0sXzXhV0ug1VG81uGWMscLb4SjrblCJz7hR4sniv3HuzJF0bJNL1dAUXP2+WjRYr3ah21rK2PpQggFNz87r7gYf03vd/UPc/8KB27NqjVmdGD7//A3rwne/S3e+4R3sPHlIxNZP6D/y/PJO9YQKRxMwsj3IEx6gGo12W+zGHjDgks+bMdOTa0Ui9AQ/P0TB3zTxNEslpTV2D/mAhM8ZKnJ8NLbWElWMhm4+MQEbgZQiYzLyskgqTGv8C7ITYmEiZ9JnImfj4Pcz/D9ME0HlH+TaTJ5M+k9TJeFTKpMl6Tp8+nSJ2jl5aVwh+BSv9iq2JqvWYBG7dutXD0vckTdzcZrJoHSZbtsUEzXUuu4/HmmhanLcCE1/ftuq89Xptts9lEz+vy3nbYnHeYn1OPYe/Z+q8xXZ4nOf3vJ7f9SaZXq/zxsTzut36bYvr3Ga97mu9ns97YPxMMG23+1jcx9Fft3vNbvdYt4UQEvl0PktGICOQEcgI3DoCG570rSu6vTQ0yZzkEvNZCzVLDrRrTaeaRoJzSUQYlahShQM9wtWucOlrpElSupPJXjWSJmInG8/bZCBNwtOYyERFiAvToZfKWoITojMgSlJIYuhGe6S/eKAbGxqESbCjUvoV0zTfUAHiGbEhIPLc2BScBo9jEjSMj5qxY9HGagMNE/FGB8ZGJMCUAqlJZ4Eu6wvQxuCIp6UeyuttiLKi4uoRkt4Ra6lYxxD7R2rA0KS+pldFe52EEvViHqqZQUkaCrQwk1KTbRNWJ0mAjmu08XDJ2G4Ub5JAzLBIE2GCYF2knjQw6VVBw9U86zcGYaMuzUNfihuH98eobRQnSdIbktXWPz07zYqjBsNadmoctewubFd3botEVKMxhkVLKjsaVSgJhao6MJRLHJ7PQvW1I1zLbqypwfmxGFKGKqX0Mu4kt3RYl7fJpnnvvIcVq7N4qW6zpA3zznGhoiFtSMd1tzR9HpwReFsj4GidSY5l80JNcHyLvev84zcmUo4QmkCZYJkoOVJpAuQ6R+9c5/4W1zm1mHA5tXg+Rxutz8TNZGoyzjpMBF12vQnb5MeEbIPbTBbdz+3WZ7FdnU5HJoCTdhNLjzlz5oz8nUrftmqbTHadWofHmgR7vAmhyyaFXp/zttGp213ncS7bDuu3/Z7X4nFuN27GxHonhNvjvSav3eMnthtz542P7THBdOo+1ud667NtHu92px7nuSb2uX+WjEBGICOQEbg1BOKtDb8NRyd/PT1hXMR1LnDbA6mSJGKhycPefpRw6JV6+VmQzVqFCYl4JK87aOxcBxJLQzkdogXypSTyo3ENmY0E7WjWuH2jLg0SDxNU+gc8+pgqrZtOnpOEyehUIRuH2Qba/GHpdQRoi1siT5vF9R5eJCokRoj5UQoDDrr+4bLHOh23OIdgk+cZCy1eMnXJJrMU1DnvdqZJYDQpE1xNLg1goMbzp9z4ybaPc7TRTZPCTdJA/UTIKkGllz+SLVTbTBLsuF75NbLp1peL57BtFvcd9zA6SF1QjGK7kl6glO3orQ3kR6vd1tS0b5WlH9M2oZQ601xGKBS6M2rPzKpotd1VsSjU6bSUTjtJnlfXPTbXXMuP597oCP7Jho3iV5sYK1SlNTVM4HPR++g0MVuxmCSTGSJ7bWF9nL9Kuztpy2lGICOwGQGTI5Mci+tNcJyazJjAOW8x+TE5MrlqtVquShHJEII8tuA9w5XuY0Lkfi5b3/T0tEyaNtebrJm4uY/FhM62WFw2OTNhnPxqree3uM0ysc06Xbb4/dXzOW8xKfO/Fvm1X/s1ffu3f7ts9549e3hv66SLb57T4r6223NarNNlj3ebxWO9Jtd7Dttp+yd9QghJr3Fzm8d4zRObPc51vug3mdNtHm/dE/zcxxJCUAhjncbP4z2v24x3CMHZLBmBjEBGICPwBiEQ/ebtN2aL33T9oWKZ6H+z2yd2TGwKYfxB4A+nVlFq1+6dWltZ0bg2qt8nOkcUKUAbI85wB2knkdqS/F8qiijRRYo4zf7VV3Xl1qCSnkWS4A6WsiWVjCzpU7QVGFOEqDIo6fKPyyahXJhkFOhMY0jJU40lUhGkGCRRnaRVkEc3c5Shq45msG+WPjNSOS21O9JUl7RNmX7p12Kpw94QOugrmb+lQkExSUE6loJa11sYKUtpm5k4YmOI1BToQmegb0TE7EK3qEvCeiORucLjsNvrtQ6PT+3FlJy2i6ipKHUDooIZShmHAE5jfKWgpJ01KkmLiohQLacFGafBdejyCk1OAAAQAElEQVTShrjserdPxGXXT/owNOlPqRsYC6SyRBtN+WrflGcSlAQ6JIklfaMK2tzdtlmcL8BKKlDdkmJbxifQ385LSXWLMTPTbQUpSaRNgQbwDSX4gnyrOyclHYU8Voqpb6A2SZQCGUxKvUoJDEU+pJ5um0gRJc/ZjkqYdwop6NYenKIaryWozUTtUKjL7M63MKosAtvILAkQJuSciEVbRaQXIqxUfmQEvkERiDGmlc/OcrGJnKOWJiyO+Jn0TYgbTekwYUoZnhylI0mH31MmulIFT9bjerJXD/dx/aRioq/NBa/N9SZr7uP+Tk26bIvFZcukzXnPY3E+hCD3d946J/1CCOn7mK63dIh6OvWvwzp1vxCCs+n2XuuY9LGe1MCTbXPfSRtVVw/Xe00TO1+pz0SX1+w5PNjjnBpTyyRvXc6/kniMxW3Ws7mvdbs+S0YgI5AReLMR8MVB2+Dv3fuzZvL58mbzs690/ug3dn/QWPzmG0JQCMFrS/Jmt/t7Ff4+hz+8vTinNsxXN3318tyZs/rQBz6YbA4haMeOXeSLJJGypSSdiMshBNqRiIQWect4TAiu2yyT+kk6bov0u1FCcNukH2l0OShSbwmBcrxBAv2QiB2WQJokUm+hLVyVzXYW1+u17g2JpDeTa7rQf1XvJG/9E5nUXbPfOq+NH/dz3Y1ytU9krdgSwljHK+7BRlsI1/qGcH0+Up5ICNe3hfDGlSdzTNIQrHuCw+bU9eM1hTDOhzBJN/d7pfyk38vTybyTNISvrk8ILx8XwqvXTea8MQ1hY1wknch15w31kz45VQhvOB5Z522OqQlUCON9/87v/E75x3r8ncaHH344790GLiGM8QkhpyFkDELIGISQMQghYxDCq2Pwap8vbzY/+0rnj8eOHdNEjh49mv4H2CQ9cuTI1Tb3mdRP0q9Hu2+PsZhgOjXpnERjtfFw2Vlf+TT7Nwi+YumroyG8+maGkNtDyBiEkDEIIWMQQsYghIxBCDfD4Pp6f+44MubPHOcdGQshOJvJJjiEEDIOGYN8DuRzIJ8DX8U54A+SV/t8MS+byISXTdKvBz+bzO10Mu8kfaX5o/8P2EQOHTqkzeJbZSZtTje3Of/1aPftMf6OhVMDbymKQiaX/pC/55579Oijj6bvoPk7GKdOnUrfZzFB9Y8i+DbhLLUyBhmDfA7kcyCfA2/sOeCvevjfm/jflzj/z/7ZP0v/99K/uurvNma831i8X4ZnnfVnTPI5kM+Bt+c54M+UV/t8MS+biDnZZvl68LPJ3E43z+38K80fzaBvZ/EVY0crTTRtp6OWTi0hBD333HPyT8e7bAlhfEV1kneaJSOQEcgIZAQyAl8LBPwZNfl8Onz4sM6dOyf/X0n/euvXYr6sMyNwuyKQ7coIZATeWATeTp8v0bej+jbVzeJbVyfyZrdPts5Mf5J36is6ttFXkl22/Y5oOu/vefrn3r1RLmfJCGQEMgIZgYzAG43A5DPHn0cWf3/T/67D8/gHHpxmyQhkBDICbwICecq3OAKv9fnyZvOzr3T+6NtTfWvqZnFEcSJvdruJpM8Z/6CRU9vpNITgJN0q6kW74NtunVqcD2Hcx+UsGYGMQEYgI5AReCMR8G8GWJ8/nyz+qocJp+v92em2LBmBjEBGICPwjY7AV75+f454lD9bLDd+vvgzxpxos0y4m9PbrT36quxEbowieqGTNqdvRrtBth0TmZRDCHIE01cAJqDaRpNP33brjfGv2NrmLE36jmvGIeOQz4F8DuRz4I07B/xB719S9+eQP6P89Q7/WILr/FP2Ges3DuuMZcYynwP5HPhGOgde6/PFnGcixsWfQZtl0ub0dmiHv0XxlCSEl0cEJ21OQ/jatofwyvoN4AQs/xiQyyaTJpcmm867LoQgl83sxcPEM4SQfx0rY5DPgXwO5HMgnwNv+DnAx4x8Fdqfj877/3D67hrnLSHkz58QMgYhZAxCyBiEkDEIIWMQwuvDwJ8hr/b54s+diYQQ3P06mbQ5DeHNb4/XWZcLGYFrCORcRiAjkBHICGQEMgIZgYxARiAjkBG4JQQy4bwl+PLgjMDXC4E8T0YgI5ARyAhkBDICGYGMQEbgrYdAJpxvvT3LFmcEMgJvNgJ5/oxARiAjkBHICGQEMgIZgdeFQCacrwum3CkjkBHICGQEblcEsl0ZgYxARiAjkBHICNy+CGTCefvuTbYsI5ARyAhkBDICbzUEsr0ZgYxARiAjkBG4DoFMOK+DIxcyAhmBjEBGICOQEcgIvF0QyOvICGQEMgJvPgKZcL75e5AtyAhkBDICGYGMQEYgI5AReLsjkNeXEfgGRSATzm/Qjc/LzghkBDICGYGMQEYgI5ARyAh8oyKQ1/31QyATzq8f1nmmjEBGICOQEcgIZAQyAhmBjEBGICPwDYXA6yCc31B45MVmBDICGYGMQEYgI5ARyAhkBDICGYGMwBuEQCacbxCQXzc1eaKMQEYgI5ARyAhkBDICGYGMQEYgI/AWQSATzrfIRmUzb08EslUZgYxARiAjkBHICGQEMgIZgYzAzRHIhPPm2OSWjEBG4K2FQLY2I5ARyAhkBDICGYGMQEbgNkMgE87bbEOyORmBjEBG4O2BQF5FRiAjkBHICGQEMgIZASkTznwWZAQyAhmBjEBG4O2OQF5fRiAjkBHICGQE3iQEMuF8k4DP02YEMgIZgYxARiAj8I2JQF51RiAjkBH4RkIgE85vpN3Oa80IZAQyAhmBjEBGICOQEdiMQM5nBDICX2MEMuH8GgOc1WcEMgIZgYxARiAjkBHICGQEMgKvB4Hc5+2IQCacb8ddzWvKCGQEMgIZgYxARiAjkBHICGQEMgK3gsAbNDYTzjcIyKwmI5ARyAhkBDICGYGMQEYgI5ARyAhkBK5HIBPO6/H4akt5XEYgI5ARyAhkBDICGYGMQEYgI5ARyAjcgEAmnDcAkotvBwTyGjICGYGMQEYgI5ARyAhkBDICGYHbAYG3D+FspIAImaTiQdFV1wnVHPUNQvF1HDfX58Ev1znp79YbpVF9nV2v1tdjJ+2vlrrfNbE9esU5Jjqu9X15zn1c6/Rm4vbNcrN+k/rNfW+Wn/R9tdRjX6nd9Uk2N6aKN+Zps1rnrwP3hincvlnGzd6TV5Jx6+Znj3V5kjr/9RTPezP5iux4lc436n+VrqnpK+2fBuWnjEBGICOQEcgIZAQyAhmBNw2Btz7hrIPaZSexqlbZlkY48xVuaTXG1MmI7GBDXK7Fc4PUSEUr0tQjNU0zFvqiIXEJU8Ka/hOpqKWnGDUWOlZM6fGyvoYWC2MaCCUzkJNq+lmYIs1RU1shQ7T0kRF63RdVjGpUk7FgSjoYTr0YMZYBuT41A8Z5bePxjKO+YW1JyNdIhYyuSsNsDaWxHuu9mWCCbLPtupnUzG/cnFoqypYR6WaZjLc+yxgHlrZ58o2i5530H9I+pH5EulmMucvj9Tea9GErVVFoklgTg8GJHQD3KkkNsBxpu2zLRJjCnTfEY68XYzlqag3Z5z4KBp6MVJMURWldDLMuko2ZPbtAZHPNZIWb64zgRJTGTvRUzGtxq+saWmt20dhbvKaqqjQajeT8xiJeM/FYi7DdkuxnAhdtIWezfH5ZnLe43u3u+5oTvEoHpmEF4nxUSq/T6wks7rShw1mj5X4Tcd2tyIbq2zbxXlrSHiUrjcBmSZVf0VPunBHICGQEMgIZgYxARuDriUD8ek72tZirCTdotfe5qco+q53Tay4aLrs9ZRz4sUtP54iSgJAV6bW+rrhRam30TA3XTZdCqzX1FhJIgZ9fWdynQVejyF8gN+nnfGRnMGVSdZOUtWwa506hYaAzV6UmZyH5Co8bNV0b3pAdS1oy65ykNKih7PQqvqkw7u8wdKCHkPGY1HjTJ2MQaE0pGafFprKYy/PRRK3k9onougcYBGRT3eTc4ZrFptobsx5jkYL/rJzzJQRKwZZo/KAst4sHwI1HiFWOhdpNh7HYVExZj7CkAqu6PlWIigiz0lAzkxTTM8VNRwhBJigmn5ZNTTfJ1tQjV7F5JdvowkEvnsdHSMnN+6bm1/E00TBJx3o3Btomy6Rxo9rJxJZJ6rq3q4RwHSpv12V+o64rrzsjkBHICGQEMgJvewTiW32F9kUTYbBP5tVsSIOj6rZrPnlN1vEZJBDp2mhvYqE6lKogDzWOXX0TQEyOcOVFbxWQ1ZIoYgGd8LS1nxgvZhA0QOhRekQF0iQ8xav5JtUXPEekoL5QnXRHUs9DFS08NwgHw9Fcpz7jvlJJj/FYYVNAlB6B5ySQz4AUFkYXSGCMJTaSJUz63iSFWzGPkoznrbGhuSrCXoFlSslP7PcaNovrjVsAu0m95EsBTLzpsD2RstflfFCDxQ2WX5NxnVJdQXvBvK7zGIYqwR+kYNauN/YRtPEXSBFZOIekkA7d8KDWLfKalJ6dCzf0ctH1Fud1tWdN9NRrc0tI66zpAG6cf2QUQkgSWWtRFLKUZZnSEIK7vIrUuqazlvfRZYFpQCLitCA1tuO04TxjT7ho49eEbvFhC8fSsOYGbRU2VaS8TjlXZAnk09rFeXdNAr0i8nY4vPJXlvEuXFujV7xZrrXkXEYgI3CrCOTxGYGMQEYgI/C1QMCey9dC79dFpyNUFhM+p3iqcpocN3ujyUmtqB7izFY4qzVpTblRwFsOMK6GqJFrbHDD00TIbjqirI4hGgsjcIQj4k4Tv75Bu1Jh7CTWbkQi4vEkV49JeezISy5PRH7YEKeWlK+v65PIJvUFwjJSm3i2fYJgJpGwNyaJtfOCLIwlSPTWyx/o00TAT5skkB+LMa0Zj4SGNMh4MhMINOAckHEaGWPxOEFMU0pdIhJOk2jjUZPWch9L1Aii2yBV0hsxzOK5ArqcL1KdaK8Zhy1R2tgCKhu91qMOr9XjWru7op65AuvTxjzUekISIT7/9JoPa6GzB7xGX99K2UA6BcFs6pGq0UDNcMi2VHKdNvCrfWvvDbpMQm+ouklxglNNe41V9Tjl/PZFAp9jBQTTKdsti8A/CT2/2sMIRC46jGXEvBbWRZ08icXrw460VmOAHULcZPlq536rjPOpNbbVaI1z+TkjkBHICHxDIJAXmRHICLxtELDn+9ZeDI6vo5kbbqpqmJXFdXbGIw5ruSF2bAucWaeCqAgX16613W2LeNits5AdHzcyiNSRJ5xe4QibMLpj6pa8wwLNY7rkejF3ShkyzntGi5hdkvX4vt/UTnnjaLDTokBfy0Z9StyXMXa4TTYtzluUtHoFSCKeTscSMDIwdrMoPZgj2UnquSwusz5tFlaGwYyg39U8xRsOZsOK5nphnQEZj28YYSHx4fksziex/jqNl+1Ic9W0INfZQxmcoob09RngciOWKVghEkSDXumxafbUbOI5Hi01ac5UzZNfIhayHGgcqybvvd+sZ3PeIzYL3TeOzbWb8+PmgPax1Jheq10WeZYSXAAAEABJREFUKmLEqErjL51WChMMbIwkk1ITziFE1LfROu86C82vcWB1wp6UlTecHA1ln8E3E9GudG5h12tof/Vmr5H1bOxfYC+T7oR/zdCJkE3HpFyDDfYGJNW/dZ+8AstkBTWZ64Q99rnpPrzkac1HRiAjkBHICGQEvv4I5BkzAreCwK16jLcy9xs+NjllGw6acFoDDnTQAOe0jxs/ljD+NRkpRUtGinWFSBEnPtI/QoqSYN1VcGAwNZHQBi0iFRp9yA6vRahLFUkDM5doopLDNgiHWmneio4jpKa9SWIfW8mjDNSzAvImCk0T5B+JSXOiR57baXL0g9IY+qJESdyGMEzXhH4cVI8P1MsyLqm5anvUtXk2GjePcz/LRpMmtlwtOzNBa5IGKq9JE5ynKuG0kbrK4uLNhH2BUbHGGsH4Bkk6GEhbYP8Ce+nUe2o17mHn3KnLN0rD0Ovr3NPiWuZx8iri4RZ3sTkjCi/XqWQlwF6zm87jvWXvGdAgel2PBl1jKWJQKAI6sXM4SKNDCPJttK1WS9HkNNVKIdBPr/Wgj88puo3NoXw1T8Z73ZAmYW/dF3HfmiItt3iwDtUKiCZiQmszEJCSMfMrpmbSlKbetDQ26hanf5OHs8SvyAIv2XhM5CsanDtnBDICGYGMQEYgI/B2QOAtt4Y3xGV8c1c9dlbtuFlsSzQRSZ7+SAGnPA77pOsKg740sgxJhwpEhGI9UlH3VVQDRSTUA41lKBMYc7oKxRVObhUKXOJCTQC2DWc+qKHFs4q2sTSpSB+nkCH5V2uTDKRUrpITbedRdugtONNKjjwa0V8hNfUVOliF6oYMZaaT6iC5f+06JKTGVOVcstddaHL5qoGUJ3mTTauwfquxNOi3uFsSbJAHWMkmuZrFXjHmRrGOVxQwS/VO0V0jLlfocDrRq6uPQO6auI82xqS8bfPtpr6d1LiqUQ2Dr8HDEIEyNai4yeE+AElrjQVjoXDdcdWxd+ckzXgIiS1L+JF3Ot5P2aokwppAJebIovTwKPY49SCfMKTBaRLnkcnBuczJIvlneV0XC3lRTX+g9eUV9VfX5IimmywhBJl0hoBuvdbD56iFc1qWAHoxifG1yDaBjpIENegdQXpHpBVrYOmvNcmrtgf0h6TbdozF806kDlG15yKtkJq+m0U8wi0IQ9/0Y2L/ZkMaCpulppNlXEfB7ZxbJPnICGQEMgIZgYxARiAjcFsjYA/vtjbw1YwLeF8W31LqhSRxHYNMOgURCZBNDXvSALLnFAIqiGaS0UiqIKAV7SaiTi0NfRNBrNAk1Tw7R28N8fVGJp44vw2OsFsjPTw33cT0Tq4JegJRONUQWMhtSk2OYJANHmSDrtQZvcKRx4dHW1CTygV5zxBUU2aIbIvbGp4aedbxjCaQFX2SoND2pjxdUg/arJsmdDeI9Upum0hNo6VJehlIWRACbZRd38jR2xJSghiDjTZ3dT/rcnpVGq9hjFDFWJOGSVoztmJggzitKVs8z3g89jWNatZqaUgr6yMdsRjXpQX43+A0DbyskXEaUWl9DXprZHIEV0wKV9OaWa8WXpaZEE6nVxuZiymYD/s2Kl2Vss54f9l3NZ59RLWl3kQ6qeJoEJbh55uL/9UJ53A9REfSXQtANOitaXn5ik6dOqULFy5wOnN+bWjxbbXX2btR/4oJeDYmm+xlzf40oGGpnVLXpHM8MDR4yUrnFKXRhtSkt3ag2+cY0nhO24JUADOWgjmjKtrSuZNskhqG3dq8t8PomoVYRhhTs2KxSrIcAbnZkU4DP92sQ67PCGQEMgIZgYxARiAjcBshsMEqbiOLvkJTTDZT9IcIUGOCieMaa5TUjQShPP/SS3rsk7+lz/7SL+nLv/lb+tInf1ufI/3Mb35Kn6b+S5/8DT33yO/o6JceUf/McWn5EuPWrUBrS0ukwtmVBqhbR+9aJfVw9oa4hnVyEWvVkNURpKCB+GBCMscDo2qZQw7XVvTsY1/Ub/zSP9cTn/+8+surikUhk4LADpgkrQ8qrfSG6o8aNQy2w1mTTvIsTwP098kMaYAnKLToYBbVMA4y3ceGdUit7VvHkHX6D4YNVrjfWExMm1CzphH1jfr0sbubBL2GjZ7YJuCjIgbsYSV4+A3G1hCQinUPKU909/pDrfcG6g9G8PpRGstI9EssRyNYSt0EiXEjpEdlvxLtQSNJAyTZAa4Ns1FMB0uQIOQNczVpwZEx0hBQqFKIpZ5/+ml9+ZHP6oVnn9GQfQiK9GnAClvAok6kT1cfNQSuAUPfeVoCMruARfXLZDIgMoclFGwUWCgwKIlSts+6XT2R2hcwmFcmnNgjoubjiwysFCLaMH/F/CRK69NrPDhPfLtsLIhs2mgG9VdWEtF8mrWfP38ezAcq3I4qn1POh4CdlF/zoBtwqg+o3pMhAyyjutGolgxfQ4ckG33ZOnGJRlyq2bRbDPyKDzCVxbvQQleL87K8Toa8niuIsOjXbNLv/MgXcqhzhHfABSWvneLV48by1YavIuM5LG+kzrEZRhPh3PA5E6j0S3rIa2TAe0Iqu24iVHhrQwicf4HafLzVERjxOWXZvA5fNOr1enK9zzu3LS8vO0mywntAyuSnjEBGICOQEcgIvAUQsLf3FjDzlU0MUAv/cmaBV2zXy46aRTinNCVveQpHvIN32sWdnYYVzLQ6mmq1VcaWSkhMw4d678qiFs8e1+mXntOlE0dUXbrA2IE6raBebz0RSPw7xkitAlsoNLjFnr+B6BXQplZZqCyCzEsanPV+f5DGCkcy0F5CQgpIiMdYtPGwUw8fU7tbaKrbUgsWFGmrGddUQw36nn+kkkq3tVtksAF+oBHERfQRa2u3SxUYFyElmCex1pFxQV8FqRxCBkdEdmvsqBhTYcsIqtfCZjQKDgoBapQIPPNbRxmZiLU0sDuL/XuKasCTLvJiG3R3Oy1sb6uDDSV4Y468D721nruoRA3mpC0JDCy9GCpMMl32/JFyZNKgQA8OJqlwxEIIKiC6bicrizFbW2+I8K3r0vkLWl9eUjUYys6ZmCWKP9alGDClUs1aeZIfRRFVepHgUNd9utPOPI2x1Ff+aLVaaZDX4F+QLbBbBpPzQ8y7duWSqvUVif00uLEoVLD+WEpk09jXeqq8YNaiGBlU6grrvXBpUX2I/uHDh7Vjxw6aaENRCIHn8TFkv8e5V3y+Wum7khWiApgFBZEDo6iW52Q93ssQRL3SY7L9qXCrT34NqmCfAjsXrksb24JdDXOMOPkqRPSKlIFPXQAM5CO4tNttheASFRtHCAGM+hvnxUblpqRhbZuKr5gdcW5YJk5/CNfP8YqDXm8lr8/RyhVpwAUuX5gYQfW5SGHYO7xu2+1Cb+Bsr9eq3O/rjEBZlrKYUK6vcy4wf8G57fPa9RTTMTc3l1KftzMzM1pbW0vl/JQRyAhkBDICGYHbHQH7bre7ja9qn7kDXupGn6gGB3WjIOGpRpzUgqgQfE7b+cC+Y+8eHb7jTh0+fFeSg4fu0M7tWyBLhVYWL0BgTuny+VMS0cISz6+FE44/i5srUwiia41qolgW1T1VPciEHUYcRRoUCFbYTWyXEcIKGYHYRKTQEL4xkklnMsxGon9kIhJcGEvA6KYeQoZH6rA4x3wsEQu8WQ3dGhxVe6K2a2inA9IbIDci0lkxT5UsDSqKKPxWmTB4fEkZP0YFept6AAcaQCJqRArMWUCMAzqEvc1woAoM5Hk9n6QGBx0oSV0QNEEaDdbAYFVKDnNf/o5shHDZVs/NVKxbibQPIac1QwPC0nluWK0UwCBAgq0jNAOmH2gE0bfITjjtmEG9bZDM8UqUe13Vel+Fw4XIYH1NveE6XcEZgEqkBUEItDXeI2OFXo0G7NMQqdLckRHRlmysUzy81srjnN8kqNRVkdSxHSxqNOglPFkpRlYSFwrqlUUdefZJnTp2RKuXuYjhPuxTBQ7mtwSx0LBxgJmSUDZAJOMjKHqjW6X8OHH0iJ58+ikikgPde/992sn53O123SSTItudCjzZfpJXPXynbu35inG3hmQszXiZ2JwIEZFccdEiYru7cmZrbBEDbuFoPDY9OfNysWmR6haZNviUPk85d+OIfe6vqfZ5w/5ps/h82SiXvH5LXovXtW+0BZ9A6H61ww7/RNI+bHQ2zsZ7o/hVJ7ZPviUjAELkvGGN4hwJ2FjwerNilu4ky9sQAZPMybKmp6c1NTU1KSYS6kLF+5BvmzcZ9TkXQlAI4Wq7+2TJCGQEMgIZgYzA7YyAfbnb2b7XbRvumgjEaZIqeGitCge1gbQUVMzPzqmza49mDhzUtoOHtf3gIW276y7tIUp0xx13qGgX8Mx1LV1ZlEmJGVWnxdVnq0JxPaoUIZsdCN10UUMERmp1cbs7hWRmxTw1zoFBbRUl7QE/lzHYEJEiOZJN6mqVguqZSzSQxIb2xt8fhbjZP8ZPprVSt92S84E5A4QwQsii02KE/lotCA8ZVodeyLUgixjP2EZuMiB21osCG12AVEWkJN+yc8t6vKY2oWKWj6oaXSMFmDNLkBz+wu4CJ976PI6uEGepxSK6nbYKbNPaskxMCtYhCIFIO0wZcJwj/dp27sGn8q2PlFNdEfGte/KYTqyJqIEp4wrmKxk7NdWWsJUnBeY3KcYslYwnGKy5uSl95KMf0Td94IO694F7tHXHVrVbBSsb0cO0e6jG47AvkYu0gCDAEZMqukzvEJmMlM6SQ7iMDiFQbMi9+hHcDEYRO0vWIy+sv6rV82d06vhRnTj6ki6ePaXVK5c5tyClYFCzvg0u4dGvKrYglEY6yOffOpHzULS0a99+Hbr3vqtj7YiOiMY5nVSaKE3yN0u99ILls1zVnD9DzocRF1KaEbZyMSG0vaBa8gUVLmwURIW7nH8l52xQT4H9vZnu11vv1+2NfY0rZqkA1w5zdDh/2pyvvlMg9FcUemsqOFcC2G8e2/iKyKaKovTZsqni9QK/acgrZUMIvFaMjW7hwe6Cd3P5vEYXz0hcpBBr9GunHvRVQ6ZvdYZbMO4be+jXafUmmZ5qwPtiv99P0Xinvp02xiiTzFarle5icBTfdb5zwfUue2yWjEBGICOQEcgI3O4IvOX9GUdn7LD6XzT41lRLHViWPVaSAm/afSxyWI0PceEmC2LRNHSKOKQQ0ZldO1V07Eo3WllZgnhAWsz0ICt2fNt0nYagzMG2uvW6tHJe9QUioctErtaI8Pn2RZzdMhYqGGBnsVqnHicezxE/EqedfEgESBJz40Mr4rwXOJkl0Y0S3TEwL4RFy4uqLp6XFi9Jq9iD8y+c/QjjatHPxC+RYjupy7SvrKjVNJqOLbVZX4TUBMhNGFYSJFi9nprFK+qfv6DB0hW1cNTbYFHGESS6Jw2wtbesZukizu9ZNVdY1zp6Vy9L/WUJEhmYu8D5j6zBBCsSKdTKZQ0un5b69G1VUoMuj11iPMRAa1dSXWCdM51dqzsAABAASURBVJ2oqbKBcA9ZdwVhHWrK60ZCGCYbGvQ1K6y5hz6iWFpn/HBNIvIambswyQAiIJbAG2VKEoxpTbZm9TUF8pDvBpIkorXCeZcxXEXfEvqXL6tZ4cICjr3YF4GFOCdknYz2YefOqWWsUWoojGVcUxEi9J4WMYrJJYha7/JFnT99UucgnLMw4xlkqtNSC0Yf26VaRRSnieAsaBvrIZOOhjWOJTIXOkOhcceo2GrrHZDMD374Izp452HMrtnaCpNrNex9CCGlzotHeSPZou7Gwy8Jn+YFsxlj70Mb8l/GoQLE0+ecOC/k/bR4P6p1dbTOOTTgYoPtv1Hr6y/zMriuc6BUYEvB666E1LY4bwKkTD4XfFFj8YIavy7WOD/c5qszjJkcae3gMCk7NQkd8fqsIORjLF3LXm7a63HNy59NBEzkK15DFuc3k/qXj/hKampdPn1czz3xJT2LLJ/j/cTnKa/dyPoLzhPjwVnA60VJAurZZZ7z8XZAoPCHBQtpt9sy+fRr1nUhBJlYThHx9K2zJqGLi4tXCWgIPhMY+A1y5GVmBDICGYGMwFsbAfsyb+kV2Pk3mTTRHPEZbPEvyZqApoWVhUwE3K+xd62Ap9nIP7wzjLi1JhmttjS/IPGh3+Dk9UykcPpk5w8pcGzbEIE2pGcAmTp/9FkdfexRPfuFz+iLn/5tPfPFR3Ti2Wd0+ew5olh99EsR3Y3vmyRCAzNQgKQVJgUY4mBoso0n335q/WIODdY1vHhWZ194Ws984RF9+TOf0pc+9Vt66nOf1qlnHtfgAlEQR5pwxIMGEhHR488+rZce/7KOPv+c1nBISpz1Fq5pyVwtvPkSR1mQqvVzF3Xs2ed0/IUXtHoJwjVZIwRpeOW8Lhx5Tsee/rJeePwLevrLj+jpL35Oz3/p86zphNYvQXzXIZ1EX8U6ItgkssnYxz77SZ147nH6nJWI1KydfEkvPvklPfPY5/XiE1/QS08/rpPPPKnlcyel4boKyEwb4hpNHInWCl0mlb2zJ3T+pWd15Jkn9Bw2vPilR3T00c9R97yuHH0xkWBBPALsKGJD4/tRwfbJ3/5tPfcZ8Hn6SfUuXlANPhEsCxz2krmc9iGY555/Vs9//hE99juf0uOPfFZPffELeu6Jx3TlwgWN1lYkyLms1+TT54T3Jr6OlwekNqYxkG0iFINLF4lontHK4kVUruvQ/j3atWO75manJJMj+ibiwr4MEaZ51WOIXQ37aeGsUuACyRQXSLrTM+oPYN60hRBU4Li2iIREbE6kS6/vUXlPwStwThVcfHCk2ed65AKDIHUXn/iyLjz9mM4995QuvPis1k4ckS6dVoC8OyqeTvbXN9Ur9/JVlw2JnLuRfYvYU7K3fs2YBGt1USsnj+giNpxM5xP79vyTGh55cbxvmzSHEK6WrhJNcDYuxQ0EPIDV1c43ybR5T5iQAGNsMb716yCrN1F5XXXFxZC15UVdOndaVy6ek/x9X+tOy+DNgvedlL1uVC68XRBYWlriAueKfE55TUMujPh863Q6iXC6znnL9u3br95yO7mN3u1ZMgJfZwTydBmBjEBG4CtGIH7FI26jAckdwxtLhBO7cPlxm/FBFVUHloZDOcKZHeHIuo8K6uz045zHblexM6UGIfQkEd0ceAwOpsmrTE5Nyhgf7AQ3fS2fP61TLzyrMy88o/WLp9Qm0gPDxB9e1KkTx3XkpRd09tRJ1SYCGFd2IbI4zmL+QBpUw31rKG8twYhTOZDH6qa3oqUzJ3UM3WeOvKA+hGUKMtYa9lP+/PEjOo7Df+XkMVUQAWEP4SUNV5Z18eQpnT1ylGDjZQUIkG/ALFHbKlgvxBPPRauXF3Xx9Gmtk7ZdBzbq94iintO5Ey/qzJFntXjmmCoigBEy0SfSuALBPQPZu3TmBAHMi5Ijr5BcmJQCRFyQuwFRr4Yo5vriOS0ee17njr0A8T2nvkns6aM6f8p2P62TLz2n1Us41NhnEhGxP0AstA6ZgGyefOlpnXrpGV0+c1w91r4Gyb1y7oQunjqmE4w9c/QF1UQlBVaCSEbIobwvJnCO3uK4t9jbNqSrVATxkQLrPHfqlE6zN6ePH9dlnPohUbKayGt/5YoWIZvHj7wkfz/K/9eSQZxFHIzjWRNSAZQuJnF+Iq4ofM64/6CntQuXdObkSV06fy7t8W4cxH1792jLwrzUKjB3qAaCV0G2TTon+q1HnBtjub5UNeFqS9XAR/oD9QZD1dQ7+mECFAIvgvEwRfY1hGvljeqbJLVq9rHhQkpkLwouBBRg2hC9XCeSeO7USzrxwpO6yLm3xB4tnj6m8+zvxeMvEQHnIgTr2GzzTSZ51WpeXuxTPRZsCMwfEYCSfK5g3ypE7PxR9ol5VzgXV8+e1GXOyxPPPqmLx45qbXX1+jm8H9TYiQ8hyA58LArh1XPqDpM4T5fXPBxZsp5JxxBCwth11++fvvIH7wnbt27R9q0LmiL6vbZ0mdcIuPL6k3fd5zh9vnLFecRbBYH5+fkUtRwMuICI0T5Xfc6R5fpnW/4Var/G/R7l22xd79tpff45nyUjkBH4Rkcgrz8j8NZAIL41zLy5lSaSdYg4+IJmjMW9cWGd4MiOFCFuCkOc9BF+XIUvO1RT91WavBA1a3o4rBCR3vqqqiaqKTpSOYXL15LQLY9fuaSVc8d0GRJVQ3D27D2ku973zXrPd3y3HnjXOzU1N6UrkK9LJ1/UyvkTSt/HqsUjykSmgBhFHPSK4gBSkIwNgaZG9bCnHlHHC6eP68zF0xoUte64+7Du/5Zv0YMf/bDuvPcuhW7QxcWzusj8PaKgguCobHTw7ju0bWFOUzjnXdcREauZq2+nO+Jkm5UCUjRRrNZUtGp1sVVlV+rVOnfpsi5eWtTa+lDz89t05z3368F3v08PPPwu3XXPXboIyV6+dFY9kz0TTsgJbBNsYD9EjubApz0aaWlxGV1XsHNK973r3XrXt3xM7/7Ah7Rty4I6OM6+VVeQWZnEe6jtQ4vWLmuweAYifEG+PXXLwnYdOHyPDt33oA7d84BCLNVbXdGVyxfUgySKfTNhrZ0ShdsyXaoDDqobhRDAuwDTmOAlGKpnnnpCpyHarXZH73jgnXrft35M7/rot+mue+/TNpz9i2A+gAg3k7VhUxMa9myEypEC5YhWatBLNXkfkXr5/IkDij1VvSUtLREphhxd4SJA5ILG1n37FFiPZuaksi3Al0IhR9o67Za6kGMlPdYuHjFJjfUNOUu7VWJHrRGE2gSn2+mq055S4BxyO93k+hF74NTlEIKTq+J+NxOxqnHvqOCLIJwr1cq6ls+e0SXI+I6i0p5upd3dkeabZVXs1QqEb5ULAvKPMFnx1ZneoEzSyYvH58iVy1q+cE7rzFeyR9t4Se7sBs0FzuX+oo4//xQXSk7KF0/EeaaKfeO1YEtiUSgWheT95HWx7FudIc8Xjr2oPq8zQtssv/+qcpoLMee56NHnooogxBJ2WR96vQe8kch1Fc8jxCkJB/1S/xEI13J9WlZ6EnV0iVJoT2t2dkHtssPLg/P87AU1JtB+nXBBKNnOnN4ji3g0ZCouVFk21FGbj7ciAnfeeacOHDigH/uxH9OZM2cUQlDF+6rXYvK5c+dOrXI+uM99992nY8eOaWqK1z/9TDzdL0tGICOQEcgI3CYIZDNuigAuz03bbvuGJkQ1oaMG6tiCFLYhIfijspShlGKhprescrSqgmikSaaIjgV8/7I2ybygEhIWhqtaPX5U06y4KDq676Fv0qiYR2bUX1sXjFAXXnxC62df0hQk44GH36OFBz4ozd8hFTOa2r5Dh9/9gPYf3qnq0ktaPvoEvi+OrKOn5Yy0sEexP9QcZKFfRA06bdU4DFWIWiJiFVvT6hFtWzx7SuWOKe1+zz3a+s4HpS3bJByOhYce0N7336c4H7VINLI+f0GKQYKExC1tdbaUai1fVHXyuOQfU6FtvdXWMuvRKNKvIip6We12H5MXVE+3RBBL6u7QkYtrWokzWth/n/a/4/3qHHxAgkx3Dh3W/Dvu0eG7DirU60RuX9CwusIYpigh7VOsq9XVrH9IaXFNoZjVnnvfqwPv+pDKvYdVs+YO6YG77tVsUWrLqKdlnHexJ6vrA1XljIZEb5dOPK+V48+rg5n33P+g7n7fR7Ttvvdp7vB7tOWuh3X4gXdpdsuCVpeuEDk8hd3YUIxUsQQRJW0XPbVCTz3W3WetVdPRcFTADaIunTmvDnjPb9mqXXeD6eH7pK17pbldmt9/l+6++27t67KeU8/qzLFn5V+yDe1CiR5AZn1LLuDhAPa0PqzUw7s3qRhBbBouEmgAwgMiUqundfnsC3rpxcd1hcjwtgP7deCBhzV/8G5pZqvqqS2q2j6fuqoKbJPUcL4m8lw36l1Z1HC9R21Uv67VI5RZU5pIEQKEpCBIGhWwTkkiPRDGR2r93WGnjnxYqJbFd3UPyfTZJ6cVoyxDUs/V4pysarSOSsxpSaslAf/t6p+6rBkc3fneoqaXTmpq+bjmhxd0YL5QMVyG6D2PGQCCHjI8T6y9MaWJwz1fSWjiiGoColKNjI8lioI4SbQC4ZxmP/bMtFT2LqnoXdC29kBTnI+zvI575znveY1rfVkVUfdYRC1B+r3O3qCvGhIqyN8cRPX0M1/U0Ud+S6ce/aR0/Glp/Zy0dlZa4dzqs5f9C9KFl3T2sd/R45/4pzrz/GO6xPnRmQpSvYZJldZG67wLVBr64gv6m/V1rbFnyzVqBlJ/QIb6GntGWuOltq4+lNOYGwPziQHnENsiTW/V1jsf1K6td6jNSb147LRe/PJjGl65JK6kSFwQE30ryOdoYA2YgRXLTU9LvC7rdC4AYT7eFAQmF3kiF4BsgMsmis5vFr8mV1ZWUlWPC5bOfPGLnItHj2rLli3623/7byci6Xp/l9OpdTm1vn6/zwWtJR08eJCXxDCRUBPPy5cv66d+6qf067/+6+6qyidXyl17unjxoqxrOByfP9daxjlHV93u0vIy72lk/L1RX8Qim4+MQEYgI5ARyAjcMgJ4dbes4ytV8Mb1JxopnPEaXzASDbEUeHReVCDFL9M8kaY5HNXZ6TYcrZJwDmt/qOIMChI6OHFMl555WqdefF5DHOwuRK1VTikirc6sOlOzUlPjay4pDlbVQnmwczwqcCyZ2Oy1NaXOzLTmZjoyIa2uXCRasSjP3+BEOy0hEgWRx4bwhG/ztQMSmoYo15TUG0BUr6iLQzDT7ShOdTSk/2Ad0grDafBMS+pnZruaZrHN8qq0NpSKQppqaXrLlGbapaIdGQiscEJHTMpQORLa+LuVENJQ1urSN6bvE3ZFOFIPPvxeopnv0Z2H71VrDoIbOjIBGY1wmquhppnXZLDBya4hjdZdlVE1xBEfmuhl0FTRUqc7r9bsNsXZecjgtIZhSlXsqt2ZAbNC7dFABU6TWEuIJUMLVax/uLwjh8bxAAAQAElEQVSkApLQJQLZmZmXOnNEeKc1LKZUl9Nqb9mpPfvu0B13HtL27VulspRtGMaohs0eYpcvJIQiqtWekgLtRVslJHem09E73/lO3XPfO7RjPxcHZuYY3waZQoqlQrutrnrqch4URJ+tVzyawJMPHH0hMUagLlwDsuI8ahSLmvJAIvK6dPwlXTh1gq1oaT/z7Nq9T+2ZBak9qxF4WqrQYmwhjFZoojy8YP2OzHXbbbW6XfTVnGpBjc9pSt6CQCpGBsSpi+M6515FAi8AxM5tEYNaZYEzOtTK2oqG7Gsj2tGZUuwxXp1OV7FpScsDDVd67G2j2VIQ+iF7tAIhXdZgfQlZg+APtL7CefgqJry+pqBGrKgJWEOqSDleHdpbXdNwrcd1lHX111dkoh+9V81AZRhJgzVFopcygWedBWv24IZ8g66218T+iX0Umrfw2tq3Y14dLk49/9ijOv6lR9S7DOFknVq+pBNf/Jwe/Z3f1IWTL2lLt9AMcLR4/asaMPdQ6UIBE9TYPCSqTAU5bGcvG8weB61BFcLpaT2nWFmNfYNRI64RibcBhlXyBSdxrqo7p7ntu7V9x26ZRAx4HV88e1YrZ06KJUih5vwLZGtZV6NKDesMTNBQk4/bH4GG86ObXuPSJP21X/s1dXiP+tf/9X9d09PT+hf/4l9ct5DI/pokuo/zV65cSVFQ183MzKS+vnvjJ3/yJ/UzP/MzqVwUBa/zSouLi+m7oa70dz893u8FLk/EkVMTTYvbXR9CcKIQgsqyTPn8lBHICGQEMgIZgVtFABfpVlW82eMbnGTJH5MRx043PPyhurKyposXLuvo0eP68pcf16c//Rl95tOf1WOf+7yeef55HTt6Qr7Ku2fPHr3Dkb2tWxTVoLOW+ODFu5av+BZFS1u3blULCdMzkMw5KeKRlh21io4WZraoS9rDWV9ZvKJqdaBA5ANmpYK0XdUqiTS1kcJ5omYd32N7eUU1skUt3bmwUwfmt6mF49+mrF6FjqCt7TntndmmWeoHl1dTfw2DYmda8zt2QXDmtArZrHHKhUMacKgjTo6IkFy6dF5Lq0vqTk9pen5OUgkZZIW0z3Y72jozpXZ3SrJjjUdc4PyXrY6o1HTZTuSo6uNsD0aMbUSN7+aVIMU13nNRBE1Nd5Bp4Ir0Eeg1anDyY7clt1c43EOcdioVYwRfrBxUurK0St+WZma3qI3I84I5fF41pBEPXFv2H9DeO+8ikrxHKruCiYqMAljbWbJY58RBGpkI0KPT6Wh6dkbt6a6UrhTUnCHVON8tpfkZ7GiSBNYiyDDD6BNVh0gWnNijEIIKF8ErEEFIBMTku7eupXOXdPrEea1cXtPCzHbdfcc92rHroDqtGWlUqqxLterWVSnJF00BpgXriBLkT21sQfeIiK/nsaljc0YS6PC06ag35clCrLRJQgjsQVCUpdFUt02+TsJ1As1zDnSLgj2sOK/Qz57X2FBtrD20sAUyA2OXv99ceT8gberOKnLxpW5NKXARocu5HmJLr/2wvTXW6DrR1UcjeT4La601eUQyQWWrrc7sLNveVWxNK07PKTL/EKI2CC31IXFVpG8TpFgg2M9MQeRl9IIaMEGRYNpahbzOzi1o36G7tWv3Xl28vKhnn31Ozz/yqF54+lkN2e8Dew/ovnsf0B333idOBPFyYmythrliiGxXi1dQZI+7angdp5MDHCMYtoPUwQSfk8IOS4EtbWzo8Bpo1yP5bowW/cRjVNIZIjK9Z5e2H9qv6Z1btU4098yZUzp5/IgEcRXj5D2mf8N5IkXeGQqkZIao/Li9ERifC1LJXjtSaWt9O+wv/MIv6P7779cf+kN/SLt27dI/+kf/yE3XyeS9zFHQubk5LSwsaHp6OvU5deqUXnzxRfm2W4sjmZcuXVLB69v9Znnd+HMrdebJn3FLS0s6d+4cb8ONZiCtkdfOhADTRS47ta1Os2QEMgIZgYxARuCNQCC+EUpuDx31VTMCOQuJWjjMRWxJOGx1E1RBGPo4letEEVZX17VOdFEQG384L8zP49B25TKfyKpMXGocYiKPPfp5bLDDt7Ki0eVLGvDh3ecDvn/B+XWNBo3a7S7DW4qxVNFu24QkwXogYAWOaek8jqfIy3OsrauCvLRgGQHS2D97SdW5C1o/c07V4pLqi4vSyrq6aqtTtCEKkLlRkMopwQJUQFDLuXmtQhavEDGsBusqmyFOcU9qekSGlnG6m0Q2S5zbEW5qH1uaUOOcYB7YJOLTX6c7Y9Ajfx90ZZk19VQPR4rYnNbg7mAQSH2MIJwN44uiUCIOqlURfaqZX/QDCOaW7HRZhONdhCh78XaGer79kDVNz2yRpsaO1IBxFT2aIohpBVOWWKMgGsJ5r9nPgLstBYVQKIQgP0xwGzUa9bGZiKpiI0GEhR5BEEdEUr3v67SP0vqWVMZAt1qRdQQwkSL6ooRe5xvOGTVRhaSC/Wpbp4ZEmJe0evqULp6/zBaWmt+yS7t27lexsEtqsS91KXdTUwJLRJQE82R9Y5FUFhIRupWLZ7WydEWt2KS5bEub8zKCZ0DG4+ifjvrqc5NyNz65fSwx1mxtXyPOiRY4jPUNFWBRnVahyF547xw1oVIqA5hNqTUzm24hvsyFhpU6aj221WefViBd65QLCGilUmK8bvERmusVGPJkC7p7zNcw9yi0tVoFmWSuQzSv8Fpb5SRpWh0VZUcK2MJrLoBZo6hYtowa56I05MKGqLOtPV7/scN5tm+f5g8e1u49+xXRfe7Coi5eusK0peYXtquc3yoVXZlPBuxwPnLeiXMhYkchmhXgsCMwK1QPVrW+hLPv17X3EKwETk0d2M/AK7dRyxdciMgLAulIbIOFVRHV+Fybn1Fr1w7N792p6fnp9JpdIXreQ+Q7AwKrilIIQUHifC0VbQv5fNy+CPg9L0b2uBmf5IONHwd6+umn9fnPf17f+Z3fqQ9+8IN64IEH9KlPfUrnz5+/bjGOeLvCt86aLDpK6dfqr/zKr+iP/tE/qj/xJ/5EIpAf//jH9b73vU/vf//79bM/+7PpAqlJrcmpI6d/4S/8Bf0H/8F/oB/6oR/S933f9+knfuIn5Ahrs2HXhNgWhc9sqdXi9cPnkefOkhHICGQEMgIZgVtFIN6qgjd9PJ/j+GISqQVfb2wSzpgzZbuldrut2dl57d27X/c/+E6975s+wIfz+/XOd/lW0ru1a/ceVUQgjxw5orMvviRB2oRbVzSBBIkt2XFcX+/r/LmLevG55/SFL3xejz76iL70xJP6/Je+rEe//JieZ/xliGOPIeuQtD5EVRuPUVGrpl6hVmhqanFUcfplJ9ROKo7w+vqazp48qacff0yPf+ELeubJJ5Gn9diXHtdTjz+pkydOa3ltoN6wUc9OdG/IknEQIGLl7Jz8Y0RXrlxWf/WKpuJA3QaisXZZw9GaOhCvmYUFBRzygWo1pBHCIc+9ckU9IipnX3peL77wDBGfp/X4Y1/S448+qj7R4RrSUYJF245xDdR44clPCSyoYCkJdDbADgrraIjg2pGJkXaiZ43X63UH+iAF45p6qLXVVQmdrfa0ynZHwjVnGzSC/FWULKZGKloSZEIQDcWOQujQKkhUowZDxlLJzl2gXER3DxJky0Szt7So06dP6qWXXtCzLzynJ595Ul94/Iv64qOfUwwVRHKkBhxq24/moJCeG6ex0Fi/FI02/ZPOC2d0lgjUxSsrmt26W4fe8aCmd+0DHIgPhERNAcrk0dRMJJCZCDZSkqdYPXdWJ48e0TIXMQKjDGlTjUCDZgYHRH5czbgwFrYDq5iW4ribayigJ9UaD4h0hGw7+t30lqX1VTVrK2p6q1q6eEExBrV8LniYtRWlwtSUVtmMQTmlEedXj8jyeuzqyihqCBGb3rZTXV5T4rxIw17zyXZdE69zIkq2jhWM1+A8QIWoksh7h4spDfMvQz7XmrbWQ1fD9qxa8zvVmdvKuT0vRQAtCsyJqgA1lIWsy+faECwbLjKJCxrTRDf92lw/eVrHnn9BZ89fUbs7qzsP36M9++5Ub1jr2PHTunQax399qAbSGCGk4jxQ5Dwc1ZBBXkGkjoaqpE7iXF7ifEDfcd4/uKCR6nkPqgWWijL2S2dPaPXUMd5fLrLkPrVBI9pX2KN+xP7prqZ2btP2PTs01W0pctHk8pnTGvH6TO8TZUxrCpwZZVOo5KJTUH7czghMCOaE0DlKaXt/+Zd/OZFCkz+XP/axj+nMmTP6xCc+4eJ1MnlfKji/HelsQQYffvhhfcd3fId+9Ed/VCal733ve/XjP/7j+jN/5s/oPe95T4qCuv5zn/uc/vSf/tP6W3/rb6W7eBxR3cfFFpNd38r7yCOPpLmizz9yjmz6/Y5sPjICGYGMQEYgI/CGIYCX84bpug0VRRzBda2u99QfEPFrtTW1bbu2QDzn9xzQ7K7d2nXn3dq5e68E8bl04aIuXzwPBxtQxl2FhKQQBx/0rVZHZdFWq9tRp4NAYv2B7tv94vSMHKmgQbPbt6F3O5HSjvo4+sMCl7CQhiXOZQlBgng1JkImaeT9b1WGELK6HRQ6LbU6bXWmpzS7dYu2EvFozU6rwcGoQlRrakrTOKQzu3crmmCGUhURNCEdIoAtHGr/6IP/5cd0GKmo17V04RS+6opm5mY1O7cFh7WUcFgLdDbMe/r553T0mSf0EkTzLM7t0tKiev31RLJa9HFUlwEKISThycXULlx74diHImrMO2q5vYhRLUhMxGZY4LiNciLckshCuqUUOQ0tKtquRV2lOhHUinKTaEgbrJPzHrAbIqQImG5lewSxrSAI0XmUB4hwEaQZSIrtqNbWdOTJJ/Tcs0/rCGTzzNnTWlpe1AhHvoXN/n6q+1vEXgk8JCtjDs6HRlExMq9YX9Mo3QZJdEqrS1pbvKArly6oxqY5Llh0DhyQTIw83iraLakd5Tum4WiyYKKSRGbBTtRqxAWCc2dPamV5SSxeDdFOYUuwgG9Q7dVuyLWE3NXDPa4WUsY1GJHWU6tHpPrYSy/quaef1BLnt9C7duWinvryF3XkxeeT41skEDDBY7BvbvtOLew7oEG7q5XQ0VJdpnRYTqmzsFO79h9W4e/ceh1pzjfuqQaYBlGI6m7foW27D6izZZuGXGxYhmgtQQLXNCVNLWjLjj2a2bJVMhlUIbFvQUFFLBJytURVS6FsSUUJoRzp5PkLOnLyjC6v9HX3/Q/q3vsf1j4uRB28/yHtveOQGt4nXjp+Up/93OflCGufc0y+iMD5Jjaw5FwsY1RZFio6XdVg1hBBX7l8XidffEb+90bifBFzBtbQkF++eEmnXnpOp2lf9v+k7a1hbaPAc7+SevQZicdUV9t2bk+3Pk8xdpX9Gq36x2YaGmt5PWQUsSdgi/PfQPKWW2qbzwkbPfKdLM4gvu31n/yTfyJ/t/IDH/gANUqRzrm5Of3Df/gPOXW817wWG/G5aQAAEABJREFU6/FuR861oihkMujvcXrAnj179Af/4B+Uo6Pr6+vav3+//tSf+lP643/8j+ubvumb3EXu+0u/9EtJ35/8k39SP/dzP6ef/umf1i/+4i8mYuqI6d/9u3839fUcznieCUme1Lk+S0YgI5ARyAhkBG4FgXgrg2+XsfGqGyYcOCmmz+sgwYICTmYMOKKxlJLgeLpXpA7HUe0ptRa2p+/B+OpxUKMBREVEKRoczMa3s/G5XzOmwHnYsWOn9r/jHXrngw/ooYcf1Ls/+EG9+yMf1sPvf7/ue8+7deh979Ghhx/StoN3qA0pHEE0zVQGpH2mxFfGDgwskFZDpCZoHZN67aC4ZVo77tinux+6X3e/92EdevdDuudD79cDH3iv7nvve3TwPe/SHtIF5p26Y780PaeaaE+jlrpzC5rdsg2zexqsLEkmy8N1rV0+p6BK89gSu7NgU+LitiWcmaXFSzpz+gSRtQvCdyYCvFP33PsOHPB7WNtDuu8D36Sp2RnZ0WnAkiFCGQ58VBNqeFFFKg0hYSM3NqwJJ7lAgjuKB2dYUYBqEVNfiT5Ut4pCJXvgYRVEMTlkkM2ArS02sES/0j2ptfCYlNQF9hAJkgxfWbQUiDQVNJaICafVlyEIFqVzJ0/oHOsbrq9q2/y87mJPHrjnHezd/XrPu9+te7/pfcI0yG+tUDeCNzAXBkN2aqTxOmLJbJJ1xkh2MFB/+bIGq4ticm0/sFft7QtSpyWVhUbtQlW3VFVAIriw0Gctww3px0r9AolDotFD1RHyg30DHMZtW+a1fduCGojmiKh3q4UC1Xqth3tYKjqyAsY3rGGTDNaJjB/ViWMvqeqvaRr71FvTJcj3WfDxmkyIKjvEwJb2MQbN7dyhfffcq2LLdtWzWzSYXlBr227N7T6ohV0H1J7b5lOIWSPyeg5beRMJm+vHujjdJO+jSrXnt2hm2y51t+5AdinObddoiqjmzBYuyuzXLK9fmXAyyHvG6mWrnA6J0pYl5zvnWno9c86UU7OsYa/eAcmc23tADaQxRUC709py172674Mf1b0PvUc7aJvlAlXsdsWVHQ15PxDvJ61uR56A6RSLQo7Iz89Na/e2OY3Wl8H2pJRIoq1AOLeqwZr6Vy5xoeIs0U7OnaqvwLlOK6qiSuwfpRNQKtpddSN1zBfX+yoq764xahhRI1Jg8oKRPt+VH7ctApF9tHF+D3Vqeeqpp9LttD/4gz+ohYUFV8kRSxPFT37yk3rpJaLk1Dqy6dcmWfl7lpaiKOTbal23bdu2q59bbnPd5jG+MPrv/rv/rv7m3/yb+ot/8S/K5Hcy9pu/+Ztl0mryOdy4E6dK55kUQpAfk7mdf2XJtRmBjEBGICOQEXh9CMTX1+027RXshFluYh+fm/6ALtsdWUJRKvnwDcu2uGynbWpGcziW09PT6q2u6fzZMxpC2oKjVG7HufNteD2HIkxeu1OK9C1xRJsY1C7a6ran1W51RQbpQJUarUPEHJnEK00RLoIz6cM82lw+1BukNTMrdVpax9Ye6yk6bbWIRgqnFjonFYWi7e9MSaSuV7skelprCfIjHPIk0/PqzMypGo6kXl9ypMz/ugMpYVVd1ihsjOoosKYBfRYvnFcNISmLqB3b5rVz/x7N7tyenJsmSHTUzOy8WjjkdmTGDklUDIX8GNaV+vVAA5Mk8nUaJIUQ1OA8jypsKVtSi/7MUZuQigfthSLL6GgEYTTZbCCbGK8yVJoqGrVxq0M9hNQMlL5vaWcIfIQ0ENR2RA96A0kZSpUGt4Zi+HQAg7XFyzpz9KjaTdR2IgeHiQDsP3BIu3bs0CzrMYEQUW8JW0PktLBCqcE2q9Dkgc6AWraZRiqHffXXVlVjb7dVat+B/WrPTtPQqNFIZbtQZEDNGdDvr1I/uk7cR6ytZp1i1kvsQQhB+/bu1vS2rYyN9G9UxkIR24RWKjjqDSG5yeEeYtS15lonjx/XmVMnkr677jyoFhcezpw6qQvnzmjbtgXdB6mcBZ+K9TQb++hpQ6cjQfAOvvcDOvjuD+juh7+Jiykf0eH3fVB77ntQPhfXe15bvDbdTXNjy27afEMDcIOMV45uzpsSQrn7rrt1z8Pv1T3v/7Duf+8Hdfjh9+kOSGFrfpv8WhR4NU1gELKhr0FR9MYh676ApEL7D92lh979Xu295wHNcD6oLBUgmoHXdMXVjwqCV0P05vbt113ve7/2H36Htu7eLb/uavoKe1CT7Ftj/UPm4HTUPBjefegOIpMd9VeX4fREJdETOf8KXsPtslCb87VbRsgkNnIeCy0dxk+HgldlocIwURYbEHldaDhQwSJa3tMQeU01qngdVKPUSZw2yo/bH4ERF3NaLd4HMXVpaUnPP/+8/ONBP/ADP0DN+Gi32yky6R/+mRDOEAJ7HFIH//idv/M+NTWlLp87qZIn97cut1NUjFHOO7rpfocOHdI3Qy6t3+3+VVunJqvud+LEiTTGddbvdGKrzzWXs7xFEMhmZgQyAhmB2xiBeBvb9vpMwyHD+8d3qxCcfsocuHIMxwFtlR3yUev9IZEIPrxxLlWUUsCBI/ohnD3hFIp+LSILQwjF2vpKcu7Eh3eAMPm7mwvbd0EngpbW1iX/cmS3o1Gvp8BfIamEmBTMJ3ujsVSn6KgTSnVDS0NIrHi0ipZa9CkR9QYKNhRC0cRCczu2qwpBly5dZh2B3lEFjuqICKsdANfI30PDHrXaUijUxUlZX+tLTUuCou3YtU/dVlfnTpySlnF4L11K0Vrrae/aKxVT6q306VlqDkJx6fxZXNlaW+amtPWeu9EhrV66iKq2HCnyHAO86TXIaSxK6uiCU96wZjtR7akuNkcinJLr7OzQQymSxBo9r1uEzavoEA63wAwWyZZV2rV9hzzPEOd63d/nHIJtM1QzWFE9XNZUbFQgJSSO0KwS7utgDrkNDTORmuSb13quUMc0nbwq8C3UsC+Vdm7ZqvbMjATpGPlfykAExBqkQk0d4J5RJWQ+tqcwrVYi+hJkeGQIkni9gpCp3ea0iHJUwOtdWwNniLEgEEE1dq+ztp4iddOlhEZ1qG+jFVRTlNH5LrYdef5ZLS4u6o477lAHwsKEmFSoLEtmFz0aNT5HbpTUOn4KJBYSVhQUQnAWwrOmpYsXdezYMU3hpL6DqHx361YNr1yRf5ikhQPs/+nXmp1P/ducDyEETU13UzlwQUVFS+pMS/PbVew5IE1vlVrgKM4FXjPTM1Opr8B7I/MKSa2RIygb+wU49GlU+TVEnS9kCF1B4z8aN9YdxCkkRbDw+m3HHPNPzyls263OLiL8U9je7jAkyP1CEcUShFoQl4ogtZBIjw4XbGKrrX2H71Y5tyDxOhF2j5i7r8AFIdbE6z9wYcaishDV2nbHAe244yBdI0uf0Sgone9DWUUp323b9gUMZo2c33cfOqjhoKcXnn1GCg3nb5DXOOJcDZQt9WggcaFH9AsVeriQNVpZVctrpVxfdAS9T7R0qJrXxrDn2aJCiIlw+txL54Xy43ZHwHsVYxy/jjHW+/bX//pfJyd9y7d8S0pd58z3f//3y78264ikyx7n1GLy6H4+l1y2mBD6rhynbd6XJu2zs7NyvUmn+z366KP6X/6X/0U//MM/nG67NQl1RHV5eTmdmyas1jvn9yAGhMBJTlrw+UOSj4xARuCrQCAPyQhkBK5HIF5ffOuV8OE2GV2nPBxC+H8pv45jO4SRNMKBLHBecTLlfNkisjEj4WCK6IZwsLtzM+rgeNdEB9eIYskRxFZH7ekZ+QdSmrKtZQjP+tKy5MghEa7aRAmnMCKD85d1/tnndeKZ53XlPMSN8EfJfK2ig+NbQlD7qpd7IiQo2ch+LUEWuyVOPY7vypUVXTl7Sc0ikTGa5PGhlAK2Dxotnz2vMy++pHPHjkMccVAlzU53aKbPzJw0t0UzRDoL6168gp4lmVhMz2yRSshBaFGeYvWRKN2ShhDrHpKubEO0aZQdG9TKTkizuq4VpGENJU51tC21KAUlZwgi0IJ4R664hzY2ROyUFEJQYJaG5xG49B2VCVI0OUCPwDEWpQK4LhBZNtnrsU91f51OlcpSKkbrWl+5pP6Vy3ruy1/WZ3/zt/T8M89ojeiRiBzXthcyLqypLUQ44fzCg5IgOAMIrv9/YwNJjzj7gjiLfS2xSbFFP0lchBhAUtfAeR07Bc6RtoI+Aemwv+k8apQcxoY6YXtraho8O1onQjrqYbPt9i3MENIiBBWclAUEtFNEBYjF+uIFrV++oBK759BZYE/dX1OPaEeLxRZ27Jg7zRU8F6KxyHPKj8iThWTT0ZCv2IeaxYekoE62Ui3FUta9c/de7dxDlI69u3CZixBEgOcg4VupH6sPdL9RN2XGK7al2EG6iFPKEM7xuImNDL/JUbP3tsER7IpIj8sYqKLVgkxBvMQ8jA2Ij0nqvGhLpDO4T0ER8TmYbGpRLiW3BeqJYhoL8djozWgKHCEJz8FCa1oXKWMrxlakQ6cqVBUl5DOochlpWGiDpiqJxgijpkGnhWR8sAfGuySC2bIt7HHDHg9HfXkNZburAtI85Dy8srKshvcRFYWa5UVFiGeXCzk+H///7N0HoGVJUTfwqnvve2/yzsyG2RxZcliCn4oJFRXzKpgT5oQ5Z8SAiiJgAAOKCmYxY9bFLKBEyWmJu2xOM/Pi/ep37vTs3XUT7O7EfvPqdaqurv53nztVp/qc64bMeu3LxeLfuevE4bjwQn02DUJKh1HpPp5koFI7+s+RjYDP39FoFDfeWDemSlXRzRX/r1T+67/+6+Obvumb4qu+6qtC/tnPfnb4qpO3vOUtcemll0ZmxvDZXLxueJGzWI5lFQd5HE0OLcK3XJ+HZO/bV59JxcTp/Lmf+7l4whOeED/2Yz829OHUPutZz4qnPe1pce655xZX/+0IdAQ6Ah2BjsC9j0BZXff+IIdjBEZelGFY9l1FNiM2qsCniDLMVyrCtW/fSqwX03I5G6sraxHl8C0MUZDJ4GzdVI7kcjlBUQiNt2yLrTtPjE3bTojlEnL1ddeWs7Y3YpwxKhklKMJ3b77n8rji0nfE9VdcEaOKSmzRVtGLsl4r0rkYk9WMyb4KYeyfRpSjE1kGfDmSS0vb4sRtu2NxuhjLV90Q+953bcTe4otxRCxElHpx1fVxzaXviSvL2bzpqmq/aTkWimX1prXY2FsMy0VljI8qSrdcBuv17y1dLru8hhnF4g4OZzlJuRjjIbITsV4O8+LCNHbu3BELFZkZoqdlGI3Hk2qcVrBtI1ZqrtfVXfB9yyuxtj6NVUZxOXPr5cA7usu4ubEcu73lSOwrx2J/4QqLac17WtbwRoGX5VgUxLG/+kpjWlMvh2fDW3bL4d6+++RYmyzEtWWQXXvt1RGiP7kRk3JkNy8uVERwf1x75RVxTUVe3cHfsm1bROk4KqM7FscDNJyFjdI9S462WFqMpYq+bue3D8gAABAASURBVK2oZtn/tIjQ5sbC4lJEOYp733dVvPdt74z1cqb2boxi72pVl45OKzoqvLK2P5b3l+MfBXLtntK6/pbyOY6l7btjYeuumuq4IsLlwF11ZUTtiWDo1Tyioohx7bURpfM7XvnqeNvLXxmXvf7Nsfa+mt++GqjWJyrSunL9jbF5cSnGi4vDnKI0rUFC1FU+h/WPO/zJah3V3h4XZVEVIwuLyWQSjNMHPeSiOPuC+0ZsLtwWN8eJe06PB170iDjn/g+M2FQ3XGrPRIxi/mc6lLOqRnVZLEWMNxVVOppE5ELEKGP+p1CpIhmossPvRv3diNGoNJtGvPa1r43//M//jP9+6UvibW96Y7VNY7RQsioXoV+joeLgn+KqfLWNihKVk1ZrsBELBVXlS37cSp/qEMVZNB0QkVc39SczYuhTc6u5b8iXPOOs56hWe0YbVYfWSwrSd6P6I/nKDrLHlRkVj/0etcdGS5titDCJ6fpyLO+7ITbWV4J6W3bsih0n7olY3BJXXntDORbviv2XvztyIetjoHC1UffdFOt1U+nK2pvX37Q/VkYLsfu0iizv2BlRutafGJeOk1H1GUeEiWWl/ffeQuBuy/UZuVGfKzt27Bhk/e7v/m68oW6cnX766fEv//IvwfnzNSbPfe5z4+Uvf3mMx+PgcHqLrQ5b3GyoTGYGWav1+VvFGI1Gw/Utv3379nBE1s1C5EQDB/U1r3lN/ORP/uQg85nPfGY8//nPH74axbOj3nD77ne/W/dOHYGOQEegI9ARuNcRYLLc64McsgEyYlrOCoNwo/KRo1jcvDkWy9GYlFE/XijDvozCwTGpdFpG3HrVZRmBsX1bbN+5c3BU1jZWy7lajZyMY8qsHE9i8/YdsaXaGZVXXXd9vPNd74rL3/GO2H/1+2L1ne+Mq9/4prjs7W+vKOa+OGHb9ti5tSKOGVEeapQVW8bBUjkXW2Nl70rse/flsfzu98W0IprBC1vcHNtOOS1OOXlPjMv5ueyd745rKpLpezj3v+e9ceNb3h7vetOb4/r3vS8Wak67StfNi0vljK3HpjJuR0WcrKhxTzjx5FjYtC1uuHHvEI1dHU1iwuGsSG0FXSLKiC2tYmEcceqe3XHDTTfGNTfcGMvXXFO6Lsf+fctxeTmqby1n7HWvf0M52dtjVGPFZCEWFsvxqOjeuPBYGC/GYkVsFssgWtq6LdBiGdsxXogcL1qI8mE3Ylz8oqPT6hPlBMXC0iBvVGmU3K0nnhKTbTvjpnJA3335++KyN78lbnz3u+Km974nbipH8x1vfUsFk5djd0V7vNVxkFGRytUDR3Onta5R426UbqvjUc2vZjeN0mFcQy1GVN1VFdW7sdbqpvdcFte8973x7ooevLPW7MqrronRllqnxW0RtQdGi5sjC9/RaByL41EsAUnkshYwqzxl4deeicJ3y+49sX3XyXHtVVfH5e96Z1zx5jfHNW98Q1z5trfE5TWHd772dfGWV7063lf75MYrro7limbuLwcz9laE25qvbMS+m/bGZHFTjCeF63gSkSP3Q8qRyqLK13jGnEZGDBTRkjjwo2VSf0Y19QNVlYwC5kuF/dbCLWrt4sCdl8Uqby7Mo+awUtHruLXAmP3Mxh1H1H6Z5mLMaCEae0a0bNzRz0YZyNOK/Hp2TRTGS0taBGatonyj6c29bzGFA9Ujo2SNNtC4HOAZcRRRqC/eOTGFWgxUnEMaheaMIvANlOPgUM44RyVhFBk13+oh3agUad+IW/5kFRHdpVWsdRsFrKKuiUnt82l9huzfd31MxtMaM2NU1+bu084KL1zaqHHec9l7442vf038z79fEq/7z3+O17/k3+K1L31pvK4c8/de9r7YX9rkth0x3nNqxPA24Jlu45rvqLLTXA8U/eeIRmA0GgXKzOE4tO/PHJdT+fd///eDg+kmGrqhbuy98pWvHJzCU045JV74whfeYl7N0XQNaWhl15M6/dfrpp82ZA96PpNT6VlRx2nJdZxe++LiYgyfpwpHDXVFOwIdgY5AR+BoRaCspKNV9QN6l4MZjQ5UzSf7yjFZqYjactHe/SuxXiGsaTHkaHGIjolfrY3GEeMy+MejcpLW48a9N8V1N1wfN9x4U0zL8JvmKCZbtsaOcua27d4dqxUlfXc5f298yxsrcvOaeP1rXxWXvu2tsXfvjbHV20ZPPSUWd2yL4WdSsouW6i701hNPjBo+3lpRyv9905vi0nKqopycGBVPGZd7zj43dpex4ZnRt1Sk9A3luLzqf18z3BG/ssYbjUZx4sknx85T98Ti9q0xqXKU2rFQI6HxqOpPiNHS1riu5nrD/rVYOGFXTE44MaLqbipGvs60jOlJRVb2nHZSbN95QuwrbF5XDu0rXvY/8ZKXvTxeW87zdRXhnZbhvPWEnbE+HsXecvKWp9OokE3sX10OR2CjypzV6yuyB9u9FTks36wwG5VjUKw5iv0VARUFvamipI6gRkVDp9Mshf2Oh2fxdp15buwoh3t/gfOWt749/ue/XxH/87L/jle94tVxxeVXxtatO+Lscy6IXSJEpftqRQw2zH1xMa4sh/mqlf1x/fpqXF+R6r0VlV0vvDfVvE487bSYlNP13iveF6949avilUWvr7m9413viY3S7YxzzqvI5jT2boxj31qU07sRq6X9Ru2MUUbEaCNibbky6zGuNZrmuNozSmhsO/n02HPO+eF47U0VCX3ne94Zb3vHpXHZu98TV195ZVx77bUV6LwuvAnS85PnFu+2umkRtZ+iZEU5csvlZI85m5NavKqbFtFrrXgK6dIkYlrDofBzMKMwo1ElxVI9YqAofGL4GUWW3JWVlSi4IhY2xbRobS1jbXU9Vgsr5Wnxo6FL/ckDVEn9jmKj2jcq12ha+eFXpgj/UL69PzmtbTKNSsLeyan8tLhJrGT4vaUUvEauDhGu7dIibvUzrdki1dP6Q8LNtFGt81QMB39JnpGqUXX2TDUaVwUaVW80rpTMUdW3dBTTAZFR6aRuUv2rqq7rcXFZx4Va3ko9i1zXyWQyqktirWhU1+JJcfLZF8RJtd83bdpUAfEbYzpajuXpTbFv/411rewNNwe21ufErrPOip3nnhNRkVE3Zmoxax1HBck0xtONGpLM1aiKov57pCLA8eNQ0u8lL3lJvPrVr47zzjsvHvCABwQHUD1aqGj/0tJSXHTRRSH1PZlXX321plr3jdizZ0/s2rUrRC9VOi7rGU3PfHI03dAZlyOrDbnu1e2oyKrPIHXk4ZcX/Ww3fpQ7dQTebwR6h45AR6Aj8H4gUBbM+8F9pLOWBbhROm5Uyg6MMg2XyuHYsWtnbC/HK+o/5JWKuKwXz0oZbfvK6HYa9aYywEWAROG2bNtaNt7O2FSRuyzHZa148TP6dp18Spx13vlxZhmCJ5djeELJnVZ4aWnHlthz5qlxnwfcN8667/mx6ZRdEUujWM2I9YVJ5RdjYffO2HnW6bHrjNNjUtGOjU1LkeWETisItyL6ZCXKUT3tfg+I08og2XrizhhtXqq+C7F4wrY4+czT45wLzo2Tzjo1YkdFxFi6izVA/TrJur8m7rses+a7rZzipXJgN+/aHbtOOyNG5egs45tE4Nu7vL8M3bXIbZvjARc9OM658IIKeG2PqonpeFxO6Ilxn/s/IB72yEfFlhN2V2R3Vyxu2xYbk5pThUnpu1FeDLN3UjpOKoKck0msF+ir5YxPDzhG08J/PTK2VIT1hDKiF0u3tWpfLtzXyvNdKYcrlrbEjtPOjLPv+8A4+4L7xSl7zohtxb916wmxbev2OPec+8QF518Ye844O3LztojJUiyUnMVNWyJGGQsn7IjFnTtjUobVdMumWBlnrOUoRuXw7zzjtNhz1hmx65STYnthsmP3ibHr5JPipFNPjdPOOit23+fC2LSz2sqR3bJzd2yMxrF/eTnWynFeX1uJqSPVUZMCcO2DjZLrhPRqjGq83XHC6WfHBWU4GmPbiTtjqW4CbNm5I3btOTlOP/fsOP/+948zai1PvvA+se2csyNKz6hobCxuiljaHNPJUqxX5CNKbuRCTCudVrpR8jei9k6R/LTK06wCqiSqLBnVn9rGZZBG0cYcRTl5OdBi3WjIccmuqBonNyeLsTFeinHhN9m0tdwmrlPxH5BZIoffnCtPQ3v9qd+pQq1hVNQyhuhvVd7B76gM6dFoFNu2bQnHAzlaSJfJpsLhwDjEqpunHCozIm+mzJpXZP2r6ohYL7rl70YVD9BM2aGc9devlpbKj0rSuMZBLikpmhTTuGhUNJ/Ka5/RBlSDnhtTOA6ttY4R46ocj4ywEWuF042155dHk1iovXb6+RfEueffJ84858xYmS7HSuyvdViNhcVxnFB75NSzz45Tzj8/tp99TkzHC7Gek+Hastaj0jcG/Fdrff/v7Evd/nsEIeBzMjND+k//9E91HWyLL/iCLxg05DAOmbk/F154YTz84Q8fblb94z/+49CytrYWZ5xxRv33NY6/+qu/CqczNGyv/z/O9P2/VXjjG98Y7Q20Vay9MQ3OJqfTcfbLLrvsYETTd4D6Ps7bGl/fTh2BjsDRh0DXuCNwpCMwOtIVvLv6ba3/qM+87wPiwgfcP0457dTggGYJXZyMYrI4ifKTglFchRjt3hXnlHPw0Ic+NO573/vH7opobhTzakXe1nlT5VhtOnF3OTFnx7kXnF9O2f3igoc8MM5/yP3i9IfeP3Y+8IJYPOOU2FiaxN4yIfdNIm4crVeEcBzr28tBOu3kOOm+58XZD3tQnP6g+8bu88+JayPihvEo9m8qY3VrGeAn7y5H6Lw480H3i7MefL847+EPiHMefGGccb/zYut9zok45YTYmKzHTbEay7V609JvWuNEdWd+bqsI6FkX3jfOvfD+ceGDHlTO3Gnh2PByjcMhRSsVfVkv/WJUPQqDPeV83f+Rj4xHffRHx4d91GPiwRddFKecckb5QOXclYN2ThlB593/vrG9nOzRZFNsKkdl645tMSon4hGP/rB44CMeGeeW87Zj+45YWFyMzIxpjbdehvGmTdvigur/kAM8k3J0xosLMakI62RxKWJUyi9ti827T4k9515Q6/SgeMjDHh4Pu+jh8ZCHPiLOOvu82Lbr5ChlYlrrsFbO+Uotyo0Vcb1x7954wMMfERc+7KFxRq3blnLkV2rsGyoquVYRz/XcqPnvifMecL94yCMfHg8qvgsfeP/S9YLYedKJJXMUp5Wje58HPSTOvfB+ZaCdEJvKIdy0uCkmk3FkrUuUAztdXYn1crSjfjZiHCvlFMZ4U8TWHbGlHNo9F5wXZ93/fnHug+8fp9/vgjj5/LPjxPPPjZ33OT9yx/aIilxEOV7S9SE/if0Lk9goh2ut5K1bxMyIHBdFTDNjGhEFX/2tRa6/N//eqlx6ZXkieaDD+nqtbN0MWK+6KQe2Oq5HxnI5zfvKkS4/P0aTpdp2HegxAAAQAElEQVQ9pUP11a1Y7vQX33T4U6zN2ZTaR6oOUCW3+N2oGzwqHvjAB8YHf/AHxyNrHc4rXArQiIp6b3A4pzhuj2ZOW6ERUesZB35aLZ3QgeqbE+AVBjEgaQA9lKZVg+QjxlU9KirkY1RscIRwlqRb0ka130zjwhh/QRsIxqslp6pDflRCFmtrRyE9HWV9BizEqn0zWYjYtrOupZPj1NP3xKM+7JFFj4pHfNBF8YCHPjDOKmxOOG1P8WyLlZjUdT4qKinTGqYUGpXgkRkU9t54Gwfwj/5zRCJgvSh25ZVXxq//+q+HF/s89rGPVTU4n5zJoXDgz3g8jo+uz+GF+rx4wQteEBxV7xPwHZ0inE9/+tPj+7//+8NxWbLxeR7Tsdrv/u7vjp/+6Z+ON73pTfVRsxSf8AmfUNfbI0M08xd+4RfiJ37iJwZyXPe00047+JbcA0P3pCPQEegIdATuGQS6lNtAoMyi26g9SqoYhzerOikzbDadwRAcGspCE2bctC1i667YKINv//79UXbh0Iq7OGKtjOKVikDExkLgm+w6NXJhKRw5YjM6ErVcPBssynW9Fsqx2hKbt++MnXtOi0lFAaMclRgtRNn1cWP92VcOUdmIFd3YKAN0FKujclAmW2Nhx+7YXI7bzoqWjsvBWFlfq24LkZMtsbI+jZW9y7FWTsjmivJt33liOb17YvOu3RGbtkYsbgmOzsp0VOOs13wjygcb5rJef4d8ORm5dXuMt58Qo+3Vb9vO2L+2UVRdi2eh1GfUZOka03GUQjHafEKlpd80Y6V0XzPP0mG9ymv712O8bVcsnXByrNfcbyr81gpBc1vxPOLijhK8udqm5UOsx8r+1SFfkmNxMorl4s/xUsQJe0r9XaXBKPbvX4mCM9bKKSBnI7LuyGe1TSJqrRa2n1Rj7o7Ysq0M79JtvFCGV3GWIzYZj2I8ypK9WEHnwmTLCTEuWlgo/UvCtKJJJI3LIRyb/7gw23FKjCqSmbVG0/EkxgtLsZGTWPcCn/FiZGE7Wlis3hGOmm7UmgRHCKjFT0+GYRaHse2HaSxUaaHmXLWbdsTmk06NraecGZtOPjVGm7fF+mhS7eMwh7XCcaUcwSj9oxzylWrZX47zRjmz69O1Wsf1qlmPjAGJcjM2qjz7ra5VOyqeRrP6qFr8o/E4cjSaUWZk5sAwyqqPjJtu2ld/MxYmCzGZLBaOQ/NQVxtzVjj4d3Qwd4sM6Ivqd6jeKG2GzG16ekNL/ZnJGtW4a6vrMSrsxwuLkbWWtQCxsboWUUZ1Md7id1QllDXYgZkcqKlk7hfPQMVHDXSwuQrT0nFaswwAVqpcmyz0sX54jSGt5ojpkBuyQ055nobK+lN1B/vVGrQOo/Vp+cPTWC2Pc7XGXx8tREyWIjZGsRQLsWVs7lnXbcQM902xMd4aWZ8Jo6XtdWPixJiccFLEttrvixV5rv25VsJXy2ler71SIiOz+g5/RpUfF6kYVWX/PVIRWFnxWbca11577fD9m+dX5NrXoXjmcjweDy8Carpv1N6RF+F0GuCSSy4Z3izL0fzO7/zO+IZv+Ia6fjfipS996RABxbtYnyfebvst3/It8R//8R/x1Kc+Nf7mb/5G07A/Xvayl8XHfdzHBVlPecpT4kUvelF4pvPbv/3bh/aBsf/pCHQEOgIdgY7AvYzA4bNW7qGJjSKjAjURk03lwIxjYTQOpn4F0CIqH9v3lBF3WtGeGJcjs2XT5jIAo0zAiE2lw46iXWX4Li6WczMpY2/TKdWwO2JxS2zevLXcrojN5aVtKSditLAlYlx8CztiXJRR5aiyfks7qs8JZdTvie2TPbGzDMmtJXtnyV4oKZuXTq3S7sgtu4Jem0vfMkfjxPEktlfLYtS/8QmxuG1PTLacGJPcVL3GZSAvxIIxN59c/U4ozm2xabIztk22VI+ISc5oU7VsqnwlVVGlXTXnE4pqlltqLrsnBUE10nh7zWNh8cSIcckcl5G7VOnW3RFbtseWrdtj6+KWwmdUsjfFZPtJZQwXhltOjvHmk2L7pt2xuRAcR8Ri8ca2mteOM2NcRvJkNI7FTUuxsDCu/tUeEVvKmRsv7qxc0Tb6jGPb5sVYWKz2pYysllH9zdEkopzEmnxEYRfWo2SWsIjNm2K0ZTFyYRTFWphU38osDvy7YmHLqVEolVYx4LlzslStSxGQ3XpGxOTEiKzVKLmTyZaCfzFGC1tivLXw3LYzxnXDYDReiHFUj8VJbKp8lMQoRyAKv4Xi2bS4WU3AeOt4UvJHEVUznuyKGNXcjBVbq25r5NLOGC+V7MnmKi/EZGlLTBZqf5bjP85JLORCrC4vx4k7dsbem66P9eWbIirqPK00V/bGptFGRd5WY3TAec6sPT4q7SrNzJK5UeOvD2l5OVGFgXI8islkMtCo2Oo3tm3dPOA1ioiFqtxc7SUpFqq8ZWEh5EeVx1tJ/SqhGMTKjasRTSodVcUIPpOSYBFLelUPvNKo8i0oxzGpay5iHDlZilgoTHIhRptr148nMSqhOZqNlRHVO2NcFaPRJKL6qrklzUrjiBio+ta0I7Mqht+qqH5Z/VGUrIhRZHFn1ctNqm4hovZ3tZSQqq5MVYwOUFZ6ayoZgRGV7FI8YlwdNpaLeS0mtX6LGTEpx/LGlWlcvzGJTSeeHpFLRo66vRFL5amONte83EjZelos7Dg3Jot1/UTtn8muiC0nRWyqdGF7LE22xlL12l667qhxNk0iKhvDz3gS49wU4+IIekX/OVIRWFxcrI+whbjvfe9b9zum4XgrXbdvr/1fGY5lJcPvaDQa0kc/+tHh5T7XXHNNOBar8oILLhgcTm+2JeNBD3qQ6oHI5kA6VnvVVVfFk570pKG+/fEmXP1EQf/5n/95+D5Oz4LKc3Lp0MZufaSZKenUEegIdAQ6Ah2Bu43A7H+4uy3mcAswjVkEyH+RWeEKaTDGyriN3BwMvxjM7ChD7WaaRJRZV3+Gvwsx8JWR2GozIlCQ1XgGOa1n9VE2jrSMwKx0HDMJ0hz6lrFdbZH6jQaZ2pTQjOeArOofNZY6JB9D3QEZlR+XTP0z4qAs5fDDMqUPOiDHGIvVJtUnSkZE4UKnWIrAO6dblvyovqFO28C/UGNNikZFUT+juBmvysfNP8aY6aN+Ieb5tMX/+cGHJjEbs6VVp0OjiGFsxRh0LNmlW1a+etB4WN8YcoWXtUTFM6sbxaxfpcPcqpe0anOOouQFGUNb8RxoM6es/OxX/Wz8GOTP57WhUbGOInMco5FyhP5ufJywc0eMKkp2w43XRaztj1E5JBvry7GyvL94NmJSjgXeaZWifjaKbvk7vWXxdkpk3BndTtdh5Pm+N/ONKosqud1f7XdGt9t51nAbg99G1Yz34N/bG3PGcJv9Vc6a7/gvvkbFuVH56fpqLC7W2pfDwFFYWZvGjhP3xHRUV9x0Ejkd1Z7cCGttDddqL2zUNbURm0pC7VHXoD06UMnJSdXrE3Zg9Y1hHcJPjRcladaCT2WnjkBHoCPQEegIdAQ6AkcuAqMjV7WuWUfg6EdABMEsMjMyU3YgUYUTTzwxRCS9PXL/9ddHLC0O5el0GqPB6RhY7+DPzfLugKk33YsI5HgUK2trwwjTilq/972XR5ZDuWfPaZGVRo7Cqd5pcXA2Kzn421fvIBQ90xHoCHQEOgIdgY7AMYxAdziP4cXtUzuyEMi82cXgaO7YfkLs2Lk7brj+pnjflVdHrK9HLizE0tJSZGZkcFPm59Av13k0Dl3+9kcaVmk6rQD1/vAmUF+ptP2EHeG5u6iI5231LBe01va2WnpdR6Aj0BHoCHQEOgIdgWMPgW7BHntr2md0BCEwuh2ng4qjci7POOOMqHBmXFkO53VXXxPhjGbOLksvKsKX/nQ6YhGwxldcdXVcftkVsXXr1vD9ipOlpYjbWPvZykb/uTsI9L4dgY5AR6Aj0BHoCBxVCHT756harq7s0Y5Ae0Nqm8euU/bECbtODF8hc+2118eyN/8eaByPxwdys+Tmi1UuZ5X972FHQLTa20jXKyJ9yql74sSTTwo3EcJZ2kG7rL/WrJL+2xE4xhDo0+kIdAQ6Ah2BjsCdIdCtoDtDqLd3BO4BBJqjmcn5mBNYTuXpp58Zvhdvacvm8Ezgxvp6iG6O8ubL8+bcXN+ePSIQyMzhbaKnn356nHzSnhhv2lp6jWM6nIi+1XpXy+x3GjljmBX7345AR6AjcPcR6BI6Ah2BjsARiUC3Y4/IZelKHUsIcDbR/5lT+SIbyyuxZfeJcebZ58RJJ54Si5u2RI4msb4+/T/ss4p2yUobzVr638ODgEDmrt2747Qzz4il7dtieEBzNCqHc7aG/s6/MCirAkX/6Qh0BDoCHYFjGIE+tY5AR6AhwGJt+SM6zSzrvDRsb/30YhVH2bzt03NwmRnyvvfMUURtmRmZnTI7BpmHD4NROR/2ZOYtdRjlQmzasjs2jbfFpk07a//ujIXRQozHk/A9eaPxKBbHCwP5fsfxZBzkzFNmRmanzMOBQa3HZCEWFjbF4mRGS5OlWBovDrS4eUuMJ4sxKVpYmBTfpPKjGS1UWpR5OPTuY2beMxiMx7UHirwkKjOH53czM3bXDYjMe2aMzC4ns2OQ2THI7BhkdgwyP0AMjsJ+/o/xjQaZGSeddFLZEQsH/3+Jo+xn9La3vS2OZLrsssviyiuvHN4Aed1118Xll18e119/fVx11VWxvLwcN9xww/BGyG3btgVaWloajHUGuxd4HGXr0dU9zhAoWzVyHAONpJNRjMvRHE1mhqzI6EHayCFqNq2Q2rSiZCj6z2FFYGM9YqPCl2u1HhsHSHC6qod6a1TVEf4UKctn9RnosGrfB7+7COzYsWN4UZTUy6JOPfXUuPbaa8NXHd3nPve5u+J7/45AR6Aj0BE4ThHw/wo/Rnpb/78cyb7bbek2Ou+882KOjrj8zp07Y+cBOuGEE4KnD3ypaOaHfuiHxr//+78PTijn1H/2HNIrrrhi+I//oLFell7PTw84LD09EvbCxnQ99q2uHqT9lV8pWkUrq7FatLGxVo7LPG1UGU0rnfb1PKzX9XqsT9dqHVaK1mKt1mp1vdKBNmK9PNH18kLXyhtt5Pnc9fJSVzdqfSvdqPbpYZ3DtO+hu4G/m6Dvfe97401vetNwM/RlL3tZPPShD4373e9+8W//9m8d27uBbb8u+rXZ90DfA8fzHriz/1+OZN/ttnQbeTnJkUybNm0Kx2OlbnI4NitF6l/ykpcMd5gzM/CMK2SEOKPavT3y6KWV6LofyxislUFaO7kck/JYhvxG5QeallOJKhJWVZoPUNVXxcBTad8fh3d/+OxcXSsn8wBtSDmcUiRftFrO6FqlaH1tJabVNq10dXV/v8ZXDu8a3p1rqK7e4f+f9v+So7Wvec1r4g1veMNwvPbuyO59j9590deur13fA30P3N09cGf/v6yVHXE00Yhz7mSv9QAAEABJREFUdiQTMBnXjs8Cf9++fZJYX1+PvXv3Ds+vOT6r0t0AKf7Gx/HstBgdg3sAg8V7XkZmRozGA2WMaz/PaBSzf7e+u7cxzUCtvq/rPb8m7w+mbmrN02iyGJ63nUwWYlwUo0nkeBKjUa3nHGXl0cLiYr82j2IM/D8U9eP/qUqGtdy+fbvsQO/PXuq8/Vroe6Dvgb4H+h5oe+DO/n8Zj2ePXh0t6Sgzy8g9ssn/3JkpGf5DlwHwwsJCRYWmsX//flWDEyqTmeFZTvm7e4eh9+93qe7NPVAXXwxUzqY0MytBs+rxOOO2aVz14+M6OnZvrstdlR0HfqYH0pbUfYEh224MDGmsD59X8lHR65hOY/Uoju7dVYyOZb7maLrJacHbjVF5dCzPvc+t/9/Y90DfA30P3Ht74M7+f8lkKx49NPKf4pFMHMsWHaCnshQx3NwJkEee9ZQifDfddNPgoOLp1O8aHYl7IMIlWJS1a1El879raxtxW7Ra9ehInNPxpNP8Wt3sdN7GQh5g9HUoo5sZY2HxmLkuj8vPWjc9La09L20GwmQyUTwuMYFFp35d9z3Q90DfA3dvD9zZ/y/DfzJH0Z+ydI8ObTmdNG13kqX+c+dYtrCzl604SivNzOH1wfp06ggcrQhMJqO4I4r+cxgRaB+ft0xbdJNio1HGuD6LxjmKUU5i+BwbF/9oHFWI/nP0I9Ae7TATd/tvvPHGWtpaYxWHjfrAHYGOQEegI3C0I3As/f9y1PyvmJnDvuFoynAqx+NxcDDbXYDMHL4SpZXdXcHbqSNwtCJg198RHa3zOlb0HsU4UOY4MmulRllpDFTZao0DlJVm1Y8jijdGlaLqHf3nqEVgNBqFFwa1o7TKXl7H8TxqJ9UVv+cR6BI7Ah2BjsD7iYD/T46l/19G7+f8O3tHoCPQEegI3EUEsvjmqYr162O3URX7b0egI9AR6AgcMgT6QB2BjsChR4DVc+hH7SN2BDoCHYGOQEegI9AR6Ah0BDoCxzMCfe7HCQLd4TxOFrpPsyPQEegIdAQ6Ah2BjkBHoCPQEegI3DYC915tdzjvPWy75I5AR6Aj0BHoCHQEOgIdgY5AR6AjcFwj0B3OD2D5e5eOQEegI9AR6Ah0BDoCHYGOQEegI9ARuHMEusN55xh1jiMbga5dR6Aj0BHoCHQEOgIdgY5AR6AjcIQi0B3OI3RhulodgaMTga51R6Aj0BHoCHQEOgIdgY5AR+BmBLrDeTMWPdcR6Ah0BI4tBPpsOgIdgY5AR6Aj0BHoCBxmBLrDeZgXoA/fEegIdAQ6AscHAn2WHYGOQEegI9AROB4R6A7n8bjqfc4dgY5AR6Aj0BE4vhHos+8IdAQ6Ah2BQ4RAdzgPEdB9mI5AR6Aj0BHoCHQEOgIdgdtCoNd1BDoCxzIC3eE8lle3z60j0BHoCHQEOgIdgY5AR6Aj8P4g0Hk7AvcwAt3hvIcB7eI6Ah2BjkBHoCPQEegIdAQ6Ah2BjsA9gcCxIKM7nMfCKvY5dAQ6Ah2BjkBHoCPQEegIdAQ6Ah2BIxCBY8jhPALR7Sp1BDoCHYGOQEegI9AR6Ah0BDoCHYHjGIHucB7Hi3+vTr0L7wh0BDoCHYGOQEegI9AR6Ah0BI57BLrDedxvgQ7A8YBAn2NHoCPQEegIdAQ6Ah2BjkBH4HAg0B3Ow4F6H7Mj0BE4nhHoc+8IdAQ6Ah2BjkBHoCNw3CDQHc7jZqn7RDsCHYGOQEfg/yLQazoCHYGOQEegI9ARuDcR6A7nvYlul90R6Ah0BDoCHYGOwF1HoHN2BDoCHYGOwDGHQHc4j7kl7RPqCHQEOgIdgY5AR6AjcPcR6BI6Ah2BjsA9gUB3OO8JFLuMjkBHoCPQEegIdAQ6Ah2BjsC9h0CX3BE4ahHoDudRu3Rd8Y5AR6Aj0BHoCHQEOgIdgY5AR+DQI9BHfH8Q6A7n+4NW5+0IdAQ6Ah2BjkBHoCPQEegIdAQ6Ah2Bu4zAve5w3mVNOmNHoCPQEegIdAQ6Ah2BjkBHoCPQEegIHFMIdIfzmFrOO51MZ+gIdAQ6Ah2BjkBHoCPQEegIdAQ6AocMge5wHjKo+0AdgVsj0MsdgY5AR6Aj0BHoCHQEOgIdgWMbge5wHtvr22fXEegI3FUEOl9HoCPQEegIdAQ6Ah2BjsA9jkB3OO9xSLvAjkBHoCPQEbi7CPT+HYGOQEegI9AR6AgcGwh0h/PYWMc+i45AR6Aj0BHoCNxbCHS5HYGOQEegI9AR+IAR6A7nBwxd79gR6Ah0BDoCHYGOQEfgUCPQx+sIdAQ6AkcXAt3hPLrWq2vbEegIdAQ6AkcRAmtra4O2y8vLMZ1Oo5X37ds31Puj/oYbbpCNa6+9dkjbH/yrq6uxf//+VhU33njjkJ+vb/I1XH/99ZKB8Nx0003D2EPFbfzZ2NgIfeZ1wmZsKRnkyyN5feT1k5qD9JprrpEcJH2bvirX19fj6quvlj1I6lZWVgI1OQcbD2SMh+9AMchteXrr28p45aXkSWHQ5qONTuRp16YOXXfddZKBtOmDhor6I6++ssNaNhnKjeiGr5XvKDUe3ef59+7dG3Se76fdPMmer29l81FPlhQ/OfLI/kHyiCypuZh/66dunsyPLHVNJ7ytTr7JpUurJx8/HfCQ09qNSZ76lrY6e0sdIqPJUzZOK8/zaWs0P5eGSWuTXnHFFZKDRB65bU/SUyNdpUhd01UZvzr5geb+0Ivec1X/J2uuZLh2bk/O/+l0GxWwVT2vmzLZ0jsi45ojfa3TbfE2+dpuPYY6exd++ptT+wwjVzs9tMkjPNJG8+345st4mjz5Rm1NtZlDq5eST4bx5dV1OnIQ6A7nkbMWXZOOQEegI9AROIYQYPwwgE1paWkpMvOgQ7l58+bB8WJoZWZs374dW+zcuXNI3/GOdwxO4Hg8joWFhVhcXAzGIUNqMpkMPOo3bdo05JschR07dgwOJmMQz9atW4exGWgMNXLwMczomJmhD53UNzKWPBn01x//aDQKRL5+eIwv3bVrlySasarvtm3bBn30J3P37t0Dj/FlzNH8UGYOjhzZxppP8eFHxmvY0hsm5OGXMvpbf7o2DJpedCIvM0MbTMg84YQTiB+c+swMcpFKukuRfGZGk2EsDoRxzbn1iTv4YTwbz7zx04HuynTWtWGm3TyV9dNGB/Xy5iNt/cyl7Q318kh/bWSpp7f5GxOeV1111UFnV5v5GQOuHAx9OB/txoh+5Ko3b3zmoA/9tmzZMuxdcrSrJxdOmTmMlZnD/iRD34YDHcnAS2/j6I8vMyWhnt549KUPDMyxYUInpEPbe/iNo47cVk+GOrriIYfu5KpH+NU1meRYE7q4TuiNj+6IDHLh1vqQ4dohRzvSHzZk2UtkqFPWX2os9eTAVv7WTjTZ1hEvPjyILuTJG9ccYUW2ukb01Jd8ees+P38yyfGZZT3IyJxdR2SQK6WHNnMzBpk+f/Rv7XQyBr7GDwN8ZON729veFnSQt1elxjYHebLtAXLIaONr63TkINAdziNnLbomHYGOQEegI3AMIcD4aQYSY+h3fud34qKLLhqMawbcmWeeGWeddVY86lGPio/92I+NH//xH483vOEN4efkk08enEAOkr4MMsZsZga5zWhjzDH+m5GrrzaGHINNO0OP8ayOoUYOg5FhRlbmzHjXVz0DjsGrnSEnr46Bh189eeTrw0DUzkh817vepSoYq8bWl4zMHJyz1kcklJyoH4a0OdCvigedPBjhR+obkWsO+psrogOc8GpDdFBmrNItMwe9jMNINy69lfFLYUXf5qy0MaWZMwcUn7HUGRvpz4GwDvQznvY7ojYG58CYZJBFZ/3oYj2QMZG2tqfojh+vfSJtBDs6tL63TvGRT195csg98cQTh/1pfvpoQ8ZtNxOe9axnxX3ve9/40z/9U023oLY/rA19NcLDPoC3edLNuJmzmwv2Ff3NByZwsB/sscwMvHjoSCdyXQ+XX3554KE3HmPiy8zhhog52Gd0x28MmJCjrB4GUT/qKhlulOgnTyY+eeNceeWVBx0fdY2PvvQ2tnoy7bnMHLAko+lGd4TPfJGxyadfZgZZ9hLcyFTWf16fl7zkJfG5n/u5ceGFFw6fHX/7t387ON9NtnWklzm2uswcrkHXSovokouPHnSgu/VRp0w3ZbrEgR8y6UUOfphqsrZSpK31afO3N3z+6IuHXi2PX50+xsOH//Wvf318yqd8SjzhCU8Iny1NT7yuYeObgz1AZ/V0bvKUOx1WBA4O3h3Og1D0TEegI9AR6Ah0BO5ZBBhbJDKiGKiXXXZZcCa/+Iu/OD7u4z4uHvzgBw8G5v/+7//G05/+9PihH/qhuPTSSwcjm9HEyNSXDGWGO6OM0SclH4/2RtoYc8raGWLqkDqUmYPxzFgkR50+DEAGHINXHUNOXh2Duxmq82My8BiHjEROtH4cBmPrz0lgTJs/g1E756Xl8ezcuXMwzrXhZbySoQ+9GwbaGZlSdXTXzrkkR706OL3nPe8ZZIoiMtpbv8wc1kAdHdXrY+6wYmiTQw8pgr0U6YMPP8z018eYSDss8N4Rve997xua8TbdOZ9DZf0h3xzNDw4cNvnMHI4fa7MudLAG1WVw1qX4rREZmTk4YJkzh5m+2ukcB37oTAYcMnOISjadrB/+A6xDpJ0jB/NWZy5NHn3gYK+QSbY9BG8y6TQ/jnZy9JEi14i5IvsE/vTWNzOH+ezZs2e4dujG+XBt0QFP1A987MvKDkewYWXdjC3Vj37ajSO1FvobU5tx1cPypJNOCntJ2VqQb67KUn3MQf/Gp62Rejq0+eqjTA4sjUEPcoxrjNZX2vrT6zu+4zviH/7hH+LDPuzD4vGPf3yce+65gzNpbm0PuV5dR9ZPPRkIJiK65q+M6GFsKb2MAaOmFxnqpK961aviOc95zvA5hQdmZNBPisjGL+8zxl6QR5kpGZx7GfM3tjxszN1aZ+Zw/b72ta+Nt7/97eGzBS/98dojxjc3uNuTsCMLlng6HTkIjI4cVY5jTfrUOwIdgY5AR+CYRICB1ibGIONofcZnfEb80i/90hAh+pu/+ZvBcHze854XH/ERHxF//dd/HfKMNYYVA0x/hpQyw10dw7oZpAwsRtetjbrWrj9DklGmnzIZjGLGory6zJTcgujBAFXJ4GaoyjNk23iMQHWtLM+BZGiaM50Zro2PMYmHTlLy1TFS4YWXY2Ks1gdfI8YkPPRrMrTBQGo+xj/99NMVhyhY5ixSNlQc+ENf+sE1M4PTpElfsumhjDJn0Tj55ohyiI1FV7zmifDcFTrllFMGNnPnLCkwqqUtQiaPzJPDJo+si/XUl663Hlddw44Bj+BDX7pqM0/OibVUD/s2N2NYPymM8MNcHV77xv7SF4+5WBd549BXnb2pDtl79JUnixyYG5NOonLa9Jeao3m8+93vvoUDrE0f49szdON8nHrqqcPxaO3WVl/jmHYqb2cAABAASURBVLs8nehoXM6JvHngN4+Gp/nipbtUW9MbL+LoaM/Mg8eC8VoH9fQzJv2Mby76zRO98dlH6vVrY9uTZKnXn77y6L3vfW/8+7//++BE//zP/3z82I/9WFxwwQXDcf3MjIaj68feJNec9bXGUmR8+Jg3PfCgzNmNCXn85m9NyKHfv/3bv8U3f/M3h88ucyQLmb/9IU/31gZjuqiHgzHl6Sa1L+Akj4xhPJiTY53sJW2IvmTARV964vPZSgfj0hlvpyMHge5wHjlr0TU5QhDoanQEOgIdgXsCAcYaA6jJYkQx8BlMmTNDVRsD63GPe1x8/ud//hB1/Mu//Mvh+U5tiHHFiGKAMU4ZU+Q2gy0zh4hPM+re+ta3DmUOCh1EOvRllDHeon6UtZGLqurgL/2agcvIZCQaU5+mi7HbeHTRmXypaISUoSklj0PFGMXLWFePyGQwqmMAw0K9eTpCZ2xlpI6BKd90zsygG33J0QZnRjmDVLnNuR1XVsfApj9D1ziZs+dYtdEhc+Z8v/Od7xwievRrWEjxcdjwmh8HZ15X+uC5M+JYwomzhJfO5LgZkDnTAebmlpnDscI3vvGNw9FgeNNLm75I9Amm6s0N5pwXGODTxlGjM0eOc2It7QV97Bn4kUUvfPassrVTRxa58vpqw4PXusAEj3HMRR0edcryeDIzOBKcTWPC2vzpqa/9kJlD9E6ddmulPz0zc3BElfXnvMJK2dqqg5H5I7Jf85rXDFFgzok5i4ziN3e85CrbZ/YVPc1Ru3qYGgMWyohu6s0fqTOnzJl+xoYBfbQ1goW+9lHmzWt9az796avfm970puHGyPnnnx9OSZiDselJDnn4rI+89bY26hA+KT31y5zte/pqs4/hhEeKZ37+b37zm4M8N5/sWbq6tvHDhAx58mFGhrz5q3ft4HP9qYOBfWF87dad3ur0N4Y5GlMfPK4NMuBij6hzvbUj1vjprL7TkYPA6MhRpWvSEegIdAT+DwK9oiNwzCDAwGIgMdQZVYyt+cl9+Id/eDCyHK9l6DH+tDO0n//85w8G5kMe8pAhEvr1X//1wfHQTpaUvF//9V8fjtk95SlPiRe/+MXxPd/zPfH93//98R//8R9YBufs937v9+IHf/AHh+dHPTv6eZ/3efHUpz41jIOJ4d0MXOWXv/zlQd7Hf/zHD8+bfs7nfM5wpM542lvKmGQQf+iHfmh8yId8yGAYi8B8wzd8w6C7/sbl6OjHEGWwyqMXvehF8Z3f+Z3DM1sPe9jD4od/+IfjB37gB+K//uu/NAeD2hgK+sFInnHZ9H3pS186zPdbvuVb4hM/8RPju77ru4b+nnHj1H/7t3/74NQzcDkUX/d1XxePfOQj45/+6Z8G7MljpGv74z/+42EeT3rSk4YbAJyQzBycHDzPfe5zw9w+8zM/Mz7hEz4hPu3TPi1+7ud+LhjgTR/ybo88v/sxH/Mxw9FEc/+ar/maYW0dk4T36173uqErfDkQb3nLW4bn9j7qoz4qOJbmzwnXxnGy9l/1VV8Vz3zmMwcnmfFvrxFiL/3CL/xCfOVXfmVcfPHFYR9927d9W8BLO14pXI0n//d///fDenzWZ31WfMEXfEE8+clPjle+8pXDM8QcAhjgQxxX+8Yzd9bNHrnPfe4T1pxOl1xyCbaDEUjOAyfCeBocD7X/P/VTP3XYo83x4zzg4ejA6ku+5EuC06iPdf/zP//z+O7v/u5hrR/zmMcM+NkzHHmEDz7WxHF1Ttp//ud/DteGGzx0db21fWV+P/uzPztE8B74wAcOzw4+7WlPG/ZQ1I/rt5LhxVZS+91phS//8i8P62Lff/VXf/UQ/TNHPIiDZB7yyLyMyWmyjn/xF38xjOn0g+sHdvaXaCJ+jpujpV/4hV8YMHBTyV6zh0TF55+ndZTcte/ahv8nf/InD8du/+AP/oCogWBnP9NBhX0An6/4iq+IT/qkTwprYU+2zxi6+wxyXcHHNexzg+Nrzr/92789nCRwXZHnRT/WxTX3wR/8wWHtvvd7vzfsD+345seHoz1PJgxcU+ZEDnzgp4++yGeH9Dd/8zfjS7/0S4c9bZ723S//8i9r6nSEITA6wvTp6nQEOgIdgY7AEYtAV+z9QaAZ7vpwNjmGmTk8u8ShacYr4w0PI5vhz1BliIrSMPg4RYgMz25ddNFF8Wu/9mvBuGoGnD6MR4Y/45qxjfcZz3hGvOIVrxieCTWGY3A/8zM/E4xoxv0jHvGI4UVFjD1OJ8NPBAfhZ/QyQD1fev/7339weESS6OPZMY4AYxCv+XJEODeZGV/2ZV8Wv/iLvzg4cg9/+MMHY5MzxEmgLwcFv75/9Ed/NDhD9CLva7/2a4PDRf+f+ImfGPriMwYc4AMrdY04xj/6oz86OM8cGE7fT/3UTwWHkcNDbw69CAmDn9Et5aypz8zBkSBbG0OZ8Q5Pa0FXY+P/wz/8w8HZ5Mh76RPD3puF4ej5tnlnrOl36/Tss88eHEeGvDWxZpwJuMCbLHvDuBxHzyy6KUCfhz70oYPjywjX5kgpp+R//ud/BkfffOBjfox2L6TiiInycow4nv/8z/8cF5fz+Su/8iuDanjtUfvyH//xH4ebBL/1W78VMHj1q1897BlOyb/8y78Mzwtai7ZPCLBXHbW0Xpk53Cxw1PM3fuM3hvzLXvaygB9ec7RXOR3KbjBwIv71X/81RKvU0Z+zQSdzs9fM1XPP2mHvBoWbGrA0JzK91MhLZlwP+OwnkTJle8Re8yIaDvWll146vJwLH2w45bD61V/91eHmCifPGJ/7uZ8bv/u7vzs8O0sOnfTB76ZDuxnwuMc9LuDj2oKZPYfPvDlt8gh2yurd2ODIkWXOnDMOH+fP9WC/2ZPnnXfeoKv9y9E0Z/NwfZ5xxhnEhv1CjvH18Zw4B5ZD6WaP9bQ3jU+OTi9+8YsHZ9d+gw+sRQtd35xGN3zM96KLLoqP/uiPjo/8yI8cItNuWGj3WQBv+5Rzz3l2Tbh2faZxCEWyXfs+kzj1xrXPpPa0xwjwu06dTnj7298e9ianFyb2Pl4RUJjZPz9cN6To4DPN/oGDvhxbN0jwdzpyEBgdOap0TToCHYGOQEegI3DsIJCZB78/MzMHY5Uxx5lBZsrgZgzLN0fsnHPOGRwfdQw00Qxtv//7vx+iJyIbInJXXHHFEO3gvHI8GGIcDf04eqIEokgMc86T+p/8yZ8colqcIwbgT//0TwfHQ3SOQc24ZKBn5mC8Mno5msYTyRExFXngEP3d3/3dEEEkl/HMKM3M4UUfHB86eTOviIPnzDiBjGDOJF79GnFsOTycAQY4Q9Y4DG5HjF/4whcOrOaXmcMbOVWI8EkR4/PP/uzPhpcvcZzhxSES4VXPyVVmbDNi9WG4wi0zFYfjlkOm/jCeKzlYZ46cDY4wB4HDTzcO1vd93/cF45ihzxBuNwL0vyOiC4cQnrDiHNNVxIw89a1/5uwYNuwck9aX0U4vPOYhbc6H+ZqnmxOin/YEJ4vjCRPGPUeAvpwavPpz+DgRjHfRcE6It6LSkzNkLzL8M2fP+lk3/cg0bw4MJ5oMaw8jUUQOT2YOkTD8nEnXgWuAQ2/unCFOnrkgTgxeNw5gL1qqjDjnHFryOc3WxN7hVJknxwufPSMVCZR6Thoerg1YtzHsQXLobV/Zi5xG+5wDJDoO08wc9jhHxzUk4if/Td/0TeHGgWtFdJSjBUNjWiPzsf+U6QQ3GMAY5tbbnocTB+zZz372ECnlCOpDT7pwqDlpF5UDiAcvHPBwdl0zbgxw/DjL9DMXe50zbW7Gx08fnzFuStkn1pj+1uBHfuRHwskAN3HwcvR9HnBy3RxRdi0bwz7EYy3Nwd7kWMJXu88snzWiy+aJlx5Sc6AXB9dn0X//93+H/eZzC65wIo+uHNjMHL62iLwHPehBYa1hAifrz/l1LRmLfJ+PsJdH5FkP+U6HDoHucB46rPtIHYGOQEegI3AcIcAIQ83A4ch59olhz2BjQDEilb0ERNRMhMbdeU4op4LByrATlQIdQ5GRLjL5QR/0QYPxzknUxhhmSDl6yihkwIsINWOLPFEovPTg/Mnj4TAxFB3ZU8dwZLzR2VE1Y6lH+onoiSBy7BiO5sgRknIMGLecU5EHOpmjqJzjouYsskQWB1zajEVOsjI5sHDc1XxFkODFIdFOnnHooiwKh0R9RFNhoB2J8DheSyc6q9MH0U3aMJJvRAd540rNTyoSxogV2WqRF861sZ/4xCeGMRjDeO+IOBtkisxwUPCqg49jrPKM9ja+dvnMDOuir7rMlAxOkEybS+asXmSQTnCx1njg6KtNHF/kWHPC1CMGvH0CM0dv6QNnzql9CM/MHG6KZOYQ7eQAcc7cnDAXGNMjM4e3MYuMibJxchuuTf+2lsYyL7pk3nyzhjPGkfUSKF8DEvXD6fc8p0ganapq+HW9uTbsG06vSJ0Ge9S1JM8hQbA0tmsBH2fOnnv0ox8dcOJUa7eHOWWuS1hZew4QB16UEE74YZSZw/qLiLpRBEdjkuPalcLF2pqrOg6Z466ikXjhLb3f/e4X5kyusmtSP3rDjgOtvzZ6uL5Fk0U/n/zkJw/RZGNpd/1y6ODAQfdZod6NIVFYeCF19JLag6LGHFtzVuca0m7/KNNH2sYRaRflts7y7fqyd+w//aydPvakdvtC2c2MBzzgAbLDC5HsB5hk5jCXtm8aDtbLDQ37behUf2CiH33syaoanmfPnF0Lypk51EX/OaQIdIfzkMLdB+sIdAQ6Ah2B4wkBhmFmDs6APOP5T/7kT4bjmJ7ZEyVzRI3TweFjdDWnS1SFIcwghhljjcErz8FhnDFOHUVUxzHDw5hkOIsGMLwYaNoZxZxXeojKiWo1I44z6BgffsYlXlFFxi5ngWHLuDS+PCOPIc6gFh3JTEMMTgj5+jMwVTpiy7HkhLToG+dQGyNZynHgyMibAx04SsajA70YuuaLh+Es1WYODGdYMY4Z19roK23GLsxgo04bY1df5dsi7ernedwo4OCTw7CHrflxTvC6UeDoI0dR+Y7IPE877bTgIJlb1I95VzI8O8ppJoezpY4zRZfMHI4pw1l95gx75cxZXj2sYMK5tzfMXz0ii9PkBoC1EsVUjxx9xSvqLdqurpE155hwnPRr9cahu3b7Tj19pMheULbnWrv9ADcpHroYj/OlnDmbi4iXiLwofXM4Hb21lzgYeI1NB5hat4c85CHDkWzlzBye/7VmHKYmo2GuvzFg7Rrwtmh1MJNynET7RA2tufrM2QkAETYyjWNPmQ9sRajVuVEiJQfBIDOHN9viV+cZSNeYvP5S6+zasLfa9Q0nso3HWdNfnfmSaz5uAFl3OKvDb53JpLs8R9j6qhNRxOt5T58B6tq1xuF1I0hU2Zw5usZ0DZDtmiZfn8wcnr3NzICJmwCi1vTj0HL24e96pac+9hB84A7jxz72scPzwdrMwZhr3GTnAAAQAElEQVTkuKZcZ+oRmfYQ3HwGqqOTiDUdfT65+WNMbWRJEayknQ49AqNDP2QfsSPQEegIdAQ6Asc+Aow7Bg7jLHMWEWJIMoQ4SI58omY8i0p4doxBDx3H2xjajvpxxhhrjE1GXmaGaIajZ16iwjDVhzHHGBN5Y+Axdhlu2hhijiFyyBxh84IOxwQde+OUZObgGGcm9uDo0J1xq4LuzVBVZpiTT0fGozrzNW9GIeNPHcekGX2MVDzqtHGqpBxxWDii52UuUi94cYzXM4ueTcPXiHyylDMzGM3kMkDNl66wYDzjMR5jHinDUBtSbqn8PJmvuTG01ZuvSJ48R5ZRzbhlMFsbmFhbjjieOyL6cpTmjWnj6aPNi2M41kid+UgRnaTzlJnD+s3XcVro4yVD8LQ3MnOI8IiKeakSbFs0yDztJXvFvOLAj3kfyA7RP2tMh6abI7NkOM557rnnDhFYa47H/nGkmi5I39YvMwddon44kBwvkUv7saqGX9F/fdyMUWHd7Xk3JETRHSc1FzcbjO36cczU2tib1haRIbV3yEFtP3BWMnNw/tsawAKPNYKHemOroyMnlW6f/dmfPThK9gDKnL191x6zL+FiPclpMl3L2skyttMNoon2vuvSPnIkFE76u5Zgid9auBHDkTMXzpZ66+gmlbX49E//9GEvuH7tGzetrDX8XWtt3vYp2W4IkEG2sjyyxzmq8saHHx7XmDnBVBun2Jzk6SZq6Xi5uYiUPv7xjw+fOfAw37bnYYIfbkj/hrG8G2fK9G14mY+8sUU4neRwnNnpDDfvHBm37trJuC2i+23V97p7D4HucN572HbJHYGOQEegI3AcI8AYzMyDCDC8GceeEfMcHEOLAccIFWFiKHFalBm0DDsRMC/f8Qyb55k4D4xcUTZlxw89O8e4NhBHi1xGKmNz3gjU7hksz4x5lpOB6i2PIqqiC5w7PAxrBiFDln6MO/XyjE55xlwzROnZDLjMHI7DKTfDlbGuD2Jg4ieHIckBknqO0DN4nh9jZIq2iKyIsnFc4KJ/I/3ooGyexsvM4TijOs525kwXZboYp/VRp1/mzeujbp5gqUx/ayKvD4NZ3htE21pw/K2p9fAcHUMezx2R/QEPsmGCF9ZwVseJyrylfuZpDuaD/9aUmQcdOGvIYeE0iA56uY7jlPTmrIm0e7uoFwRpi/qhE+J0MuzpUtXD88d0Mn6rw9P0sP84yF7Y4vlIxx1FSh2f9PygdeWgOZZK/s6dO4k9+NZaslQ4vi11nLth4Ygv+f/v//0/TcPzu+YlAuf5QuPhx+fZPfPisLqRImJpHTNziHI23QdB9cd6VjIc2bTO7XpRpyw1Z6n5Wy95a8BB4hiKfsLRHjBfNySsv2cVvU0aLsYxb3PSn05kcYw4SyKibgpw8kX7OYwteksna0GGvvYKXZCy61Vqbtb6MY95zPASIJ8pIp6cP9e8tbdf3dhy/ehDVmYONxFauY3jxph5+hxwPamHiZs3PmM4seakn+sZmZPr2FFY0UufXxxOnzscUOPCzTWtX2YOjnHDRR1spOZDJmdT2fhSxLH2ZmhO9F/91V8NLzHi3H7jN35jODni7blNN/yNyMicRZhb3XGZHoZJd4fzMIDeh+wIdAQ6Ah2B4wOBZqyarWOkopYMKscuGXPqGUb4GJAMQEYWY5Ohh0fkx5E3z02KRIjkML4dXxT5JINRxmgnm1HHKGSoMtoQ2fiQY4siKYxjxhoHWLSEIcpgx8MAZBTSiz7q5onOnGJ1nMHmeKg3HsOuGcIcPXyIXCmHgX709ZIXLxXhYHGERS0Ykp6HFK2iBxz0mydRllYm1xxhps78pQx1KZ3IYTAr483M4fnDqB/tldzi15zoTk/8Go3Z5sXh9ryY48VSx/+sD505DvjviOgMW9FoehkPHpk5RMwcEcXTxqMDfjLtE+k86Wu9Wl2br+gT2e2oo2cU3fjgFHCGRBXpgE80mcNPhvEyU3Y4wksX6woruFovzgMGDoC9bUzyOD3G8Jyo8Rx/tG/NxXVAz/k1zZyNY1879u35S2NxjO1TThj9jWU97HHP0sJZVIujqt04eNUbF7+omhRmHCKpMqKPlD7Gcx0pI3jCzdoom3/Dxr4gNzOHryHi7HCAPXNpzo7tumY5PvqSq488Ips8N5Bcg/B3zJ3j7+VX9r8jxo6TmivM9UPK9jeHT5neUrpyEo0j6mpPWl94uOGg7PPCmnEg9eHIS0U9pa5lesGD8+p6ts5wajrQHW8bS951IeX4OxKt7MSCG0kikG6aedZVX3uFrvjtI6l1kSJ7yFiZs2eV9SFPmzwsveDMjRI3pdxgcENOBN86wN6xYXPQh6xGypl58KZM9J9DhkB3OG8f6t7SEegIdAQ6Ah2BDxgBEaZ5o5rhxoDLnBnXrY3xxZFg6DFuGfqMRsazVITCUTjGFketGZgUY3xLGWSMR/LJazzymRnNUNafccfA1Y+B7+sIvLiEIScCop4+jt7SRbRUXSMy5fHSmXGvjPRj3DVDstVJUTNoWztejop6xyNFdvA1AxiG9G3z0QY3xmRmDpE3dSJm6hma+qhDmTOs6dwMdfX0lsJLeltEN+PAtrUzhjma9GG06585G6Px0KPl7yiFgfUlA5/x5PVHcBEVFyXShscekrbyfN5a6Tff1vqKdImm4Z8ne6qVrQGHCZbqOAZSZF2liFMPF2MpI462VFQT1vL2srTtUQ6t+RkDftoamac8B0u03XN99jyHDM6ecSbPTRW6cGbJ5SDrZ0zzVofPXrbXtbW9rp91x6O+EdzoRDdvZ1VvbvjV6WNPGVsbanvem1RbPT05s/jxzBOHzf6br7P+nn82hqgcR107fEVoYUymeYgomqN287Ru5qmeHPWwM1eRZO30V4/anOFFR/qodwTZWthryo1af6cgWkQfJnSjB9n2SZNLV+vrM0Hem3HdOOAY05dcGOrrGmo6kwEXfd30wkcfvPLmTx5MjZ85ezRB1Fy7NwFzpPHjMxadjCGP9MObefN1agx1nQ4dAt3hPHRY95HuFgK9c0egI9AROLoQYPgwzJrWDL1m/KjTLmVwInnEkNQmEsGgdDyPQUUWA42xxAgVGfFiH89sMcz05cBw0PRXZqgxxBiajrg55ufon7ZG5ImE4NVfPV1F7BjjjgiSqR4xGvEZl2EnGks3bWQx8pTprK4Zl/LmQ2bmzc4iQxMv5wiPuTUHxLj4zUGbFFbGUaaHlLOdmSHq2hwrRrM2POo4sRyRVq+tyZFH5NNfPnNmoDLOzUcdoqc6L3kiT10jUR9HFx1hbHW3lzaZIpl0gj9eayl6R197gDOUmcP3bsIFnjDAi9qesi70R+qR6LjIG34OnHVV38hzgp4RFi1qcjgt9o/IIr3wWgMpneb1VVYvygtL8oyjLjOHo6r0sodhYs9ogxud5JtseeRGh3F9vYqj4+YjaqzN2FIOp3Xl4MDcNZOZw8t47BlfCSJabxx66cMxtLb2rLK8FO5OC2RmkGeP0k27MYwvCi9a59qxPpxzTrC5NcecXA4Wma4ZXzNCnrnQoa23sjHxeU6aPKcOlO19NxWU1cOGLsaz7niMqc08tbU6Y8NOu5tU6htZd9FinxneINvq7Q96iTqTqd68ySVH1NWNIO3Gp5vPIHnOJ358mTl8R6g9BPMWfdWeObuOOJVkw0KqzXXrZhj94Ah79dZTKoostQaw0Nc87SeYuBa100VbZg5f5+TzxLwyc/hao8yZDrAnS59OhxaB0aEdro/WEegIHBMI9El0BDoCd4pA5szYYbQyqDgpjDXG0HznzByeY2p1DCd5URRvxhRh8DKW+X6MN89G+c4+RpQoHIPRMTjGnHaGlXHJYwAyBr2MRzRFvTEacUYZdI4D6sfgc0yRYW8MESf6N37fkymayCBtET8yzVXEAi8DHL86KaIbY5YxyOhWFmUxB89A4oGROTPWfa8hnsZrLgxtfIjRKWWgOybs+UR91BlDdBZ2IiL0aGObIx5HHmHjKy6a0WpszxzCCQ+DmpErj3ztAx308ZwcXNUjX4fiuT0RReU7Irpo95U0jgjKI1ElX7ki7ygibOTpz6GAB+eNYa9eWZSaPsqNrKd5eq6Sg+DIIcdbu3qpZ95Et+Fq/6iDozXxPZZInbXk/Hle2JwzZzcMOCDaOQ7eaOrmgVQdysywdxxv9eKg5lDYI3RA1tbc8CPP7drPngP1XDG9OSXavBTKfB0N9fykZ5AdqdSGzIND9dVf/dUBo/m1cW1Yy3YdwUeZPPLpDWtHQMnKzDBvzrjnLN2scQPA3tbH86jmrY2DmZm6BYwdT6cDJ9ccmx7k25fG5lw6Zqyu7Rd7nxCOrWch4eIGgLqmq5sBrs/MmX6uO+0w8+Ic+tmjrmn1yH71Rmxr3fjNQVTVdW6dYY03M4fPIw6zly+pc9PD+PI+I+jlWWVle8t8zIOu9oQ119bITRhRTzwwzcygh7500t9ed+3pYy+KHjsyqyx6aw7ySETd/vccu7J2ZUeSkbrMHJ73zcwgz3xhb48YG0+nQ4dAdzgPHdZ9pI5AR6AjcK8g0IUemQgwrmjWDETGJ+IMqr8r5FksxrWXkniG0/NdDGOOAsOOY+IFO2QxpBhsjCqOmHJmahru8ot0OYJGBxFNb6hl1IrUcMpEqT7lUz5leL6JHEfV8DDUvFgIMWQZhs985jNDyvAzgDEZwVL8InSMSMZ2wwEfo5DxLWW0MjgdoTRHz395eQrHRPTQ3BnDohj6ZGbow6AmC5EvFWX13Yq+YkQ0ioEsQkv/Sy+9NDjFHLzmOMJGP8+3+e5IBrH5eVMoMjYDHQ/Het7YhSNDnFz6Im/gtBaeW6MDp03fOyL4aKc7Z5tTJuJ08cUXB4fXG4U9nwhTvPaRI8f4PXcr8sRh8KwfB8W4DO+mK0fOPB2bftzjHjdEfnw/JLmeebPW1tl49pD141QYz40ETiE+Nx1EADm1eIxhjRnx5JuDMnmcRW9c1ceNCt9faT2tBweMw4yf45mZg9OhPE/W1/N+v/IrvzIcmRbd5Cwaj76wUPayHs9CG8McrIFngOnsGvPG5+bAka8vPe0DZXORt7ekXkLjGvNVIZ4H5TTC200aN3++9Vu/NYynrz6eF7TnOOBf9EVfFPaa68INBC8s8hymY/H2OPn6GV9qbehmPTj3dCefs2RcTrZrHb6uJdcLOZkZ8hwmeJBlHu06sGfJFDklT9mNEy8kM6Z9bZ/pl5nhZot961qxvuar7NqmP5ytBf42hv1hfd2A8DKgpz71qeFGg3p4uPnjxoTnsq0Ned7EbSxyWlTcfPTxLLGbZ4712u90eeITnxicZ3vb55w2zr7+mRleFkUfb+q23ubns4yT7bPEdQQjnxf6uHYyZzdJlGEh7XToEOgO56HDuo/UEegIdAQ6Asc+AgdnyJhqBUay45AcPYYX47e13V6qDyfwOc95TjjOx+AS9RM9ECVgqj5VowAAEABJREFU2DPmGFYcBUYtg5YB24w6dQwz0TvjcFIYgow8UQ0Gm+fkGHYcBBEkfCI+UsaqF7gwVBnx3gTK2G6GvZeR4EPGcQSOUc5QZdQxmBnE2vVjCJoTY7nVM8pFchmKjgK+4AUvCJErb+3kBIgEwYJ8lJnDd/6RmTlzqOU5p8961rNChBEG+nHOOEHaOJ1wYoRK9aG/SA4HHka+bsPLXkS1OGqIwUtf/DBgKHMIOCa+qsN6OMJp7pyEZz/72SFyiv+OyJwY7gxrRj0HBF4cR1FJRjRHkIy2nhwi+DCuRW2tE14OC6cLvnBGInnmydnjCMHGC1U8ZylaZx2sOexF6qyH8Y3njaJw4UDYQxxE+HFcYWmf2M9uJthzmRme2RNdhqW1FH0yln7G4QC5JujF8c+82QEwZiM6cIqtNeeeA6ONHqJ49FTmmNCRo2d9OHmibiKf9o5rjX7k4DcmWdaf0wajzBy+wkW7yB0sYGsNXGuOeXKSzYvjic8eoEtmhnpOItwdV3VjiKPuhoRr07WuTyNr3vJS+9RLskRV3XSwf3w2iHhz8kVAycaL9Ef2l3EclVcPE7jKcwAdJ7b29qQbJq5FTrG50cmawQa/N/k+4xnPCGttnUVrXQecOnI+4zM+A9twXFnGNSEa6rrlSP7t3/5tcHDpRWeRduP4nHHjiA6cXNclWfY5DOlAnmsU7tbRnnJc1skE/Tm9oqbWDC+yP+jsjdBuTvgscqMHJq4F8+AAk2u/tT7Sthcyb/7cUN/p3kegO5z3PsZ9hI5AR6Aj0BE4DhFg3DD6EINP5IGR5GgZR+HOIGFY4WGwM9Y8r8nJ8DUQDEFGvXbyOUGM4Mc//vHBKeSkcqDoQA7DDC/jjR6MOQaq5+0YrRwmjgQez8QxyJtByDnlrHAgHHP0FkrH4BiH+BmPUuOIGBqfAWps9fRqqWiEOXACtRtbGyfPEUjOG2fhkksuCU4Q55WzxRgnv+nE8dAv85aGI8dZtJbzwfh/6lOfGsbi2NHTfBnG8GII04ETJlrGOXI8k5MtusuhMVfGONyMx4AVQWQAc2zgrB+j27qIAHN0OED474g4xHTivHGwzN9zi5wVUUFz15++bXxlxjscPVfnpoMItf3EcbVGIuAwd1OCnvow8jkcHBnRU86ROYtQid7hQeZnPFiLOpm7o40cOWNyeEWt7GP7z80O/FL94cxRdpNCxBrZO5wATpG9ivAi40jbusojkS5rw6Fx00Ed3USqOIrWQAqLJz/5ySFCbQ9bP/OyfvTKzOE5Uv05UG4k0IWzNj8mXjzWjsNsLc3BfrSPRG+164MyMzxPSo5onPHduLnkkkvCDQfHbduatTXQP3O2X9t49oA5uGHgWK1949rkaHLe7C/raRz9fY5wtoxnHNHmhqfrGWZu9rhm4WE/2MMcY1Fx8yPHNS5tutmDeMi1p+COn3OJhxNMdiPXKyfPfN0AMV7TwzXoxpYXIrmW7Tk3MMzHGNbHCQzrab6wsNfdVPPCIzh4Fti+5mxzWulDX6czpMi+MDfOpRtVPiPdlHPjBRZwavul7U97UN9Ohx6B7nAeesz7iB2BjkBHoCNwHCDA6GFQc24YVabMIOcsMZiV74g4Ddo5JYxredEqxhojUDSCAcgY1Y4Pj6iJlMPRZNBBnXH1pQNjr0U5tIkqSB1hJTNz9gwUufoxELVlZnDc1OGnA2OzGXUM3swcjr9qM3cOLF4GnyOs8uQxCBndeNRlzsaUp59UHzzk07uNq62R+as3n8zZUUHHIhnoeLxMiNEsDz8p49T6cMytlTpOAsw4wubEGWtGPR7jI7xwNC5+eBmLDvTMnDkW+G6P3ATg9BoLjwicKI35trmbD3naESeHHnTTxvnBr692jqe04dnqybBf1Fsfc9APrzlok0cwkbY14/gz/I2lvza42F/2VebMqSNHG72k9ipHV739Yk6TyWT4ypc48GP9ZTNviRe9MzNEl41pzuTghTf9M3M4XmodjClypy0zw00Ke89ctJmfPHzJs5/oTh7C2+QrkwMneWSPoMyZTursFSndEDxhos54UjIzb55bazeedvjQiz7KrgnjyCPRVc4Y/vl61xCMrAlc8drXZMlbO3lzhKG9SQZeqbUxFvyV1etHPzji11+dedlXMFeGtxS5NsiSNxZ9tOO1v8nX1q49c3GDRx3Sjh8pw921ZGx7xvVhrnSiI/n43GyxjvJ49TF/62Cvm5sIp3Zr0Ppl3rwW2jodOgS6w3nosO4jdQQ6Ah2BjsBxhACjhzFnyowxaSOGVsvfXtru5jOkGGKcDMSgkjI4GVv6M6jwyXN6GLCMRmVtnEZ5hiADUp5MejHIlEVSpa3MaDYHRrGUgWdcPAxAxqm8dnLIYxTio8P8OPL0wA8TcsxDX9R01Y7wMljlGaN4yNBvvl4bHmObGz31VcfRYICaT2YO3yXJedJGB7rKM8jNhZPCMNbGkJZqR3DGI4/M1xrCqGFrbDrQEwb47ohg2OTSsfXhLMhrI5O8JodhbVzzVYfPPBsO5mT+8KQXufjIsF/U66PN/OBJljZ8ZKmTNxdrBMNWZ97akP7KZErJUW/vSRupN1frlpnDd5/SM+pHv0oOHmuVbzrLZ+bwdl7Ym4O52Vv0Rw0PmOCnJyxE3+XNh36wbGOal/1Ef3VS/elJhjokb/7y9ghSh19q7aV0Q/La6N/wJJPe2uaJPsrmIKWPlL70l+dskScvbeNzPK2Jvpk3O8D60he/+UhhYD9pM6Y1kGqDpVRZPR5jt3ptKDPDnLThMR9l42vnGLpu7NXMPHj0lo7tM4zDireRPnQzts+tpi/9jQNbe0Y/692OBSuTwcm1rnQlBz7qrYN6GCkja9Dk40fqOx1aBEaHdrg+WkegI9AR6Ah0BI4PBBg5jCGzZaBJGVNShpv0jqg5R3j0Z5whhh2DVh15xmiGO0OLQcWAZfAxxIxFF3JQ5uwuP8NMmXEn1Y8zwsBTNob+jMnMHAx/4xgTD9LXOPjpxXAll1GvTF+kH30Zv/ojeulHf7KkygzazFmElOymO4dQn8xZBKvJ1I/e+qLM2fyMry+DU7SKburwwkmZHoxidZwUBi19ycFr/saUV4fohF9eHwazvLfLwkq+OQfyt0fkkE8GHY2DlxNl/WClDE+pdrhmZpiz9dJGN214GNzq4dn0YtzTC/549NFmnjCkh3rEudLf/DJzcNLVq8vM4e2ldOZs0EEb0i41Bt3l6SBtpI18/WEv1UaOOciTQy95pM0aSTkj6mBAf7gpG8ebYfU1H2uu3v4lVz1cjKkemR8iVxlP04eMxmsvNnl47JvWh3x9YU+WPN2N2dZOXSN8+sLBeqvPTMlAjobKiJwaq81PXetHR+tnPjDQZiyy6Zo5k4dHG33MhU7KCC99MzPcHGi4GsP6GBvfPOFXhg1ZZLTx7XXXjXnhkVoTOlqrVke+a1iZM5k50xW/OnOThzds24kLMkSmYWYvOK2A377OzOFzSZu1QZkzJ5wsc9OGHxnjtuan7QigY1qF0TE9uz65jkBHoCPQEegIHEYEMmdGVeYsbYbg+2P0MJoYTww91AwoKeNM2qbIIOSwMLwYfAwsRqdx5x0LMhmA+jEYpYxEfK2sDjEmGbMMW/2MyYjFZzx98CF6NrnKjcyXLnTSlxEp1U6GshSPOjKMox9SxwhVp42xm5nD8Uz9YEA3vFL80mYoc4wZu+ZAX8Y845U8jj0Z+iBGN4OaTNjBXD3d1OuP31yVydTm2CmsjKtNnzuipht+cyIDP73UWUd5debV2qWIfpmzfZU5S8mhMzzpgIdxb47a7AGyELkInxS19TFH88Knznzpi5d8+NsT+sDAONroBS96t/XVr/Goa7LI1p9OUoSXfHmE1xpJySVHvb2qvzI9HJ80NtKO6C/NzIPPceK3vuZHLpyMl3kzj3H0M4ZUO73ItueN5/rSRh5+PPPjWbvWTk95fFJy8Mvb02TDwE0RPPKZObxZOnO2rtYAxvrBggzriZT1I68R/Od1U4/XGmXmEFGml5sD5oMXHvZJ5uyGhj749bNu2umqTh/tMKKXvJsQ9q29gZ+OjY98erru5N0A0a4fPaRtbvLGdOJCW8PV2GRYa2toX+M1VzzWBqlDTS/5RnDKnGHa6np6aBA4+hzOQ4NLH6Uj0BHoCHQEOgJ3GwGGIiHN+GFUKTdDTP7OCC9j7/b4Mm82oBh6+JrhZdw2ZtNFO5mMN/nW3oxkdY1am7J2/eQzZ2PSixGnDhmvyVVulJlDtKzxzsttPNJW32SYT+ZsLLLxaCMHb6uTp1vmbBx8ykj+4osvHpwOL75RRnSXoszZGPLGJF9+noyhHhkXycNFW+M1prZWvr3Ui04Y1Axnc+L84KUXGS0vzZw5CfLGwiPfiM7yHCkpmtchM4fvlLQHMnOIVOJBnB4pmu9jXpmpeuAne759aKg/MKhkcJDwyNMvc9ZXXePRhubrOCjqUJu3/K3J2Eg9rDJzOJ6rDibGkMaBH/ofyA588ngaVsr6SpE2aZNhDGU0r69yu75aH3Lmx8ODtGfOcFC2zmTJN1K2Lq08n8+8uW9rNxYdyULzmJGFzxyNLd8Ib+ubmcOatrZ53syb9xp+/Rof+epaGUaZORQ9E910yczh65XiwE+rVzSWGzNkKd9a/nwd3oYrfmXt5idF9lrjUZ6n+XFbfeZM31bu6aFBYHRohumjHKsI9Hl1BDoCHYGOQEegI9AR6Ah0BDoCHYHbQ6A7nLeHTK/vCBx9CHSNOwIdgY5AR6Aj0BHoCHQEOgJHFALd4TyilqMr0xHoCBw7CPSZdAQ6Ah2BjkBHoCPQEegIdIez74GOQEegI9AROPYR6DPsCHQEOgIdgY5AR+CwINAdzsMCex+0I9AR6Ah0BDoCxy8CfeYdgY5AR6AjcPwg0B3O42et+0w7Ah2BjkBHoCPQEegI3BqBXu4IdAQ6AvcqAt3hvFfh7cI7Ah2BjkBHoCPQEegIdAQ6AncVgc7XETj2EOgO57G3pn1GHYGOQEegI9ARuNcR2LdvX6yursba2trBsXyv5P79+w/W3XjjjQfb8LbCyspKyx729Jprrjmow7XXXjvk5+c0VByhf9bX12NjY+OgdsoHC5VRtiaVHX7n12CoOMx/2j6QtnnccMMNh1mruzY8fe31xm3PqFOGu7w6Zfn5a0HdndHhvr6a7vS0Juawd+9exTC/IXM8/OlzvEcQ6A7nPQJjF9IR6Ah0BDoCHYHjC4HNmzfHwsJCTCaTwfHk2GRmbNq0Kcbj8QDGtm3bhpSjg5eBftlll8Xi4uJQfzj/NOfyhBNOCLrTRV563XXXSY5ogimcR6ObTTnleaUzMzhzeM3RGsy3H878TTfdFMvLy4MK9kObh5TOQ8MR/AemS0tLg4YcMMQpU8FZMw+YX3nllcFhm78W7orzebivL7q39dm6dWuYT2be4gaHuXbqCNwVBG7+lLor3LfP09lNIiAAABAASURBVFs6Ah2BjkBHoCPQEThOEeDoZOYwe8Y2Z+7qq68eyv40w5WBvmPHDlWHnXbu3DnowJDm/KDM2RxOPPHEoe1I/gPnph/noOU5PZwfZXODuZsCmbO5qef4Sw8ncWK2b98+ODDmwoGjj3oOqPyRTHTMzOFmi/3fcKazvP0Ef3up3cjQpq45n8p3hcjPnK0frA7F9eXmhH1Dv8zZ2OZsr5mD+k4dgbuKQHc47ypSRxVfV7Yj0BHoCHQEOgL3PgLzjg1D2IiM1F27dsXu3bsVB4eCAa6QmbFly5aDR27VHS6iu+iT8TkAHB35+SO2ykcqcQhuSzfrwCFoTj6ezJnDII+0Sw8ncZqMTxd7xnzorq6l8kcqZc4wpT8dr7/++mhHTpXtp+YoWgvzlaq7q/OzR8kyRusDq0N1fbWbACKyTXf606lTR+D9QaA7nO8PWp23I/CBIND7dAQ6Ah2BYxSBeeNTZK1N07HZlnc8kjOhjEeEhPGqfDiJ7s0Rftvb3hZvfetbB3Va3VA4gv9wPJp6mTPnB7aiUJkZdzQPPK3v4Up37tw5DH3ppZcOR04VOFVIdFD5SCZRYrraR/TknLmZIu/5S8do3/WudykOa+GouT4q5tdO+faoydbu2pGiQ3F92UtvectbDBci0W0/qW+O8NDY/3QE7gICo7vA01k6Ah2BjsAxg0CfSEegI3DPITBvBDcn5s///M/jMY95TPzgD/7g8PzgvKHdHE3Rn3tOiw9MEqM5M+Oqq66KT/7kT45P/MRPjMsvv/zg85wfmNRD22sefyNnzhxPc1OeJ47/rfnn2w913l549atfHZ/wCZ8QX/AFXxDvfve7Dz4TfKQcu74jTOzr5nxJRR3x/+qv/mp87dd+bZx00knDvP77v/87RD+/4zu+Y9hjv//7v4/tLtH8eh3q6+v7v//744lPfGL8yZ/8yaB/04XTfFcd5rs0yc50XCDQHc7jYpn7JDsCHYGOwBGJQFfqKEaAkS2qc+spXHHFFSEy8oY3vOHg0VmRIAariE3mzCm6db9DXXZM0VFaz9i97nWvize+8Y0h6nYkOMN3FQu4Nt75tXjFK14Rv/ZrvzasQ2uHf+YM+/l+rf1QpyJm8LdPXvva18Zpp502vGzKvnKE81Dr84GMx/Gir6O0UlHy7/qu74oXvOAF8ZVf+ZXxhV/4hfHIRz5yeLGWSK599p73vOcuDUXe/Jq2Tofq+jIn+orWugHgeqHDkbB36NHp6EKgO5xH13p1bTsCHYGOQEegI3AvIfD+ic3MwZBuvTgJjOQv+ZIvif/6r/+Kn/3Znx2e1/TyIM4Fg7UZ0IzY1u9wpRywNnbTT9rqjrZU5InOjqP+z//8T3zzN39z/PEf/3E0rOejnvN5fQ4HibiKCjpuvXPnzuEtqPaHNwQ7wnk4dHp/xmy4cjrdpLCf3LTwrOZ3fud3xs///M/H53zO5wwiHbV91rOeFS95yUvi67/+6w/eiBkab+dP5uG9vrwl13q4SUTFtr9apFVdp47AXUWgO5x3FanO1xHoCHQEOgIdgfcTAQ6YLoy1+eeu1CFGqrSR8nwE4R3veMfBr45oPAz1lpfeukyGetTGl6fDrXkZ99oaMaLnxxeVaW23Tslqxqg+jOrMHKJUF110UYgccmw4mpwKemXOImyMWbq1l/bE3A8jV5F8KUdWOk/kGrPVMfLlzVFkRr4RXmO3suON8vSS0oMsPJw1dfPkmO18eT5P9nwZfp7dm6/73//934NFczG/1s/YGh3rlSLRYen+/fslYd+IaingdxRVnqxm/Jt3c9LMD754OHLS973vfcEpMi5qjjWMm7x5HWChH16peUnndZ/HCub0cXMBXyO46tPKrY8xjWE+eOiMxz5pR1Xn94Z92tYY322Rudy6nuy2Hu9973tv3XyLl/xohLW0kWO+LU9+019dZkZmRqtzLXhm0xtp9+zZg+UW1+7pp58eIoXmyEnFcEfXF9zIxGf+1iwzh+vrQQ96UJAX9QNHMs217em2/k23YhuOt98aU/VtjeXNUYoyc+hDrjLZeOmhjLQZQ6psPaXzNF9nj2iz18iSR21/ySPlJlOZDHXyCDbzqTyiv+ex5dte9BkKI3VoXo5yp0ODQHc4Dw3OfZSOQEegI9AROM4QYPwwxhhZjOhTTz01GP5Pe9rThuN2Z511VjziEY+Iz/u8z4vf/d3fHdBh1DVD62//9m/j4z/+4+NJT3pSvOpVr4pnPvOZ8UVf9EXxIR/yIcHg/Mmf/MmhD6fjn//5n+Mbv/Eb4//9v/83yPziL/7iYPxm5sDDkKYDXkcYf+7nfi4+7MM+LD78wz98GOOrvuqr4h/+4R+CocoY5gAw8s4555yhv/F/5Ed+JC6++OJh7Ac/+MGDPpdccsnQrk9mBqfgD/7gD4bjkT/6oz86GMccIQ6RuXFKf+/3fm+I/Fx44YXxaZ/2afHEJz4xnvvc5w5y/GE8M0bp+qVf+qWDnn/xF38Rf/M3fxPf9m3fFh/3cR8X97vf/Ybn5Dwvqg/HilOmjzHMHabkn3nmmcOxxosvvjiMzehvGOt7R/TVX/3VwzOGf/Znfzbg80M/9END+ZRTTonP+qzPije/+c1Dd07iU5/61BDd/fRP//RBP0daNVorqf3gCCmD13rRra2BPk9/+tODQ3DBBRdgH77PlMPjGcfP/MzPjH/5l38Jz/99y7d8S3zER3xEfPAHf/AQLXvlK1858DLijfm4xz1u2Cccre/93u8NOOP/0z/90+C4cGKsk2Of3/qt3xqPetSjhjW1Z375l3857A9rRYmWyiO4Zc72FAfWmoikfsqnfErQ8cu+7Mvix3/8x8PexW9fWE95pI+UDvYjZ94+O+OMM8JR01/6pV+Kz/7szx72sH3/0z/908OxYE6cNdYXcSDwP+MZzxjW46EPfeiA+dd93dcN64QHGd+e/vVf//Wg42/+5m/Gi1/84njKU54Sn/qpnxr28Yd+6IcO0Uj8rlFpI3r9yZ/8ybDv9X/Ywx4Wj33sY+PHfuzHwh7FZ11/53d+J+5///sP17W3HGs3x4/5mI+Jf/u3fxvW9du//dvjMY95zLCG+pn3HV1f5maf4DV/qc8S+9qetrbqmgNorvaPzwXXNd3p6zPDOrk2PFcKO/2aTHh8xVd8RVx00UXx6Ec/OuxDnxf0P/nkk4fPBPzWUR1nz5zwwVA/9DVf8zXx13/911gHgotMZg5fHSNvLXy2PP/5z49T6/PQ/Hy2fNM3fdOwf8jx/Ku9bD76uJmRmYMenEh9v+/7vm/Y/+bpOrTn3vSmN4U5nnfeeQEnb8m2n1wnPu9El+1P1+jf//3fE93pECIwOoRj9aE6Ah2BjkBHoCNw3CDA+OFgcDpNmrPJsHK0ztG7Jz7xiYMB+prXvCYcwfOyEXybNm2SBGNRH04SZ5NzxWBnJHMmyEEcQc4OZ+CDPuiDBsPsD//wD8NLPzg3hDH0pG9/+9uDoWq8c889dzAwpX/1V38V9GFE4uOUceDkX//61w+yGLr04dAx5n7iJ35icLo4BfgyM3bu3BkcaXyMVvXInOjn+TZOnGf2GLkf+7EfOxwz5Cz/wA/8wOAQ4WfYSuF36aWXBkeIEe8FLJxNTie8OA7N6TNHDpJIFmeFI8/450hxhvAZkxHajFlj3BExsmH27Gc/Ozib//7v/z44cJw6GHsRDN0414xwjsB973vfoIO6f/zHfxzEM7LtBwUOwdeUcc6Qxssg5pQbQx88sGKwcxqsBdk//MM/HNaZ0/iRH/mRwzpzoOhlj4koW3/r6NlB/eAE72/4hm8Ybi7gId9aMrytsTX4qI/6qOHmgGPQnHo88wTXVpbnLDWdOBkcGY4tvV/0ohcFnP/jP/6jdTnocLSKefzl7TFOgTUVoTKG/ub8Uz/1U63bwYihNaGzY6uZGebCIXTTxP7mnMOPPuS7bhwztofsGU4WDDmqnrt0Df3lX/7lMI65ybzzne8M6/E93/M9w3q6OeDlUmS57n7mZ34mOO6OBT/kIQ8ZriVr6RrgSD7hCU8IY3Do4eOadWOCPuTDXmrurlVr4rpp15d5uynh2sdnL7oe3OzgWNJPvb0jpT8M6EbGd3/3dw83k9yQ8LnDKcaXObthIP+Lv/iLwUn/oz/6o2GNzN1Ni4/+6I8ebnK5UaTO/oKlPtbX54d9wum2l93QsB9g73MKX9vv8taCLNe1+VtjzqMbAT5z3CCCk8+8f/qnfxpugvhc1Ne4dJDHb0+86EUvGm68XXTRRaHthS98YTz5yU8ebk7gE0GXugZ8BrrZ4nPKjSPXHQy1dzp0CHSH89Bh3UfqCHQEOgIdgeMIAUah6TJQpaIM//qv/zpEQRhVjNxnPOMZwQFhIIryNSMLP2JkMlQZbxyJ5zznOcHJYEBxahilDECGLePxF37hF0J6n/vcZ4ikuOtPTotmGI+xzUDHx/niMIm6GoNBJxIw34cjRHdGKH7RAZEJRjLdGKuMZsYnw1J0Qn+GOMOPoanMqWU8040jxiCGAcNd1JbRyOjGS4703HKKOVheXsLJE23iZDA6RfoYqhwevIxx/Rxh5RhysugKX46ueXIGOG3474xEgjh8xucoGB/2xofD4x//+GBc019UBYaMZ8ToZ1RbUwazdTQebH/rt34rRHekz3ve80J/6/LABz5wiPRaT0Y5p0sfuDKqOYscBzI5TtbgMY95zBCx88wsXo4PB9taWRsOEkeeA64/HtiICOlLjrHtBTcQRGM5KKJOeI0tbfq3lLMgsslZEzVyU8Te+5Vf+ZXgaLnZQObb6waH/pk5fB+rvD0hZfjTyY0C/GRzYmDkxgKc3VzgSNmz+rRo3m//9m+HfWUeHH/9OKxf/uVfPrx1mD5wh5t+xnEdugFh/9kDorv2k7U0H3vPfDNnDpkjq6Jp1sVa2e/2L8dNJNAetAbkuwlkLT2fad+I0tLBejWd6SJiaJ/aU+2avL3ry1ue8f3Gb/xGtOuYfnTNzCDLjYx2vTk66jPHzQaYWHMYiqxqc/3RNXM2P/i73q0RR9F1A3dztofcFLKHfDbBzvqYm32N4OCahb11MHc3h+BgHOR6lFpjfeXJozscyPmkT/qk8BlCB31dryLfdMfPaczMePnLXx7WHQZuUFkLa+cmiZMdnlfmVOpjva0/x9I+8fnkZsyLX/zi4Zp1owFfp3sKgTuX0x3OO8eoc3QEOgIdgY5AR+D9RkBUQyfOg5Rxx8j73M/93OEFKQxH9QwuUQIRi+Y44GOgMjgZZ4w6hiR+R9oe/vCHD1+7wJjSJgqjDWlzFNedfREYdUhUlVHNsWSYMQLVIxFA8h1TZPwx1hjKHArHWUVRHM3j0DRDmcPH6eAsksVBoptxGaebKlJLBmNVNIdjg4cDZE7qjO3rSDifDF9GrLqGGYNXmRPDIOUwKpuD6A8ZDFF1iFErUsK5FNkzvvrMHCJQjgAyil/60peqvkMcicSCAAAQAElEQVSiq/lgEi3lcHiTqrL5fcZnfMbwNR4MWZHOBzzgAZqGFyVx9EQ7RazMBT4a3SjgcDGW23N+1pljxcGAFScWr37Gt8YiQ/bNl37plw7HZ+0Lhrt+1srRW1Eo/Tj66shF6hA5Umtqr3H2OV+tnmPFkOckOLKIF55SWEgzZ84KZ8TR24+uSBhsMmf18HEk0teccObaDRRzoQt5dCPL/rCO9rq8tTHHhpWyl+5wojgKrZ81d+NFdJhjx3Ehg0yRN1Fdzq91tk7GlIe747CcIw5Ku/4uvvhiXYcjy02OCjcNzJEjZSzOnXq4c1aN+7KXvWyIuhpDmxSfGwrK559/vmR4FhKG5kAn62xvWovbu77cMIGlI7/GJMh+cH3pa505Y65NbSK+nHw3DtRzRI0JQzyOOVt3OuK3F1/xileECPfnf/7nqxpI1NA+cIpBBQdPishzTNhNFdeffQkzurjxYD05fvYnfm1S/doeULbH4ORGmTW05m0c4ztW7si3z4TG7yaVUwrG9QgALLQ5UeEGmr0nwt1ulhjPGNZd5FkfN1Qybz7iq3+nQ4NAdzgPDc7DKP1PR6Aj0BHoCBxfCDC4GNOMPIYzw0fkRGSOQdecBJE8BpToEoT0YcwxzDiuHAP1+PHJe2aMs8DpUBYFIVfenX2pZ5mkiNHNEHTcj7HMOGSQ4ZF3HI9BzBljrOnD4CaTE4vUMWQZ/fIMb0Y+mZk5vJiGU2i+okn0xSeC5ZgjQ9zzinDhdDIGtXN29DE2HRio5skpwOdZLXwiH+ZgDEYuIxUG2hCnRhsngnFpbq2ecU8uR0+q/o6IYW/N4O9ZW7wcYLrDh1HPcbCe1ks7B9OcOBVwE5lVNiftcDMvadPBfLSJysBLFFwZnz3AwTens88+W/Vw7FidwnnnnRecD/3MXR25mTkckTX/Vk9HeF1yySXhR1ROak7WVB6m9LCX9MucOZLWBmXm8KId62RMDgODX383NMigD7yMLYKlrhHd7DVleWsnpQvHXb1xYC/PMYSd47B41dnHHGw3VWCkznWin7xriQPjWlJPvjU3H7iZn36uP/wwMYabLW1c9RwXX2nixsH8GpLpCKlrp90gMYb+mRnk0tX8M2f4mTOd4AQ3+8cYd3Z9ucnhWK9IO35raA7mImqpjmypa8i1lZnD98nat3R1HWbmcJNLX7pG/dib9HDDh3y8sKim4To2R3vc/tQm1SY66MYAJ9icyIO9vY/fZ4Fx8Nq/Uu1kZ87wgI990q5ruODNzOGGiptw8ONg6i9vz8m7aSCFo3p5N8LsFTfYYGq91Gunp88uOlkza+z61N7p0CHQHc5Dh3Uf6chCoGvTEegIdATudQQYOwZh3L361a8Ox9oYWYwybRw/hpDoAION0cUYY8QxjPAw6hjI5HBw1HESGLaMLkaUNtEUxrE8R41RxUgkT53oBmNbVEqZAchAzJwZgXQii3HPAMdz7bXXDg6NqEMzbMngBOLh2Ios4G3EISObfuah3jj0Nj9l7VJGp5TBK9JCZ84OQ1HemObCQcPHcYCXMuzUGY9jKA8rKUPV84BeKOIoLMdIxEzkkwHOwMV3R0QW/Y3P0cUrUmQejH26WSNr0TCGhznRCT/Dl7Hd5s0JMr4IZ2YObznlsHIOrIt5Z86On5q/8c2FvspkSht+dLHGxml44Gl44M1MVQORw/HXz5qYI0cF/pmzKLC9Sg8djC81XmYOTos6kSfzcgMh6sda23+VHX5bPSesYYFfI52kqO1rjo852H+cG3ppFz2XcmbxyHM4paLi9iFeY8M4M4dnlMkwR/sErzXJzOFlMvYtHfBrk8LC2rq+1OEREXTE1EubOHquD5E3stwAgDed4a9P0y8zh2O9ZGXmwa9AsV+MS1/86I6uL7LtDTcB8Das6CZvfurNVYo8R+mYvWOpridRd5F++9e+M0/94WxN6Ww99eXEwsI6ceiNbY7mS3e8+FwPnq91HFsUluNvHJFu1y7ZxsKrr3ReR2X15tfqYaWeTsb3PLA9RW/11sax2MyMdmOirYG9CguffebmmiRfP58V9l+TY/7w10d7p0OHQHc4Dx3WfaSOQEfgdhHoDR2BYxMBjgjDiqEv8sLpERFk1DPaOCDu3Dve5rlORxkZS4wkximDjPHWjEJ5Bh0DjIPKKOMsQE+9lBPKAJc3buvLyCKP0aWNgSltxLgklzGrjuGnP77Wh3GtnRwGKGdLHX6kjzpOqZRxp55u8uqVGbaMQ3nESGTUk8VJoQvcGKCZOTg6ceCHPhwNeqhibNJbnl6e6RTpcUyZXEcNPcPpiKQ84xlu+O+IzIXOjNZm9MMfvqKNjGRzwEd3smBMv4aXNjhlzpwd0Re8jsaKuHoG0DOLnvfzrKLn6Dwv2NaMTLI49eQqm695yWfOHJrWRh+YMb6lMJK2dvMWebW/HIt1nNMxREe57T918m6MtD7GQZkzx5X+1obBbzxjwMU88dnzHAZ5ji9eeXz45Rtlzo432iuZOXxtCPnKeF0L9OdskG997XtraE3pCT+6wxK+eDlezZE2lpstMHVdkKEOGUNqf3KkWhmvcWDt2VAOtsiw4+aOcDveCTdlNxnMUWrurhl58yWH3saAOfnmRwd7Ay+crTEe+18/7eZuP5GpzeeBFB72IzIuLPC7meK5YrjYR47Ac8odYTcmXexd8o2HR53PJXKNJ83M8JkCSxjgUW+/00VU17FWL6vyOeb4uGcpHeW1v+xN140+mTfvGTqoMz59Ydsi4NqM5XPBXrefUGuHoYgzfNx0gpm5k0eOlH72DSdeGRmHLj5P5PXRV1l7p0OHQHc4Dx3WfaSOQEegI3B0INC1vEsIMBgxNoNMmWGkDikzpBhyDByGvhf9eF5KBMgxMMfTPB/mDZhe4iLSlTk7VsY4ReQzMslkKDKwlI3FiGLIamOAMtIYXoy3zBy+JkB/Rh5njz50wE+GtBmy+qhjLJOtnz7aGXJ49Vdm5OI1Lw6ZNrqYM4ORoay/eqQP4xopazMGh4QcRiFDMXNm7OKBm3pj0V8dyszhhTGwUTYuXnnjexZSREyUx0uDPN/qeUtRThEquhmzyZTSRX/GKINZno5SRqo+8jCGLx51xoNB5kyn+TysyGBE62sejp8y2kWfOIWOATpOqsxBQt7UiR/RjWMnUgcLdYxu45g3mcagozmZh/HgmplDBFU5M3UdHHfOhIKolOfxpPai/df2pTK5xqCv9TNX/ew3c+O82IvapNqQdaGPvL2B5GFLP3kEP7rJ48nMgKsx3UDAi0c7DJTN19jGc614vpGuMHME1BFjzq4omGPoZOlvH+tDdyld1JMpbdias7KUY2POjgeLblonkX5r5IimtTMGfhjQVT9zshZ01eaalBoXNuoRXnrpe3vXl71mvvqbi/76GKthrE0U3AuKjOsFX8hzjV/5lV85vPHVXMxdu7mSpU7fph+ZypmzmwDmbDx6qkci+47Rq3dtGccNNNj7DPPZYQ2bzuZmXH0zZ3sQ9q5XOrgGtCHrKdVOR2ve5GRm2BPa3RiAFxn0sD/Vy8PYXlJGeLSrh7m6zJke8p0OHQKjQzdUH6kj0BHoCHQEOgLHDwIMrWYUMu4cURNVcCSQ48iQE1lh6MnPI6PMWEKcC4abdkYag5ZRxhhmTKnThpqBpo92BjXSn8Em0uPYG15jMNwYasryHBwGrTKSZ0C2SAN9mtNIj8wMc9CPPGOZM/20k4HUMSDxGoee9GNk4uPsGgMP3fUhk1Mjb1xpI/1bHfwY0toY3iIh5HqZEn2Mpw0GsFKnbzNAperwqCdb3hzw00+9ukYMYvPFw1E2l9YPjzblzBxeGGOdzL2NI4qbmcMNgYa/fuZr38iTifSlgzHVk43H2Cgzh2Ob5ODHA0Pjk6feGmrDzxnDI5KpHi5kqpOHR8OTDGVtrc4cOO6cIeumDV/LG9tbfdVzsJts/dTZC9YWn4iYOjpm5vBVL8bjMKvn4MCeg6eMXEswF9k0J3VSc6M/+caEG1mtHRZtL2Tmwe/R1G4u5qAfOeTRXeqawaM/ZyczB0cen/2hTT/zMZ5669PGag5Qw49MfdDdub5g2DCFhf3hCDknnGzzl6I2Jh2V6Wls9fRVZ4+5KeaGBhzp6zNDm7zUNWrOnrF0gyIzh68l0deatTm7Jptc2Og7T9qsuXVs9W3/ZGZ4/ACGzaEn100ZN7NEsH1+0l09Z5IMEVmpdSNbPnOmH6yU7SUp/aSdDh0Co0M3VB+pI9AR6Ah0BDoCxw8CjDuGGmLcMZoZ+L6WAgoMOwYQPgaWrz/gBKhnkDHsGI2Mp8zUZXgramYGQ5OByZjjpA2N9UddJcOLZTJnUbdmbIleMdQY0IhRyaBsBpvvqGOIeuaRDNRemuJZtvYclLloQ09+8pPDG1rJo5O5NiOSg6WMz4uNvD2UEen4ozqOgRQ5nujFQl6qxKFQRz9OQCN1sGjzkdKX/oxP7QxQ2HlhEAfBGOaojf4cPTppU4fgzGCWN2bmDOvMGc7GsE7a19fXBwfSGOYLb86KddBOP2umDAd6Nf05wSKt1ssRWv0zc3AW9YWXY7WeseTY0NO4mTk4OOaLz3zM2Vh0J4cOeI1rbsaUR9rpSR58ROnIceOhzVu9Oql94Pgx/swcoqJx4Me84cFpZbTbs+RoNi+pOXsbMj2tuzpEP6kx4Ux3MtS5EeOIuTyClfTv/u7vwrxdO+arzrFYR6odRW+OrTlnpuYQdXMsmezWR7tGOEkRPaTIvK0b/swc5uyoKJ19TU3UjzE5yHR3vcLIEWSYVPPw2zBTZ/5D5YE/5MuaDz75u3N9kdPmAHN5OlprnzNS47h2OXP2jD7GhYdnU/F5e7ZnNvGLOMIIv71ojcjNnGErGurzyvrbrzC2x8h0csL1Zh9og4H61i7fSJvrHH76qae7VDTfUWn9fB6ow+84vM8Pe0uduThxIE9/R6p9volAW0f1mTm8PMt81ZET9WMOlfTfQ4hAdzgPIdh9qI5AR6Aj0BE4vhBg5GXm8OZFb4FlZP3BH/xBcLpEPhi0HEzH1DxvJYLAUM3MIdoDLUYWg1J+PmUIMggZU9oYe1LEaGRAktX6OALoxR6Ma19pwiHCi3x/ou+YdMTXV6So049z6XktBp2XkbTopnZGoe/A40DPj60PQ5eDi0+eA+RtmIx1L/PxYiL6aWcQM3oZi55Bw8M41GZujNp5+a2NXPPnULV282a4+roHxjF8yVH2nJmUIQv7JocD5VgzPl9zwfGVRwxn69OchcxZxCQzg24M9taGX55886UX/NXDUuoIq0j3U57ylPDcrjq8UkeBfY/kf/7nfwZD2vzUZ+Zwo6HhZQxt5kouaoY0fu2ONtKvOYPq4coZEAGDka/c8CyiNnpycn1nI+KYw1Zbk22/Zc4cD8dLyfEMn5fr4IMjvH7t135t+K5D+waftnmCizJ++MnT1dt5ff0JPdTZj76L0bzhpp+5YpHLWQAAEABJREFUiq56Ptdzlc973vPCs7D018f6+UoPX4HhumnyXYdwJgOferrKI7hwQmCkbO9cfPHF4XrlWNJFfSPOmK8Eso/pbj3sJ3uFjuZm31oL+0E/8yDf9Ycfn2sFTh/I9WU+5JBt/nR2LZq3sdTD07OndDM/+qjPzHAUGXGe217UBk/Pg9o7rit9MnP4+hfzMofnP//5wxFX16z9wdlzE0WUMzOHr2xST16bv3wjbW4A0c3XqFgP+8scfD6S44guB18funupluPgsPfZ065te/VpT3va8KImNwl87nBG6S5tOlv7zNk85tee/E73PgLd4bz3Me4jdAQ6Ah2BjsBxiABD1LSbwcWA9Z14vpuQweyZqx/+4R8OzxiK8IgAioDhZzQyyhhVyownshhPDFWGJiNNnbwUnxQxdhlVmTNnRR0yrqgKg83zXcgLbJ761KcOUdMv/uIvDs+skW0cfTgm6hmCnFF6+1oEeY6Rl5R4DtB4jEbGO52a7pkzJ4XD7cgfI/2JT3xicHo9Z0aeo7De1MshNmZzduhAJoNZPaORwSvPCJXiyZyNwWH2shR1XpbCEKUfAxqmnkvTXwSHLP3RYx7zmMGpe9KTnhS+d5ExrB6PeZiPcuZsHHnja2tro44TaI3gR+c2j7Y23lBs7oxiTpE5e9aUk+cFPvT3wqPMHG5SkCniw0mhv7IxYSKvjlGtXRlxYsyHY+u7MH3PoXm1mwV08HUb9oi9B3NfveGGgmiefo4jtzFgSW6bgzwHx/eiiiT7TleGvjeWWmNlRyHhKGKGv1HDis7qrAPMHJV0fJZzZ/6OT9oX1uErvuIrwhFO/OZr/exZUbY//MM/DHvTc4ReYsOR1+47Rr3YiZ76GQ9GHBllDhlnSd6NF44iPDg86uxrzrI1ch26Tu1VOD65ovq+79IzwZwi+wBW9oqUI0hGc3Llkc8DehjHHmm4fqDXl/1lPLJ9dvjuU064/WRt7CmOpHm7Jq2/4/z46QYb+8/NCdeINRNF5LBzXK2pftYsM4e3VXtW03XvWKu94ztNnXD47d/+7eEG2eLi4nAjRh/j3B7BVJuvdjKW9bUv7Se62Dfe5Gyvw8zec23QV976c/jdqLNfvLzp677u68JL18iFi74wci1a44a3evPH1+nQITA6dEP1kToCHYGOQEegI3D8IdCcFccEGYKMVoadY6Tu8DOQOUYiQ4whBiKj1DNJHCQOAMN7Hjl9GLpeksKQNQZiVDGyODSiAYx5xh9jXn/HKRlyIkecIY4uo5/Bx1AVYcRHDwa0cRmiz372s4NzSr436zJsReM4CF/4hV+oy/CGUTJFHEShGPEchKGx/jBen/GMZwTHhkPh+LCILvmMVk4DfRmHDEKRRpFIzqz5kifaYn4MVpEw88QDM1TDDEancUQzX/CCF4RjmZ7roj9njzz4kgEbfTgWIowiKpwOss0dxqKfDFh6GV8/fejjyCiDnTFvfPOlH+zMl1Pz9re/fTDC9UHmykBnKHu5kWiR/upFiawRWdaTHhwf48irt97k0J3jIkrFQaIf49wa0VfU2rpysqyZSBbd9LV29p+bD46m/vmf//lwDBsGjsnClWy8mTMn27zJVkeOo9feTGoenv0TEePEuKkiCiUCilc/qT6ZM1nKjR796EeHdXEzws0Oe4gse8Re4UjiNXfzkhd5NAaHA86OIVtnjgqHkLOFz3q4EcJJ8WIh1wQ5sNOO4GaNEV51jawJPDh0HH/ReDzm7G2tvrbFOlkT2HBkjWFc8zZna+L6s0+slTlos0fsMfv/A7m+7E3zQDBwQsIxWVHe5z73uWFej3rUo8JLytwgstbWx9zsN9eUmwScdFjT0zpaA7jbhz5f7HnzQyLjbuTo8/u///vxwhe+MFzDZHOcOb2OPLs2jHN7lJlBZzcTrDs8yPe5QY71tB4whW+T4yYVrPQRnXfzjk76cH5d58b2+WEf+TyBuevD5xLnU73xmsxjOT2S5tYdziNpNbouHYGOQEegI3DMIMDYYdwwmhhtJsZQFkFgNDH0PS/H0WOoMUA5O/owTkVPHL31zNK5556r+0AMM3z6MrIZ9oxYkRWGNTkcR8/EiZgygjll5BLAKNcu+kGGKBgHVHSK8cbwZDDjldKfTIamKJw+jn3q4zggA5zRi5+T4uibqAWjHwZ0ojMDmC4MYBEjzrZI6/Oe97xgMNKRgY7I4vSIvDrOqI92c+QMMxwZucb5mZ/5mcBrLP0Y4k94whPC11f4egzOlGhMM2af85znBL0ZnXRj0Hqzqagf50L0ilNqrXzXIP1EARnI9N+0adPwwpmLL744RFZE00QVGfN0gJe8NbrkkkvC2qmHK6zoCCNRV1/hQkdHin1fIvzpg9+acoA5NvhE9Mg1PzLgwIl2RFk0kX6cCHOyXpxNX+khMu1mhqinevrp65gqx0R02T4yD/I4DOQjumTOjhHTH2bqyVB2TJtz7+YBHR2P5CByFvDZF3ibHPtDmZ7aPZtpXyH6iFDZlzDhMIvIcxbIsS/grx8ZsIIZfODsWKe1cy3hQRwPTr/9YN9yqGGov3ZkfVxnZFh3dcbilMlzLh0dtw88G/r0pz894CoqCw9rar3gzoEyjgixNnibq2grh4iursnMmeN9d64vzpd1NAZ86e6aNL6jztZTtN9amLfIMwfSnOBof8qLWPoMcGMEhvR0k4N8EWQ3J8zPWPjdBBNpdPTW87I+n+wbe9U49prPmMzZHOGg3zxlZvg8sB/g63PF8V+p69Ca4LdOrjd5c4TxYx/72PC5QFfXnxsPbuS5LtxMIBc/2Y7xu6Ejgk8n81avvdOhRaA7nHFoAe+jdQQ6Ah2BjsDxgwBHk8HJaGI0t5lzJhg/jF9tjDK8nAbOCz4GlugmUvacl1QffGRwotSJfknJkTLG3e1nDHMMGN0MLQacdjKkoq70MzankAGszHjTzkBl5Ik26svpI0tbI2VGr3Z1eDjM5sHJJZfBSmftSB/6qFc2PkORHDrRg+7aHLOTqoNJ5uyYMIOZfsbTTk8YI7JFMckXcaKHSAw+ERwOBX5zFRExPj3h5phfK+NxlE9Knn5kNJxFp6wf/FsbvOmJb37OxjI/9a0dzrDQl0xGPRyNh89crBUDXD0d1BvDnPBx+qR0hpF2hEeddeBQq0PmSQ9jKiM6wF2eM08XeTLkkXzmzIkwF4QXHwykcKcLPfUxT/s0M4eXt0T9GL+S4eVLUsc0XQvmp40e9i5HU39zIksZP9lwk0fWGG7mhLc5itpQ05HTh0d/42kT9ZJylty0kHed4YNbw8j49rT1himZKDOH5231o6uU4yfVR0onjpC8vZU5e45Q2f6F1wdyfdlb9i58Eb3IhAWsOMT2jzq6w1lexJsjjkdZlFWaefNXErm2rEe7+XBrTI2tDxztA/ODq33qBhgsMmd7peGAf56M72aHOutpD7qWpbC1Bk1/PHAil1746WCumTM8je9a4RDrby/px+Gmo76uGXWdDj0C3eE89Jj3Ee8Igd7WEegIdASOEgQYQFRlAEmVm4GqjBhPUsQ4kt4WZc6e2cucGWl4GJHSRhynls+8mU8dg1maect64zO2Mmf1dLwtPg4Dw50hqv3WxBhvfW/dpkzX22rngJCL547I+AzIxkMPureyVJ1x5M2JwSo/TzBGjFVGaWujB+NeWRuSR7Az/ryety7jI6/1a6l6REarI6fpSRftjcxBvrXLI30zZ2tkburQfH/40kE9HnOSb0TnJl8dHga8/DwxypWNKb01cSIyZ7qQaVxkXlL8mbN2vMq3JnpmZjR9Wj98bfxb64/HGPN6wYkMeuiLyJY20q/l8XIUW1l6ax3n+7ebOfgyZ3Oav86aLuTiQXQhc75OPV2ljeAvj6/NufHMryueD/T6ml9fepGFMmdzufU42jj00kYi+S3fUtfWPK4wbVg0Hqm5Sc1vHlfzzMzw2djWud1AUub4cVLd4GmOIMeUo0gefKX2gxRl5nDTYl4vsqJ+zHN+fP1b34YLnRp/W5vq2n8PEQLd4TxEQPdhOgJHIwJd545AR6Aj0BHoCHQEOgIfCAKi4i3y2hxCUUvOpZtz2psjmJnDi4c+kHF6nyMfge5wHvlr1DXsCHQEOgIQ6NQR6Ah0BDoCHYGjAgFOZeYsyknhFpnMzHDEW2TVkWAkEirSifC247DynY4NBLrDeWysY59FR6Aj0BHoCBxSBPpgHYGOQEegI3B7CHAeHWFtx24bnzpv/fXSNG+4diyYMyriKfqJrx2Hle90bCDQHc5jYx37LDoCHYGOQEegI3D8ItBn3hHoCBw1CHi5kBdDUdhzm57pdLTWs5fqOh17CHSH89hb0z6jjkBHoCPQEegIdAQ6AocNgT5wRyBz9uKieSREPZHjto7NSjmZop5eSpQ569NeMDTft+ePbgS6w3l0r1/XviPQEegIdAQ6Ah2BjkBHoCNwewgclnrHZJtzOa9AOzrrqG1mhhcH+RoWz3Lix3vrN1Sr63R0I3DsOJxTCzGK9UrWagOvVTqNjYhp5TZWK12eUVQeTbUVRbUrR7UPpH0tiJunEle/+FFl61d7JcOvPBoKB/4o02fQYxhjX+lQVOO0tqBjkfLQTaaofksHY5V+09JpvfRbr1R+0FkbqvZBtrbiGdorf4BnJmeQHCXwllTVrf2O0mKb/TamWenAXzrcFtHrtmjjNtSo/lO6FxUWMEOGiyojeTQMKtPoQPuwzta6YSEdyiV74Bl63vyn9ZcerKXbzXSwGs88DQ0H5KofynGLeR2ouu1En4HIaBjN+seg66zevoFDo6FLret0oBjGawNoG/Iy81SV5KAYZFdF/TaWytbvxiCrjSPVXg31S5eiAUu63pK3GOZ+i2+u1LJkkYnkh3qZ4RqskvyBRLbxyc90rnGNj2rus7rbHqvEvJ+/5Nwe3TVRMz3x3lIOzLUhc0LyCPeM9KmcykYH1mlW1G7+rg3Xdcw+46pL1Q7rVtn+2xHoCHQEOgIdgSMOARHMzFnUsjmTopm+qiQzh69N4Zj6GhbPcpqA7y2VHrt0fM7sqHc4M6exMJ4EK2yUk9i3HrG31vLGqti/sT9i+fqI6y+ryisi1q6N6f4rYm3vVRH7b4rYd2MEnvXiWb0mYrl4lq+MjbUbY7UcNybevrL3Voo2Ntaq/2r5NcuxUY7fRlmDVR3r9Wd1bSP2lS24rzqsLJeZuTYdDMFSZTCPlzmLcUPp8Y6ScUWsX//u2DddievX12OdEV20Xj3W1kvoSqm0Mo2V6Xq5TKuxvlE67iu9Vqr/Fe+KWC+Hdbl0L6N0dX0lVjZuKH2ujbjx8ojV6yL2Xln54o99ceO+a2v8aSyXIssFxSpg9hU4NUbBUxd6xL6V5Viuua1urMdKTWbf2lrsXV2NlekUS9G0RioBpU9pVp3rt9Ss38rUb9Vv7Cvdqv90Xw2wXjit1iA157Wbronpaum3UvhuVFvNiLTiiAWjFF0AABAASURBVP0lgBp7S/Qgd7nwv+Hy2Ffrcv3yatxQehSkpeP+mJYzKm8t1guzqDFjrdZiX43DaRnGq/xG0b7CYt/VtZbXx3qNH6XHdHWlMCoJNWbBHAOV6n7337gc66u1iDXLjZrtaq3LSqwUZvtj3/LeWF1eK8jXa5tUZwpjrSx0NmrdovpFbYbVmlSpHaiWn+gwzrQwXVtZp27pUMtXaqztW4np3sKD3tP9sV5rulw67i8ha7Wm5rtRNyVWNpYLsZpKSavlG/bMynRf1e0vWqu1LXm1Z9aLjFlDxVAJ3H1rMa0NuW/fTbF3ZW/sq8VfXt0fayursVr766bS48aa91rdjFmtMZc3NmJfzW3vAbJn7Otp6bV2U+2rklGLWXNaq32yVtrFsIZrNfaG66H20HrJWltdDrRBoZJVyxiyBc+gmuWuoWKjNuSAwUqBWn1ripAs5GOQXZdS8a+Vrvtifa/9UwjUPpjur+tho/oUt7np94FTKVj7NoxvLQdar2Wb0Ubth/Wqm9FGjTitvTijYhqGhXlJOVCUM8OVKq8V/0ZdWyuxt8awJLQu2EtqwTj0xo+qUHuqOkTAY/++2F8b6aa6ltYKhZX9taf312fWyjWxvLwc+4q3dk9cX3vBaNW7/3YEOgIdgY5AR+CIQiAzwzHZppRnNFHmzAFVz9lUJ4/kRT7lOx1bCByxDuddhXlajtHAW0ZY+Z4xrX3MCEM5qsoygOOGMpivKSfs2ititYzXlXLYpuVMTMvZWr/phjJ+y3xbLUO2nI0Yr8doVEZgGXv7V9YG43CjZJI7LbSm5eysra3EvmpbXt4IY4wnGQvl8y4uRSwuZIzG1SFisB83Kp1SrAz2vVe9J+J9l8bKjVfHtCTneFyt9Zu4ij+rX6mM3ZgbZWyOa8wofeOq0t8crr869tZ8VsrwXF7ZH+s1hyjHZYrn+utieu1VsXpjOYA1wtbNm8sB3x/0XliMQPyztbX1KD8hchQxWRzHZDSK0ajS8Wj4cPABMcqM2c9Mt9CxdJvVtb/VVsb/6nVlDO+/PvZfX85u4buxt8YvfcblzG+Uo7xWTv/e666I66+5PG4onrXlG6Mgi3GJqaFrPtfG6hXvjI2918RCAbm0tDDoYbhpOf68qBopYlQd/A4NEVnOQJRDFRwiTu++68vJuqFuKuwtw31f5FrhU/pMC/tRGf3kcFbXlvcVbvvDz6atS5E5irXyjNYLs9m0N2Jca7O0tFSYTWK8NA54bJRjuVHe03rxbpTXNIWJVa5Ok1r/yUIEGiXJM8qa4GRhXPIiKjukk02LkSU7arxYW46s/ba4sFh7ZxKT8SQyI0bV3bqs1v62l6dVHlXDpGhU/abqS4fMaZUiOD513yOqujgzojYQnk2bl2KpNubiwkKMC9tRgY7GlY4XRjEeZY05Lt1GkaMI+3wYfBxVn5GTrDllyVyLKNz21fWyUjr/f/beBN6yKzvr+/Y+59zhzTVPkqo0z1JLLXe3uts9uD1gHBIz2M5AIAQCSSADCfDj9wOHIRAgIYQEBwIkJoEQsGMTsMEh4Kndpq1Wa27NVZKqSjWPb353Oufk/537bumVWurB3bJU0r7vrLv32cPaa397n3vXd9a999kmShSyoJhlauaG4sznUYrYJR6YAUGVejQ2yd2A5JbYHbEndDpuwaAkHJ6j19mpRapUcD1lnYLakvspl3Tp/FkNsEGq1WrnlH+rh0fyqBM9Prd2n28t9/lXy1e3cMlEanDJkYyZ1OBQciOj0pCbJr6xYCkhu0Nea/qwUTi4KjI1ZcqiMvZCVGxI93CRG0pcU+1Wwb7nRhE3V+oQvtqgVJIQSAgkBBICCYGEQELgPYYAruF7zKJv0hy7XBF3Dv9T5peeUIaOgoIcx/byiRM6/vJLevHJp/X8k0/pGeTJx5/Sl778mL70pS/ruede0MvPv6RTR17VyqmTRCGJpuAAFnjQuHZCheAZwvNWoMyOcgEharUiZARHf7Shiigaw8n8w+1LohQbRCnWkEp+BFVEtc6ePqvT2LO2tKgchtCmKrgj6dsdQ0jlSfqcef5ZvfTsWJ544gl9+cuP6qnHntCTv/qovvLFJ/T8o1/Ry499RS88+byOHn5VG5eXQaWCvIAQh0lnjX9ed6UaAtUvaiJJpg0euVaEANeQMke0KkjsAO93QOrahjsEkEWPzy1NFvI9OH1MR597VIcf/WW99Piv6fDT2PPov9KTX/y8nnr0i3r2sUfA/RE99/gj+sqXv6jDzz6hiydegzycl4ngCHJ86uhRHX7hBZ09eZKA5ABbpNEQ55yoXIBBNWN5UCSEzTPKAV7PfeEX9PTnf15Pff6X9dS/+qK+/MUv6ZEvPqIvIY8+8ohOHX1FZ08c1dol1hbyKyKtgfigAnM30UfdkAhdn+hiDRG3WqYFAS2NiER9Y1AhxVZoxMQtM7mKuWovOi3FIyDeK0P0bIDfuiPojFFTMWJjeAz4Fq1YA/ZYj5sGjiKWMEVHByvSARFF415SL1awJNJVgUVFRLeEfFcm2ZQHJLJ3IsuiMOLWxIiodEkq1VwAFcRvEGqI3kA9bgr02aN9bkwMuQEz4oaJ++foGEBiBtwAKCHn4i4E3FcWw1PSrvkkADdn5HEhqN2plmbabbUkBSbbQ98G7XpgOCBSOiA/sq3oGzEmXFvmha1cssQcqxGBnwLGg422PManNbBX8vVM+JfaoHJ5RcePHtPJ46/L3/UYEYWvvVjUfmsHI9oOLxKj1iEYVVRG0HlDQqAdpT5CeCPv868nbh3pU2SZWllEMhWkOeeeZCAfeTHI2GMhz1SBTR0qCUs21td06ex5HX/lNV6fIJ3srTZbN4fBT6vAYppJ6SkhkBBICCQEEgIJgYTAexYBPL73rG3fgGGVapzqieMZ6JHVEr5t44rldVDEie+vrhNZW9Zgoyf8fiIMI61tbGhtfV1nTp/X2ZNndPLocZ088pouvv66HBENOHxTrazhGn7Cx9ukFRVOXqkcj9yS4Z1neMb2oS34isrwrLvtjqY7XQ1xymPI8ZtrLUICF89f1GitpwJnuZCE+fiVUVcensSVE6lA1wAC6y9Tb6ytEpkbqk+kqY/9g16PaA+yOtRwfahqWKMrU4b3mkGGonLygkdQj6PKkLJ9VDGXgdaHa4qqaVWNU+bRJgrWbbc0hXSJpkR9jQckJK821CdyvHL+DLZclogmDiFaPYhkD3vHNg9UQUjqYY/1GKrDIk1BXgpIUZsxB+urWl+8DNnsqW3nmyFbRaZ2XkjgB6vTVY8JRtVQ+fqS2huL6kB2Zmnf7U6r1ZpSnrWUZRkE5ahOvvqiTr3yvFbPHBPgK2tLGeQR5cyeSBkYT3c7EKJCrZBhQ9GMnSnIhJAtpAogTOQoEp0kQnc1JDWEIC9igOpFVSoCQlSwA36dqS4ltcSziVZkzo6E1ugKbcaYnlFBFLooWspjpiIGFRlpUSgjzeg5TzR0Biym2FwE++TIYcSAVogqwE6sZGAPNpFgxq7oVOWMCHQoZeRaJqXW2ylytQv65bVa9C2otb3GvJtnrEtApA72uT5nj188cwrS/qqWToAd6yrGDh5TUs76FUVbBZMqslwFNrfBsoWhWV5RXwHXEKmEWWCjRuiqUcByb0hFn14lVDWlgbF8iJszy5cXdfHcea1zzfp6d68Y8qv6ffMnaAmIGJG0ZlSL9VR+4txJCNQ7g4TwRp7Tr3uUYFWDsy2dSKaR5LsaEPLKNz8Qq80KKXRolWds+ZrXDK5pbjxUXLtLvHacP3laWl4V0KrDzaE24GToVnq8xxBI5iQEEgIJgYRAQiAhsBUBe1tbz6+5fI3FFY62fUaLJ2TnNscZo0pTrZbsBC/MzumGG27QnXffrfvuv18fevDDuv/DD+mWW27T9Qdu0FxnSsO1FS2fPa31C0QSiE4GnDl86EZTibKSaNYQJ3FIVHNUrkGi1lWTr4kclUgNqYI1Nc5kgEnaltqkF8c44NCW/ijmYKiIs4i/D9GTgmjOk+dB9i2OoED7AifUX6o+dMP1uuuO23TPXXcid+sB5nDPhx7UHfd8SHfc/SHddtd9OnDwRrXmtqEryuNksOwcchiJPvkjnMLmyDzsrJZEoiqiVHKdP8pHFE04wwFH2fNnGujhMEvadMA52zwqRQhGG+Ix3S103d59uvX223X3fffr3vse1L0PPKQ777kfzD+ku++5T7fdeZcOHbpRO3bsklgX2S5jDHGsGT8zfuQztAdQz/HCazCXSSdlPoDTCbW1hL1d1mFBA+2ZbuvAnt06eMPNOoDsv+GQbrj+kLbNTiljvkuQzXPHX9Tg4hn6D5GamwFD9QZrChArlAFND9LMmhI9M241RMdMqeRkyIgjD4nNtrUmgln6448QghIsuRMg1X0FyEMGdmJensM60cEBEUbCuQpgO0Qq6ryfFMczledIFFOscwhRAVFdo3KgQNuM+WfUZWWpCvIxwr5hb1UDopNi7jWx6hwbM4h8QGWzVBDUmOeCFzOFgKgRmexgr6PLAVwiZFasn8sjtgf2iecn9rPYF+tLl3Ty2Ks69srLWuWmghh3uLGiqtwQ1AhUKo3JmbBVPEymNsXfQe0vqxytsA/XaT9qdhAwYrUtl2rPlV4+Ak9jqdCFuGEWJfbFOtdmBfbbt2+XJeYtRTNp+nwrR41FVyQwFucVokaCQlMWbKgCf1fGChRdOdmaGevQZv+cNNLPpDPKI7H32OtiX1SsXwmOw3pDAOqDrV6q2eNZVMaLzxyvWwf27dP87IL63KgaXrpM24Gms0KB15OtI6d8QiAh8BYIpKKEQEIgIZAQeNcRiO+6Bd+CAXbMKvpXgScLiY+Mp0y1BGEZ9Nbx7TbgUJWmp6c1u3Obtu/ZpR1792jngQO66bY7dNPNt2k/ZKkTM/WWFrV66bzK1SUJIlCV6OEwUAXOZ4ETSJBIBVGlDKKS5UGOGOYBZxpHXkTxGFDlYEPD4UB+BAXFQAQoFsoZo4XIJBlypbd5RMZ21YBIZr/fVwnZKPJMU/Oz2rN7p3bv3a1de3Zqfu9edffsVQcRku/eo/YMZBOSsri6TEQpUxfnNY+eQSlYCgRsqGmwmSeS1qY8ElkTREO2h0ih5zDaWNc6EcpwhU7Ymk0Jm6kTbHMEFj6kHNKubbvV3bVfM/uu08yeg5rfc0hTe6/n/JB27T+k+Z37FFpdmfeMen1V/aEyiGPLJJfxK/QFiIXTGqUB4sVCeCR52BB45qi8vvTphIFm81Lb5mfU2b9fc4du0t6bb9e+m+/Unltv0+2Q85uv36uZrNLyuZO6cNoR7OVGXzUaqtv2bhkyBHZAbFqQzAh2Vs9SK2edYhhxiq11j3YDsQ0UipbyblcBbDNEkMxg7Fh334AYDfrN+k+3u8qwV+AbrYu5bkA01olSb9C+D3ksB6wLtni/qcG7wr6aPVNruLSkighwwDaP42hii3UrHCFF8YiIsqjTCkOMAAAQAElEQVQr0J1zdyBgKdroL8XI3CCyAVJMjrKR3DYybuYFoI/XWthsqQbMD5KZeS7oEmS0hnjmkOSZVqGZ6a4IkaqAzDo6GtGx3l9RD+JaNaSakSuGCUhuqVS0pRbY5+jMIKABqcGgZF3LEJvZSt6btN884M4Q1ErB1wCkariypOXFJeUsyM6dO9XiOm42w2b7byXxa0iNHU6tp/JTI6F5njyFq08nxXorO2qJVeCJI9CgmZ33NDd3gteZ1w0uTEWimZ0sqhvEPiu5Dgaquc4r2gbwh1KioVLendHc3AL7aahL54hycl02m4rr48pAtExHQiAhkBB4ryOQ7EsIJAQ+mAjEa37azMARKNl5xnHDd2ymRDFeX40rSyGOq3/sJ8NhxWtVjfdYugEOu3De8aQ1Oz+vqU5LFc77ALI1tPNNv4hj7Gb2n4PdY5xBQRZGy0vqXT6vagXyYgcQgiEccBFlUiFlENFWHnEkMUNIHRRDjvPdEj4mBdUboi0Pe6ubp3bHW5DMNlFEp7knh93RNgepQnoQ3x5jjSAg6rQlSF/Z7ajMWop5rkyVKqJDw1MnpJOnJAiMNiAWyxsaXVpUubam0fqa1O9LJsjMWUw4L3CEixxLxgZhvsR4jcgP7HdiRlF0VRVTzL4tZZCSYkbKZzSKU6pas6rCtOo4K3V2KE5Bhttzqtuzyjvzyol0znU6mp3qaqooFCE2MUpT7Y7ymKkGf4uHsiWbo/pUeOfq95a13lvSWo85QE5YXCKXRPaaMB+K5rdrbt9e7d+5XW0I6vqlC9xU4GYC4cosUq+hRmsXVC1dUMhQyx6A3UvNDx+tM92BonoqwlBFJE8UU/1VaWVR9eWL4Leueh08jZ1JF2zJeoo8UyvP6S/11zbUo32kPs8qTbVy5dQVWRv+BiFtGbcg/wBSb/EyQUT0Swp5AWHLFW0npFGOqEJYSkfIvD9Jh+vsPwhjztxaqhhv1OBSqyZfabrdZs8xMXAUazxaW9bAfSCxHk9OIaBiD2VFVMaah4gtvnGyuqjRxqq6lE+ZmBvj5kepjN9QGSSy287V9Vxso68NIvjqbajmZseImzYjIqTyrwV7zFFfGYSqsC1sqIbXB9aA4bT54EyhFoTTBZXU62nl8pLWVlZUZFGzMzMS46yzb2tWxq2+JbEdDVKhQU/kx6LmEXi2kDQHpoFsk/0aT80srqpvgWlhjLjxINbL+0d+/Vi+yA0Fopbeb6wDl54yMGEbqWRNm5tWYNaemmZt2lpZWlRtTKnz/geMq8ZJJwmBhEBCICGQEPgGEUjNEgK/YQjYM/oNG+zbPZAJl/1Dp3YEK3uqDPLGpCo5UmDCUuMcW2AwOHKV8DNpKY3sWEdcSqI3nekpFUXWlNcmXjh1LZztgpIMd9SOrnD4Fk+d1okjr+jVF1/UE49+SV958im9+vILunzyuLR4AeKwIpO3iI7GFowrHSlVULTTKR7oHjuM5ClXI2oem9No8o522PmscdIHtrW/ge4+fmapAaSjj54RJo9MpiNxpJhpFEhxxluQOUGgz0M2X33uGZ14+XnV589JkOTB2TM6cfiInnrsMT371FM68uKzunD8VUgo9ZAMEW0MgYhVY4UavJjG5llFaiHJCkWIUx0KDU3ySrAkX2UdVbGlfpVpbRS0xvyhG9C7XP0yykE9OqqCnFQm68xl1O9JFnAzqRoQbWOEZmynXyUA1Z1lzWY6ClNtCXJVQ1r7eO1DcBC2aRUiStncwrxMYqvhSJX/50cVlVN//IWn9eyXf1UvPPWo1k4eky6e19kjL+vZxx/TU49/CRjWuYfQU6Y+JKin4fqiFs+c0LGXntezTz6px7/0COv/hE5wvubvOV5m/U3iIIPeMq+8+JKef+pJvfT0Uzp37DVpY0UB4uV9qMmDuW+wLsdfOaJnv/K0XnzueZ3xzQGTWIE6ZGSNPffaiy/IPxj12KNf1lNfflTPPf6oSiLgASIpooYCt0DUq4bYiv2eYUAkgioI7/D8BZ0/eox9+rJefOYr2PSUDj/9tC6xD9YvX8KuHl1K+V/bXGQfv/yVZ/TkI1+Ed69owA2Jc2dP6XHG/NIXfoW98qLWuOFCB3WYQ8ZeqSGAvXMXdO61Yzr8lef0xGOP67FHfk0vv/AVHQfPjbMnBVuSIMwZfeC3PLNXeN56uCRid/C8mY/nVDVYluoSUS4c3WRvD/3F2q0dfx15kP2GejXX8Nu09LXpetst7NKW69jnvkoic7H4u7a+WdUjSnn+yIt69StP6ZWnn9TZl17U8CyRd5PyKigLGXtOTL3i9agldduaWtiuaW6KlUSIN3qrUtlXbfIalB4JgYRAQiAhkBBICFzzCLy/JxDfD9ODi6ki6mFS5nyNg4dHxoG7ByFrE7Vp57jfdspxxPMQcersqdWcQarsuGVRrU5bdZZrAwLUt7OfSf5oZA5IjtiICM8rzzyro8+/oJULlzTqDWVONiTydBaC8NwzT+vYkRdEOEuEcqhfb9zPGKwgqN2d1grOewgUQAQpVdNAX/2gRVMVIcA1Drid7mAH3MoCrjJSQKxyJNAyg3A6YhSoz1s5PYT7G1BcNd9jXF+BVIx6Wl9e1MqJEzr88otqfu2TqGCfiMvlC+d19MgRvf7aK5KJHnj0HLllHGFvCUMnKIheW1OD8BjbCgJcg7F5tNE0wRU4R1qgAlKXybaFYFtEqVSxSBzyifvJBAnjHQVSAehYnRM1axUtZYXpvlSaSFHuo2Y8i5jrMuu0BJYrRAD7rOMGSnsM1Y+NeqnTlbK2YL/46DVrUrGmtp1xSNqQv6l6oK6G6nGz4PgrL+nE0VfUx/lvsTuiv20YRgzb1+r5k3ruiUd0+PlntE6UqeIGgOGpIbFHX3hBx158TpeOQyo9B8oq1nr/rt0KkL7LZ07R/4y0vi6vUSeHSAgjLXmhnDmVRNZXFxfFtLRnzx7spr63rguvHNaR55/VuVMntby8rBXWxd9p9L/HeeHJx/XyM09JS8viDgT7uma8kYzaCDIKcLoA0Xzh8Sd07KWXtXj+ooa9vjQstUaf5557TocPH9aFs9xo4BoKnZa6rZaKPBIZjQqseIvrZ0CfHdvm5etsDXK5QsQRxiNAlf+NULm6rtcPv6LXnn+Za2OJvgV62hDTZV08fVKvPvus1l8nym6biAjnIOr9EbwBQhTLz8pRyHMIQWK9LRU3IE6dPKERa7xrxw7JdVLz8XiuXFpz8i0cVsdoYjdcJQ2RrKWIbl92/d5AG9g99A9zuQwZDCrZfLJXHYFeodEm+XvAtediSwcDXTx1XK+/+pIunT7R/NjWkCjnyuvHdO7F57VxnBsevnkg0DHxVFDlvoCTz86qMzfDa9O6zl86I/8AV+D1Sunxnkegz5qurq6yllVjq38ArslsPvl9azPLy8M6QX1u/lAwYL+Q6NIlXrvJuF1z3ZH34R/QGvLa4rzrnL6VuJ3lzXW+jidlttF5j1kSUXf+reTs2bNX5jGpr3jdcN62LPL65XRy7tT6JnPw+aT9ZPzJ2K7b4PXBc5nUTVLXWY9xdOpzt3Pq8bbqcPmI9zXLpL/f69x2Im5jPe47KfPcXe5z93VqcbutqW2Y1J88yY00KrfiO1nfrbppko6EQEIgIfCBRsD+1DUFwNcydquTaP9OOMv1qIQD9TXAcR0RTdNGXyMIVY8o3urqktptnLsMR4DzizjgPVhVZ2ZeHX90D1bUbgERRGa4sqj+6VNaW7yoFoxg147d8o/SfPg7Pqq77rpb/g5oO8t0+fxZnTsK6Vi6qKKTE6nAKb1idMQsCwXBwrg4pzXZtz2wwY53hNkUkEtBiNWQsLohcx3e7AsiQBlOApYShRNOrlTxhmtntYKItdqZWq2oXn9Vl5bOawPiObNjm2645Sbde999uv3W2xqCk2Hd6uJlrV6CfEAkA2OKh62Eb1KLXs7Hh0tHjNNXgLRl5UA5kS4JclYPZSICu8MxXlcL0jaFcW0IXEF9B7w7BVqCddQgEOxaU/D2x5sxCm7KU+x2VBP5EutYg0+NTpMAEwihVZFcKQ2JspYhV1ZMqci7TITORMm6tM+HG+otL2qZuWfMed++PTp06AYd2L+PdswHLCqIwcVTr2sI2Zuf7ujAgf266aab9MADH9att96qA3t3Mv+Rzh57VQOvPwQtdqfUyQstzExrBtJWE5mqWQOxJjUEqmbtLCZuI4hoyQ2NqVYBmeoqsJcUsJHIZx9ya0LqH0W6//4H9PGPf1wffeg7dN9ddyqyzpfPnNGZV1/V8Bzrhs6MtfAmyItMG6dPa/XceQWc1/npWe3ft0/XX3+D9u07oH1792vbth0EQHs6fvy4Lrk/+21q2zbdyNzuZm9sn1/Q3Nxcsz8Ocf7wZz+nhz7xSR244XrMY1W4WTC8cFYXXz+uwdKq5qZndMOBg7r1ljt159336+ANh7R7+04VZaU15jLiGhKEtZBUBJ44alL4FbnxEbhuAZ6TSgMId4BwtcExhwRTyBFVh0gq1f7D5ubkm3xiWFVc22qE6C7YVVxHloDeSAOTTastioLXirZa49Csi5prqslcebJN2MZ5hfjIuV7zmElEdteInq9cOKeSPdSq+5riephlnFluNhS8/gyJjleLy9KwkvsU9AVh1GBIzBU7HUXGH4421Ec8eyrT8R5GwESr3W5rxu8n2Pk//A//gz7zmc/o7/7dv8uZuEc04DoKTb7X66nDGltc0Gq1nMg/kuVMCIE915Lb+Xxqitcy9qXzIYx1OL9VLl68KLezuNyEzjet+pBg/6bBhBTZRtebXGV+7eFkEfJ4/vx5cuOj4vrwjbAYo1w+4rVn0t8tfI0sLCzIqW30GB7L+jyHc7y+mKy5rcXje4zJ2NblOXscf5rBqXW5rfV4PONoGz2PEMZzdpuJDrcNIcg2hhB4LZ1u8Nq2bRsvs7W+67u+Sw899JBe5fXSdrmvdU3GrnktMXnM81x+eKwQxuO43GW2wfXud+DAARfJ9k7mNj8/L/ez7qYyPSUEEgIJgYQAvv41DIIJJv6asioqq6NCI5MJ2eWr1G7l6ha57Mg7ciOiAnnRUrczpZluW6r6Um9Fi4uXtIQjHFodze3Yo87sgmoF/kSboTYgHJdPH4dwrGh+Zla7cNgXrr9Rmt+pzq59ug4H/Lrr9quFF71EBGLNpE0D7Bo1OiLa0MQRNHaWI/mvddj+WoONNfmN1m++4g1fEBURgRVOqoZ9ZRDqVn+k6I+J9kZiSAWiMDWkJvDmGR2ChWyqkNYgBxtxpGzbjGYPHtCOmw5qavcuLUA87BAUOC89onLrqzi9RFbaJnKYWLNNKtISqVQ3z4BCWkI2e8rLntoM3A1gWa5LwxXBPpQNl9QaLSuv18BgRWFwWdXaJYXekur1JVWrF9FRy4RjImIsCt/2eAM17KBTn/ZlLBRirizWxIYqtSC1UaVgu5IdBxz4pY2h+lWu2J5S1u6iP5Mg0pJ0/wAAEABJREFU6g1hJ0owwtkricxOzy9o/6FD2nHQP3C0Ex3ogQgunzurpbNnlEGqd2xf0ByEc/aGg8ppP4WDcR1rv3/vbpZmHeJ2RkPu1KuOCu2Odm7foVkY9giiYcJKI/lGSI39gvDiCWlj9bIGq4uaneloO5FEpiWxhmcggutLi+rg5C3MzWs7Ub6p6XllEO0WhOSeO+7Ujpk5jVbWwXRDgpzBSeg7aOQy0cXVCxe5SRK1e+dO7b/hBu0+eFDb9l+nPdcd1HUHb1Le6uoyN1suXmJ9iOQpAxuvPXPj/ovW1je0vLIqQdDFdaNWR8rabD/Wm6be64tnTkN+K+3atkc7916nzu69au3YyVg3aS/7axoc1peWdPn0GQ1WliSYXGQVfLCSTq5IcAH1brO6siyxFzutonG2FYJU1w0ldQc7iFvFZd+4VIoMlqEykDofrNnXViMMxRr4WsoYN8vcUOJZb/eomwrPbCx+lnUSiV9fXmoi43V/nctxpBZEt1X21WZP5ZT5B6LWwLnGkW/U8BRCJq+B8rba03PN68uI/bjuj217j6umVTreqwhs3779imm+qfP888/rWaL9jhS6Iuf1yUTFZMYkzcTH5T53xG0SoXPe5e12e3wdcPLKK6/ox3/8x/ULv/ALat4fKOtDJEmuHDt4vfCJxzt16pRMjOa4gRR5PXG5X/OdOirnsW2Lzy0LCwvatWvXFd0mUW7nOpfbdve3jSaEW8d2uYmZ7Z302b17d0O8rWcyV49hfSdOnGiIoUngiP1v+yytTdLtsXydu6/LPI8LFy40fVzu+U8wct62uL91+9xtXOY1ePHFF+WIp28GuNy6bK/bus8URN55i20xLs57Pk6Nkcus1+fWE0JoiL3n5TITaadJEgIJgYRAQmCMwNgfGuevwWfMx2mHZ6jxu97S96rHdzupG/UH0uKihkSyRotLqlfXiMy8ovOvv6YlCGcHMmJneW7nPtmxrtAtooEmpb3lC+ovX9Zst6ude/Yqm8eRaM+o9pcR0Z3hnO+DhGxfmIVPrGrlMtGm9WVldgpxnvFn38AXIjI+wf5xxi7pZu6NxLWtVlvTUx3N8iYYQlCJs7549rRWiBTZyd84dVIlEaYhhGj15EmtX7ysgEM+hYPfLgphgASpqbEjwkRmiGzuOHidpnft1ChmqiCsClHdznRzdz0ExhhCXCFfor0UG9sqSVXgiaMC7Bp9gghkUy3NTnc01c4kIp1avEBU7XWtnUUunNLSmWNaP3Nca6eOafHcCQ0gmrYp0D5mUZMHEG7qJ4c9lQKjbA5IftIOKzirm0iuywYQ7boMjakFzdsaaEZDdUkDjryIHK4vr+jy6rp69IzdGeX+mG1Ob+zPIfERwllkuRa2bdfC/r0SETmxF5Rl8jQF0RqubajuD4ngzWmb69kHyjMNIf8j8C62LWiGKGe7yLROtGp1Y11sBFnHwsI8GE1B0FYhlouUQw7pE3H6AnP1TQRHWMvBhhZmprQwO2PjJG42rC1f0kwr13XYNUPkVZDrWoF6KXRaas/OQSZbWru8pMtniUZAYBowmHtNBH+D/WIcFuZmNQ/hjAvbJAiqpqalhR1a2HedDlx3g3btPaAu0claAFPWEnOV58xYFTKqKBtUEpFbOc8iFsaIqO060Xz/0NYs/Xfu2iNNzUt1poobQSjlBsc2bWfcVsjUX1lhD6xKRGEHEH7vKQvaWW/xYIzNnFRpeXlRFcSsQ+SnZeeT/enLUoQf3VJXriUphDEu+iYevlYwRiaxYrxYl4rsCxGRrFnbhmOyVjXEc2IWW0YEQr/xUTy5KPSOFLlhVLA/W9z8yYY9+WPUgdeYrOpJRC3tUFcKsjNrB9mD1AYob2uqO60Oe24EOR1wY6jCMXd9kmsDgUOHDumv/JW/ol/91V/VH/2jf/SK0d7bU7y+LywsNGU1+81l3u/T09PstZLrYFkmOo4S+nXDDd3u9/7e36uf+qmf0qSsDSF1ndsOBgOZlPrckcn9+/c72+wtfxTUJNH7zamjciZd/hVoN9rghplJlfOu91iu9740eXW5UxMyj20SOxnb47qPSbPLrNvtXW67rMfzc2ri57bXXXedZmdn3Uzu12R4mpBZ4+M+IQSZwNpu2+q+NGvmb7wmedtlmz0H97VO9/+lX/ol/dqv/VoT5dzOzYAQgrvIRNG2NCdbnmx/COGqSLTnYdu9Nm7qcY2LcfAYLjPR3/rxZ5clSQgkBBICH2QE4jU/eRzOgEwcTzujFZNyKphoH6fO/4JiaWVRJ04e1/PPPN380MsTX3pEzzz2qE4efklnXn2ZqMuatkMk9u4/pDDj6GahkfXggIoIXm/lInxqWXPzU2rv3CF1pzSwQ41zXRddKc+lVqYs582pv6aNDaI4RCICzrLQ4bc1zNHETimi3UKyedgv3cy+kbg/Z36DXcH5fv34Ub34/HPNj8s8/9wzevrxR/Ty88/o5Ree0VeefFwvvvi8lhypqiv5f4aK1OPbYc7xnqdwbDQ9q6zV0UZZaYAo5spw6P3manI6JHJa4qwQWpVtqngep8Il1+YZJRBZQU7XabsIeT9JlOuVl1/Us888peeefkIvPvt0Y9MTjz+qJ5/4sg6/+IIuXoAU2VGGfBCuEb51o9M+dYWj5XPxKMmXHimoqafoLY8itomwRkXIkSDeOn9C1cUTqi+dVgnpP/HqYb0OOV+GQMXZBU3t2K44w3pl2I/jHyFPFUQqz9ta2LEPErZTxqM06co7EsRJI9Z0A7JAfn6O/rPcbIitpi5OzUpEGwUpVIs9Q0R5DZK7CuEcGfvAONRPz3RY8ZHWIIEVxFKsBX7MeE79DUjYmtrMd256SoEovLFfJ7q3ugRBhZi1i5y2QSV7qc+5skyampHylrym3lsrRNCELnNGhZGWIKsD9mIri+xtbIbMKkR5X/exRkVbygrtOXCDbrntTu3Ys599MIVO5t2dkYoW2Efg6HD/ZU4ikivPlzFLZdgjrYLxytIFCQI1a4dxfpvU7mi9yrQRcpVeWIhSlyivIwmD3gYmrkns65q5+DoFoUbXlSfvK7DwscG+CuDY7hQKeSaFID+s1te5ohRjpDi4+JsUdjaRR/EaIRN15iDUBK8NGY/b6KfMzmttpskIDCebYdJJlSwUbx6R1CKJ3JWD/RQgrZEbATk3c3JIbeaVYJ1EGsBD7B0s8hm4BxmbEKK4FFATVRQdTYFp5ij0Wl+hP1J6XFsI+BoxGZlYbWKX895hguQIZBvCGEKQ97R4LC8v8yyZXM3MzMhRQhe4rUmjrym/Nxw7dqz5mKjrLG7b4gbNzTff7NOGUJ0+fVruY90mvyaJGa8jTt3IZPC5555zVtZrUuXonYnw8ePH5fy2bdtk8upGzttuEy+TMEcpTbw8ruv8uuTrxm0tLrddznveTo3HZHz/IJqJn/u6zn2t2218bvJp201gPWeXGY8Qxlegb9CYjFqH+7ity9zOc3Fqkuk+zltsv23p8P43GddlxsJzsS7bbXG5+1iHU2PpdfCcPJbLjLFvCjhvG5wmSQgkBBICCQHZnXo/wLDp4AXJjmgpu23Mi/PYLlS0c+VFVMD5r3D2SiIXFaJBT/7V0HJtRQHi1M7biu0p4fFriMOskHFElPY12FjUaLihFo4vHr5GIWqN+h4Q9uwxRwaDKLSnCrUZC3aKD7su4VQLeyJOMy3UyIQg049DX+vhO7TlYKgSkuE3QCxSKy/UIbrV7bbVnWmrM9NSMZUrtLAV5lHGSiMcWPf1D9oIzzjz+ETqqo2+tNaDH1RqhUJZbKkxCvv9Bm8RDzsiwmEh2xx27m2rkXXatAODPiRsrc61AfBDFTIBKrpTmpqZ1czMjOaI7nWIBuboCjjMZZbLfnKJLcM+WtFRIrVwrEntZTtfYVSNqBFdebCEkucCpqqlbuwqG9REVM/r1AvP6tUvf1FHvvQFvfjlLzS/PnuWmwzLqyuK0zPatm+/5v1jPFNt1WGIHhx2dKgMqupMFbgqFlovpR6OvQrvhbzBamN1Q+UoqN2dldozcru6PQVllYYxco6JnVxTs1OqILPr7C/UqjEfbKcp95qtri5qZW1ZdRY8A0mlTCpLiOIMxHSKNRX6Kki575Dv27NTO+YhexljEIntEWHssR/qPnt3dVX+TnKr3dUV5w4io+BJDbW2tkQEttfs/WJuWsK5XCdytxGi1iCMJXMc1UE5JHKK6G4bkllWmBQy2uYS84tZW332z7r/lc6ASqtmYhtcL73+gGsCO+q+CvZeu8teKhDabIRM/dASV4CUU0aUPity7k/01Weu0kgtzhlNaG3E+auEebhtCEFFwd7CftU1axeANbx1n6sUfP0TIJCYX9XDUmNq0qlabEcxCBuB+TFSBP8QglwlHiwRz299eD5fVcPrTkBPhv0qR81Hs9tZ4BIrmv1Sx1IsiSoi5CXj1IyXtZgzirikGTeSy9XCqBbEN7IXmig0plKRjm8AgXeriV+HfS0vLi7qL//lv6zf9tt+m376p39aLp+enpaJ2oMPPqjv//7v1xe/+EU5Cvcf/Uf/kT71qU/p4Ycf1n/2n/1n8kdxbb/1uM13f/d36wd+4Ae4sbmhv/23/7a+93u/V7/lt/wW/Y2/8Tfk7226rcUf3/19v+/3NXp+8Ad/UD/8wz+sP/2n/7QmpMhtLGfOnNEf/+N/vBnr53/+5/V//V//l/6D/+A/kO165JFH9Dt+x++Qo5D+GOukfYvXdL8PbBAN/ZEf+ZHGhl/+5V92tUwIbfNf/at/tSnfT3T1wx/+sP7T//Q/1eOPPy4TWhNIk23P6Sd+4if0u3/379b/8r/8L81HhP/L//K/1B/6Q39IJtqf+MQnZL3GyuO5n7HzGB7s85//vH70R39Uv/W3/lb95t/8m/Uf/8f/caPHc/d7kPvYVpPi3/7bf3uDk+tMKq3HtliPyfZ//p//542OH/qhH9InP/lJ/bf/7X/LTdwXXS3b2t/8yPJTTz2lj33sY/ozf+bPyPk/9af+VGPv7/pdv0vf+Z3fqT/xJ/5Es75Kj4RAQiAhkBBoELAX02Su3ac49gGDhO+sktQO39ATYnYZZDODCHRx+Pfs2aVbbr1J99xzj+6++07ddfttOrR3l/YtzCrHiVu5vKzlS2twRYgIDnMIQTURCflHcHBEszhS3sYJRO8qkbEeTuHSqCRSWKq2t4iD6DulBZHOGsd/sLGKUdVYcDbtOFowEev8PBEUUrL1GM+qUoFD0m63cUxb8q+EXn/LzfrQh+7TA7x5f+jBB3T/xx/Sjd9xn277yAN64JMP6Y4P368d+3Ypi7mmuGtrki0c3GJUqw2byPu1tD5Qq8d5KJTb4w6MTwRmiM1+c444wrJgENZjeUCYBufjg9KA4Py2t+9TMb9HrW37tfP6W3Tz/R/Rhx7+lO752Cd1+4MP675PfFYPPfxpfeijn9JdD35Uew/ermxmm8piWnVnVn1/D5wAABAASURBVJUxDiJFrNx50sopzrlH8bqqGQ/bm5QGPqjMadg2EYT8FGtrylcuK1u9iFxWtbaoXdsXmjvy/u7iruuvU4e1rtFRBnaIP4MLs8hiWxV4rVO0gd/fi4WGEK1SrDUuPtwKkjSS6kzt7pyUFUS3g/qSLjDuBvhWvrEAgZqeg5ASiVsb9VWCYY0oVmqz/zrTRP56a1rmBseI/TZU2TglS/6IN1HlOSKQoc2Y6LIz1YfkLV1e1Nkzp3TiyJHm35g89sTj+vLjj+lLX/qSHvu1X9PhI4d19vwFrTa/oMoEIKqyXn88UwNV5EMe5O8uK9QQade21IMxDbA/FG3mRX1Nokj7oOGAuZpcsifa3DzI8pbqkEneJ8pJc4WspRb7stZQEYKdMc/A9UAlo0o9Fm1DmfrgykUkMV4EH0G+a24YVIxUIiyhJo9x3s8TkSpwivTNMsZ3w8CTdSjKGHJ25ai9X2hv7CZypfKtMsxZ7OHhxpounj+rU6+/rgsnTmjp9EktImdPvq7Tp05pxDooeGCw40aJvtkHdilmmp2eQabUyiLWMzjRTd+cKHlRCC2pM9vlBhI3Bngd4eVFAfzEzanYpGLwWkUpdauoNksUfOcGNdSk4z2KgAmN96WjXQsLC02U8Ctf+YpM8IqiaKw2kXOdf8jmv/6v/2uZMDli+elPf7r5KOff+Tt/R3/2z/7Zhkhaz0c+8hGZRJqI7tq1q/l46A9BkP7df/fflftMIqj/8l/+y4YwOnL40Y9+tCFaHuu//+//+4bcOTrXGMDT3r171eZ6tm3/4B/8A/3P//P/LKef+cxnNt8v727Ire2iuUIIThri6EjfP/tn/6yJot59991N+WOPPdaQQBPHffv2NWTWdptQ/p7f83v0zDPPaHp6Wr5OjYMxsp6f+qmf0l/6S39JJrm9Xk9/7I/9sSb/2c9+Vj/zMz9zZVz3zXhN+JVf+RX9hb/wF/R//B//R/PdWEdi/9W/+lf6i3/xLzbE3vMJYWyrSaeJ5pe//OXmEx8mo91ut7HXJPsP/sE/qH/4D/9hM6fbb79dBw8e1P/0P/1P+jf/zX9TP/uzP9u0s63OGGPfKPj85z8vk033d3R1gqOJqnF22yQJgYRAQiAhIPyeaxiFgLNlF9lTMNG0OB+YViYe1Pf7Q230BhoOS8hiR52duzV/4DrN7juggjfruUO3a37v9Qo4gZcvntHlcydU9pbVCsI/j1rfGOD1SnWWK2u3lLfQTLTCjoR4FJCLnDu9gTEFmVtfG9GnVg9jBjjGJht4isK3bvSFqiBvJx+Sp/GjorImWzFmSbH/r2bFOacShHZlY10X11e04qhGq604Oy9NzSsUU1IHwSHH+1d7xy5NQXjwRXH4S2wgB1mALWiIBxuytgqiYfJHgE0gIAUhzxmJIwRlakZsnICSO7k1b/iYozc/atnacanJycpaX8sra9ow2WljD4RSrRkN6kwqZiCW82rN7lZ3dpdie1qDMtMA07IsUwwVo5YaYc8otmTVGXgEyK9HqEOkLAc7iZyLtgglkOh2q6XtO3Zq16FDuuHue3TzA9+h2z78Ed394Md0wx336oZb7tCeAzdqZmGHQtbSkD4jD9TpqArCpkIxK5rysgzKIhbUrL0xCEEjLLTEdqGCKLbo2x9sNMQqo18oOlqvcgkC0IOo9bjjX64vq0tRpUolOgRRzbsLgldChHsQB8jxcElxsKT+ygWwGipMg13elSB1VYgalKVq5hZxijKih3kelaOrlbfVntuhqZ17qZ8mejun1vZtam/fLk3TH1LU75UquckQIHxZDq4FAoKReaFFVR2I5JaKzLWEMPfZZ/J6EGHzfhZzZoNpZXlVFXo63mdTM1ILnCDEPV8DtFlbHRD9Hzb7y1gqD8oLepPW4FQx5qDKKGirancUEWVRgRs45XCd2kqTR6R95CTUPG0eIMACBYUQxiWQt0iDAK5ij2ROIb2qBwplX3FTwqgnDTfoM5SI9jfitlt0U6matbp88ZJOHD+pI4cPE814CXmxiSg54nGayM8a15/biv4DbiQMwddWj8DhanWVbJdt8jwsNQRYlnZb+fad6u7cr4rrYyV2taQpLda5lrnx0+9sU7FtjzoL28WWkj/S7dcsj1tzjQCNxHgZ65aF3MUa+UZYk0tP71UEhrxmt7iGbZ9vnuR5LpPEvRA8l03EZGUScfvDf/gP6+d+7udk8ul/WWQS98//+T/XSy+91JA+63D08bcTrfOvxZpM/rk/9+caUnfXXXc1Kh2J+7Ef+zHddtttDYky0fuTf/JP6ieIJPp7nyZ0P/3TP32lrTNt9qj1+Ud1rNv2/PiP/7hmZmaaKKVJnknoiNd5f6y2x/uD+zmSmfHaYdLrcut49NFH9Y/+0T+SSa/JoCObjr56TBPdP//n/7y7yv18k9ZE2vp8zRmb//P//D/1v/1v/5v+w//wP9T/8//8Pw05tT53sh1OHRk1sTOB/BEirCbDr3PTyHP7vu/7vub7qyaebms8nPoXvmOM+AO8LrgA8Xc3/+bf/JsyUf0jf+SP6J/8k3+iv/pX/6r++l//601E+oUXXtDf//t/vyH/IYQm9RrYbo/p/o5c/72/9/dkcVuvtX+RGPXXyJHMTAgkBBIC7ywC9one2RHeUe04eHY6Q2nfWMIPw891onzEwEMp408xV0lUoDIBskOft9VHRhCg0Y5D6tz5kHbffKNmZzOtXXhRS8e+IlUbKkLU9OwenOnpxhlcHpREklY0Wr6oTtlXVzj1OLsbkMFqcV1aCyqqBQbdqV5rXusQkTJgRLmGP4wDPIiqRtMajdqSbeFNGi8ZQ+221iqDtFFI/SKQDwq2HYLQnZvTBmTncpA0jf4OAnEtiznVxTZtVFNSizK1/WlZ3GLhsGaKWQdfN0rtWSJNbfS2kEIiGlVOcx7QZ0/Ww4eoyIjTrY4GaxvKIBhhVNG/pFFNnRrhhCMiHKFWhlPfJVIz3YnqtFs0ChK6KnCuutvUw6leD7PqhSmQajNCrgLiRHNlGkiDZfzovnoR22JbAleN1gFhA65eK8Yp5fmU2rFQQW+Bh0IuRyRt0FCsCSxuo9OViLDq9g9Lh+6RrrtbrYP3SQvXSTN7JYiv6paEg59lbbp2yEsVtvQYsyyHame5ZrCjCx5tpNvuKmQR7Gr180qDotIoYz3rDWXqC9TZawEEW+rOMU57l/Jslr2RaW+npWr1gjaGyxowRlVs1/bdd2hnZ79GZxaVXz6p9uic4qUjWr74mrL5aU1dd4M0v0vKZxRCV6E9o/7MtFa7Le279zbdePetuv/2W/XJjz2sg3c9qH13f1S3PPgJ3frgx3XDQw/r5oc/IU1to/+UmJimwL9udbTETRdBhOW5EQ1m5mrnGdiyVuAX8lpVYH5gwOxYP0ktdOQdzUzNq+xVDTZaWaUC1TFomElwWuVxnrodauXT6KO6XoNM9tiJPXV9CrkXekb5lC71g/pgX7Pvy9U1TRcZ+JWshRoJbg85IwAqEV1lE3PpZmpuwoCyLIGFIc0t9UgarsnXarl8XsdeeELPPfYF/eLP/aR+6ed+Wmdee14Xj72swdI59PVVNR/lrURXra70SDONyiCT71qMHqIYUDU3JULRUg45zljH9UGfdkPqgtrtNt1L+lQqwNDfgR7xGiShFyzr0YbKwZpgsmgcKoRaynIptqW53Zq99UOav+thbey/S6c7e9VfuElxz13q3vhhtShTZ1oBHDpZYL/TL2RoRXfckKp1DUfgzg2AYSsqnwdhN1Z6vFcR8EfdJ7aZqDlvQmZC4vykbHLuiNrv//2/X31udrne4nOTq6eeekqTiJxJYMkNKX+f0STL7SwmiU4dcbP4o7kmnS5ze6cmVSaxJoH+jmibPe3yjOvS+v/AH/gD+i/+i//CRXLk0Znv+Z7v0RzvQ4585nmuyY/wuM5RPhNrf5TU5/6u53/z3/w3Mgl0hNRlFo/vj/36Y6c/+ZM/KZPLyTzX1rhhyc0ff9z4b/2tv6Ubb7zRXZox/XFh13s+k/au9Lj/jMjqb4d4/1f/1X+lEEITZd22bVsTXfX8HKk03pM5muwWRdGQRuuw+CO+P0Vk9d/4N/4Nmey7zCTSevwx39/5O39nQ9T9a8AhBHmtOp1OM5a/D+oo63d8x3e4WyP33nuv/u1/+99uPrbsCKu2PAYD3vO2nKdsQuAtEUiFCYH3IQLxWp6Tfa2IP6fG2ZO4+d9MJ3PG5SYnciveJOzSmuTVOHG4uX3eXHtqaT3OqI44eZClvFUrL3FEBzjWPRw866DfiH4jdNl3LnAe86muZqfbmlKtDiN2cJwjDqKqTKN+5I1IOORdFUQiqwwlEI4QM7VioSy2lOPQijdt4UoGvOvgdHMO+L+yRKmxfLS+rnXeiHujUlgmjJWwW1kX37iNBZkqbBNzHg0hDkOc4SHNcNxLHNNx+4jOiYAHyj2Gpaqxr5HyinPBAOODN9dANT1El3HZ1mfqhoMN1USTAhGvXKVkHPKomGXMsy2MlEKGQVH2y0fMoxpAE/392T44t6MK8KuI8owYpYkIgYUxLcAaBZzFBosoBqSNQtT4EakDxTxAZBgjY7y8S35aaxC/jWxKw9BWFVo0L7AhUwAnizY1msyUQc2j+X4d6wG3NMLyOYiqaOcqum35e3YDE5wwVDcXu2ioOVJGxaoohUKtoi3/Gms2HEBw1llm4w4yELLQ2a6itaCaddLKkkyWRksXIRaV8qmOTA6tQ5QEtLc7zAXshuCjIpcgnjPs04yyqdltmp5fUCg6CrMzyhBBkGosqWqmSrjRkckQcw3ZuKW/7+kbCY64ELONkDWsUsWNlRilTp6xXpG1rNm/Izj/ughvasg61RDRmnXTiI2lij4lODISHTvtWdY1o89AZUV9GClUPW689NVhP8xnXAfMJyPKWmJLydpF+kWidUJvaNa0ZjXQh+6gTKHW5iM0qZ1elk2KoTn3U6RtQcON5UVp+bJOHj2i148eJqi5qBuv26vd22Z1/LWXdf7068gJ5rMq94E5urtarZYUgoqZGe294QY98MCH9fFPfkqf+M5P6WOf/IQe/sR36hOf+k7dcedd2nfdAeUF+0eS7cjY2yHY8hoVmzZ5PtgU2P8xlKogqRU3Qkw4a/qN6Fgyt2pqTp39h7T3zgd084c/qYP3fFj7b7lXMwduk+Z3qmad3Z7LSRU3fGpxFhF0Cv0l12oZMl5qqGHdFCq0p+NaQyCE8b7xXrLtviZCCHIqHpOUbHM01wBr35xseRpAYCY6XGwi5NQ/XmMS6P8V7NREzaTNdZZbbrml+ahsjyjlaDRyUUPCnDehagp48rgk8g/lfOxjH2v2u6N6EyLtjwabrJnUfuQjH3FTmRy32225jW2zPpNNE9HFxUVu7M7KH+113+Y6pJfbO2/CO5kDxc3hMmc8V4vzFn+k1cT7XgieI6Qusx6n1u+PJv87/86/I0flrHdIAAAQAElEQVSUXWbx902Nh/MW2+oosse8//77ZXtd7nOPFULQnXfe2cz75ZdfdpVc5zn5JITxOoYwTl02kRCCto41KU9pQiAhcG0hkKz99iAQvz1q3mtacNA2TbI7VuNq4u/JouZ9IY4T2hTkXNQppnG6u/hvvEn0BoLl2b+TUJXHTHnIJZz4IW/wePDkhfuIY1nhyDoiZw/R/66gt6oK57PdLuQ3wxiiGB4JBGz6KkdEWkr0m7g0v45Zyf5kZCBGwDUXRKdSVmFcLcYtlDNSBzLVji01Yw9wEMpagXBHpF/Lzmg9oN1I00Q+uiiabeWQooyhaQvByCAYkRQrJEhVhvOSkTJhzmsEB5qyCn0Vb5RizgqZQgga/wkrhL7QSPCZ6+ga0BNVKfgjfpBPDdYlIj2hXIN0jDSFU9yNlTpMqgM5bLcytTsY2WI+ONX+uC/TgQuUah4QEmFLk998ipvpVUlozGbkiNW02EJIrmrnE9o6+WqplEFcAlo8DzSO14M5BTALWdRUq2BvZJCZda0tLcrEK2Bf3VtRi3Uv+msK3gMbqxpBNEasR4Cg5EVb7QAh5IZFZP2ymVll83Naq6XFy2tSv9Kli8vKqZuf3a7YaqMbC7lpkIP6/PQcpHWkUY81XOcGCMSRidKPPcQNkYKmVc96kMGaRthRV31F8JuGwM7Pz6oLUe5gv/9HqdqZ8rZ7DdVmrbqsS8a8ayL0vbXLjN1nnkFdCHY+xdp0C7WLqDZ7ysIGA54R+6rWdFarG8Qen1bMMrblQCP2NkxLYn8HroVM62prwL4YEDVfUX99VTXjtjotRYizGD8wz4g4ZTpvHOwtISEE+tSaOHgu4wQ7amUhqruwIEctLl68qP3798vO50133aU7776j+ThhD4fazvfKyrLYuHQdNmMUzAvFcH5w5YUhTM0on51TaE/RrpC4IZThNLenOMcGj2/nsWbdI+NyZch7oNk77B8M4igFS8TE0IjberAQAuNWKtnkdRVUFB1Nzy1o287dmkM6C9sEyBIGjkY1bZusMmwcceMosp4oprBSWVdCuQJlbCOlx7WDgNcxhMDyhStGhzDOhxDkeot4TFKybNO6Ee/BrXsqhMCNnp7a7FPvTbfN2bfOm4w59Y/o7Nu3ryGM/rirf4THP0bkj7n6+4zWaZJpvSaFTq1nItbnfMY17ghgweuaf1DIZW7rSKe/N+kopKN9JmmOXJqU+iOqIQS578LCghxt9I8QOUrqHy36F//iX1zBwvP1WNavt3iEEJqPE9tWVzv1GJ6jv0/pMpPJEMZ4+vzWW2/V5Fd6bavLQggNlj63DtvmjxA79W87uI3FJNf1zt93330NefZHh9eIxLrMryu22eLzSeq8xechhKsi1S6fiHGf5FOaEEgIJAQ+CAjEb88k37ta6hBV4pxVylSSl96YcsDs5qzmud1VtzMrxUL93lDr/vggZAJ/XEWrrfnZBaIiHfX8C68rKxJkL5OIiA4aB1xEderlSzgAG82b0yzRzSzkcrRJOLRqHMVaMBMsGQgFUrCDWoqgEAQzCh9eWYVOxCQU7xJ7MhUh0xTRq2mkUeg70jFKOL927nMIriA6gmwEiB6eLbMcqiohfh4XiaohUpaKfpXCJvlsfGX5UctYVfSsEYUgeQyqGEmB9KsPbMYRaRyFLCp3H/Sq7EsQsMy2kIa6p+Cy4YZqImbNFxlN3P2xMSKBIxxxKJWUQbMgaWI02+K78tr6AMeJvfVmeQk2ZcBCUtlu+gqJjS26+hGuPvVZoF/ljGqFMeicVWiyRaVEnyyPahFlHGHz8hLEzFi3WrSnerSmloYSUfGNi2d1efmiapyy7vy8AoQxiDmVmaqYSVPTyrbPa4BTuLi4LC31IJ4randmNDe/Xcq78vrWw0qBvTNL/wx8Pe7iBcZdXZNiYNDAzYahSkhnCem9dPKYjr/yki6fOyN/9xYliuyVqe0LjZO2Din1R+fYnFRhK/28Njl2j4i0vvri83r6sS/pBBHBymvWrGGPNezJH7UtId4Dr90G40MmYdXiIuFYVg5xbM1OM16hDUgmhcxDmoXcOsIZGIOLRutLFzTYWOFayjU9OyU134WN2voI4i8EKYJVcF1U3uoASQ2ZZT2838XDaR0Vs0xiD5lQlmUp/8hHtm2nRHk+P68dN90ok1A7xf6OnMtjZr2lPIwdykBkF0UorSQiuMa0v7Eu//uWUX9A1Kcv32RyWxops23OIB6TRFFBNeNvEEVeubyojbVVFytjjzhTs28j6xkjLRm4om1JpHlIpF8KYuvJ13pZjlRyAwZLxIuEYu4q2xqcoU2pIdey2ItZkSsEypUe1woCIYQraxZCuMrsyd5w6ooQrq53mUnSVqLiti5zdC/LuBbcCHH55KO1//gf/2P9v//v/9v870l/BPX//r//b/mjqf4+qG/UtNtt3tdajV3WMRHUfNXhX8Y1Yf2Jn/iJpi6E0OjyyQ/+4A86aXQ5GmqbTGz9/Ud/p9Kkzt/n9Pcaf/Inf7Kxx99RHfm9jJ4mqs5vnR/FKrlWnPo9xm2ct/S4keRr2vX+WLHLtvb1/E1G3cepyajbGC+Lo6nWOcUNJd+ssr6Jnklbk0738Udr3d7tbKPLrN/YGWufh3D1eoUQ5DqPr7d42FbLW1SlooRAQiAh8L5EIF7Ls6oxvmpe55kGTMRZi4TL5kyIDck0IRlF8vbicA+loFjFzZwkogoistHuzirLOziZlVZX1mRSWfv7bzHTtm07NDe7TX3I6MXzlzRcWqRfX52sVh5xhtcWdebsSS3jbM7i7G5b2I7ioBIHUv44Yl0rtgq1iezFrJQgYbKdruc0MpmsklCn3PZx3jiiOL1DR1yxNmM+6kHm+pABO57+jKrnnQfB5BivbIhdBcFoCJ7JgUrK3zhoyUmlSP/I+CFSkhm/zGeqQ1TNWCJVyGhLPc8+nKOlaznlDEfa7TlpjmDiW0JoIL4wIsm4mPT6Y8o1dlMenDehsZjQF221Ol1leUsla2Jy1SjjKbJmJJvjOXe1eOwqZqq5SVA2tmJvCAohNA1ta5NhZroi4xI1WqMq2tZZUIUAHsXgFUt0VCKEJY24OZAXTYTAzsnK4pIunz8vGImaxfK8htyAuHBG508dV2+wQdRqu2Z37ZHUkupMYRTBVPJHd+PCnOLMtNZW19W/vKQNfz9yapu6czvR5/aBflhek7Ta2r1jN2S3o8sXLmodEdFPsWbdbkd5EdRfXdTZE6/q1NFXtb58mR3OXjSuEBoxhZm5edVgdP7iOa1fwm5H1Zlf1xuN6OP65Yu6cOqELp05rVFvfdy/HrA91zC4p1YH+/PIFi65LlhDSBmWaTqv2fvYyRp12e85BPIS18QS14AJJhuM/tgy7Ktcukhk+DLdSk3NTqkDQVUr57KrGlzQQt34CIH5W3xK2pnqqmIv9rgxYVLnYnEt1Yjzi4uLrFXQPBEUkzCtY/d6j7EBkGjE7uuvl79jubh4ibKh5HUWwLhzqJSz98QeVFYIdqsMB7Q9PaPW1HRTV1BXtDo40h05H+hnseGBIWpIYkCfSer5M2eb/4XoiE9D8GlbcTPFtkbWLIuZYswVs1zZpl6FQio6AmjFVlc5BJhpo1HyyxKTU/CLg3Vxw8Nzia1CebtDeaQ0HdcSAiE0u+ctTQ4hKMbxmobwRrsQxnnvI4s2H9kmyfRHPN1vUuf8pK4NofT3NR2l80deLf6YrW/EODLo1zS3t0r3cT6E8Xgus/iGjdMDBw7I/9rEEcxJpO+v/bW/JkcSrdfkyuTO339c4aasx7njjjvkHzWa9PV3Qb/ru76r+fXcrWOZfNn+EN4Y22UmlB7btjl1H6cut+15nl/BbNLG/WZmZrheC7ms4Aagxf1so1P3c2qxTuvrQWIn504n4teYEcR4otPlnmcI4crYetMjhPE8PCfbY3lTE71V2ZvbpPOEQEIgIfB+QSBe2xMZm4/f99bT4DW/DFGlMpXBktMuQ8b9qLbfqKEJIU5fNj2nrD1NFCFolSiHoxCy6xdzhakZTc/NN3Vnzp5rHMujL7+s8yeP69yJYzp2/DWdOnNSAxzQOcjpwrZdKrIZZfkU4+VS0VJ7Zkoljv7Fyxe0fOxVLR49gnqc3xpLKoSWEbEj2xhGlRi7pD6EoFFVyW/ml86e1fDsGV1i7KUTJ7QMWbD0LpzT6uJl/P0lCcc6a7XRNj4qBVRaPIJlXH7lOYsyeStDDlbYSyr6hBDk1m9IoDQi4BgzBcR9+kR8F5eXtXH+rJZPQbxfP6aVE6/pArgsnTqmxdOv6xI2ryxjG23xBqTutATBLzrTyoquVojgvX7ylC6cPqNVokUxxobz6c2POlISm/mMWNchUsVCillTHqnf9NE5nxxVk6lDk2w+hWauQ+ZahsD8J5XeUW6PgLnJwLZd+7Vr5z6trPX18ktHdOyFF3Xp1Ve0zhwvHX5Br730vC6yL4rujHZcfz2RzB1EvdAzkPydUPOjERa356c0v3tBEQxWLi2qztrqLuyQpmYl5UimwLylKDGvXXv2aW7bdsZd1+snToLnca2fOaVliN3S6RO6cJb85UtEswcEDQtFiIiYz7h/1I233qqde/ayn3s6dfq0FomCblw4z1qc1oXXXtX506eUxagDtNm/e484YdxaoZ1LszPK0BcKYqGE6hdXltWH9FasYSDykOHIwcQ0s327OnNz3GxZ16uvvaZTrx7R4tHXdOm1Izr7wgs6foRziG0OUfI1FCBwDMTRkthJ2nxUzLl2PgQ1a8l6zszOK4QgR7sHJtGuxxaTTrGY/iGTLMuaU7WnJO+pzNjRsMM5iZ3JIddlhdOIl0cJo4RKkXnX3HipuHFT8xpQU9McQY2+IQQv0KYp23wajSr5o7E+zfN83BAdQyKtFy+e18kTr+sU67R48YL66+vNGApxrK8S13DZ9K+xXVmuWgGTarmNQiYPFzVW609QR2wJVAui73+TM+T1KHY6antuHl9uTYd0XBMI1LUX0+s7TidGu9yy9XySD4FNwMnWek6Vse+9B9e4seLzEAL7rFYIQf74rMv8PUkTUuct09PTTppPPoQQ5P5NAU/WbxJk4ZR9yYYlMyFiZJv/UdlqtfSFL3xB1u2P5foXYae4UeP6gtcEf4TXtvkjryOuOetzdNCRw0k7EzaP7Xbu52vR4jKfW3zusZwPIXBtxGZu4uF+/h6qXxccraVInqfPrdvn/p+hr7zyirOyXc5Yn8dwO59b/LFb932N1y6ft9vj903b6/Onn36aa7aUfwF4Yn+32+UG3KCxyW3eTjyHEMbr5zYhvJH3eZKEQEIgIfBBQSBe6xOt3zQBXLstJRFCETXCixvhhJeIwnjKk5d99/cP8ijjTaYzowD5GWaFNgZDDXDyApEb4VCq1dbcrt3atnsfTTvyx3mOHXtNFkc0FnHCO3ML2nXd9ZrftU+RaGmpgjfIrirr5nxq+w4V07O6vLqs7DaenQAAEABJREFUVyFkhyEsUpDf6MUjbBpVO50Ib2whL4RnINt5Dkf2BITu+PGjehWn/tnnn9cLLx/WCxAgf2zplSMvN/9IvN84ITVaM4l5l8goEEUMPo9S46g6DeN8hvMcM1VgVTWGuI6qzcNnls1TEp9FZZ1ZeX4bg1KLS6s6RZTHjobf6I9ANA6//KJefvEFvdjI83rttaM6B+EZrRM5HOLQYM/U3DbNb9/ZrNVJSNvRo0cbYs0gVx+N5z0uqjC7Yg5lVmgUiqavOFcdFUJoJDZNGUOV6sBJqHnC2aNdoJ0geGVsaRjb6MiRTFRJQZL3icVrV0pi/fYeOKRdrP+oijpz9oJeeWW8/q9zw2GFiPj0/Hbtuv6QpnfuR3WHmwus26BSweAZjuaw2lB3qoWOeXWzSv3lFZlsF0TOG7JEO6+zCuzw2Oy7zsKCdhFZmN2xSwOI1kluLhw+/JKOsM5HDr8MMV/W3PyMrr/+oBYYX4ExRf/2dGNznFnQwu696kDcVriDf/TY682//Dj80st65fBhXbxwmcj9dt1A/8aZwkGs2ffN/IErQm5Cp6se+dPnLug5+r300mGdO3VW5eqGlLXU3bZTu6+/Qdv271MJCTp17rz8PwVfO/KKTh5/vVnLojulPQeu0zYIdN3uqgR7yYRTb/2IQQpBdpBDzNUfjNQ4kuAoHpNrJuL8+ibPBUj3GjdbYN4qveQQQ5rp7KlTytst+WNxMctUjvrCk6aqEltd1h0oD0WryfPE9RhUeS3YmyaYvudgkul/sWTySmebpsBfhqiRihsMDFzVCoEaBCVUOd8k8qMkbDkkSj3w60t/pD43HvpcB32MHrHenl4W1NjG5ahAJ6wR3q3s+Pv3prJ2R3mnK0WvNQ3ScU0h4L1r2Wq0SZnLLC53anE+hODkqyTGyF6t5fefyb4cbt6UcVRz3759zb/68HuVO08ilT7/R//oH8n/aiWEN3Rbh+2wuP0kbXGN+dxicukf5PnJn/zJ5uO0Jl6f+9znXKUJ8fVH2/fu3dv8WxP/UJDtdDTVbd3w7/ydvyP/OxN/j9PnFs/V4vxbiefl+olNM0QwHTn1R3z9kd3JL/WaLOZ5Ln/M/n/8H/9H/dRP/ZQm87Ze15t8mkxOdDnqusDrrH+F9tixY27WSMbrgvX+0i/9kkxI/RHhpoKn+fl5jXitJPuWh211hccK4Q2MXWYxJiF8dbnrkiQEEgIJgfcjAvH9MKk6RCiFZ1L7qXHSJpmRnUYc1hFS+QWetmpYhZp2uIhELSVBXNSaUom4T78aaVAP5Ua1PyrKm1ix54D23XabrrvpFs3v2K4CR9aOaAl5mcbpPnj7HbrujntUQA7KqlCPzkNI59DO9dScpnbugYzsUpyaURNxZfARbUYBlzKoedjPrQMVPmvKgvrke9jcwyldIZKytL6q5Y1VLa2uSLkd5RZR2kr+f6Oraxta2+jj67pzrop5CxIyxDkdkY5CC20FeFHH2JyoScCpihBObK1p1xQ2WImR63ETOc/TlSOTiq7qvAtZ62ijrLWOE726MdAGdq73BmoTiclbbRwjUTbUOrb1RrUq5izIivI2EbKdDRmZW4B04rCvMIcB0aXMnrc2sWBM88U6kNk8auwbhRzCmDd41sIeyoTFbhtUk6ukgJCvJb3RP6qmdgDh7JtwYov3iNwfqXDmBBbKCyLGkOMyqL33et129wO6+ba7NMt6j1A2YsxYTGkXdTfddq92H7xFdWdWJesudMpsJYiRWOmyT+uR5ue66hL2HPXWFMFH3Rka5KpDEA0bqYJU1ZXU7Wh63wH23E3auf865VNT6pVDIn49OEhP3ekpXX/wRl1PJLMNcR/1hxoNaglcxNzqmGvhuoO66c67tRdSGVsd9foDBeY4O7Ognbv26ZZb79C2gzcTxcdu8A95R6JdzXrOXndIew/dooW9+1VDYle4UbC4vK4RJCnjBs0IXAQZd7ub77pPB266Ve0ZnLE6cl1FFdg7v2O3bjh0s3befrcKCLuKrjaYYGmMmDBT5Vmbjyhhm1xC2vINlxAa565k/6sOGj/Ahsyo12cOezQFhsdfP6GLRMczyK3aHS1y8+I05NcY7SKCKyKsQ5zEimubrrLDaSe7xpZJ3k6kncUsy1QUhZxG9kIIQXZkx2WBvtKAPR6o02adnVJHXE1unbaxfQQBMIm02RlTa7VyTOs0umOeqQ0WHSKzBfZmeVQRpLyWSJAakcaDjeQIrQmnvyOc5b6OI5XX+vHBsd/7yuIZT1LnLT6fyNZz50PwbnDuaonsPe/fEydOaEKqvF/dyh9z9Uda/9f/9X/VF7/4xSai2Wp5z6g59/cn//gf/+O8LtdufpWEcPV4zY0oWqxxE3MfJNbk0eTMRMw3hPwxW6o1OzvrRP7F2h/+4R9urtm//Jf/cnNz1nNzpQmd/2WKyeDy8rKLGjGh9Gu+r7+mgCfPjaQ5XO5rdKLHhXfffbcOHTqkJ598Uv5+6qS9yeRjjz2mP/fn/lwzV5+7vftbj8Xnxs/pxz/+8ebGlnU888wzXG5Vg0u73dZTTz0l6/LcHnjgATfndXegCSZNwds82dbJeoQwxjSEN9IQxvm36Z6KEwIJgYTA+wqBa95jqcYuGc+heYML5IbDvvAUJd6Q9x48pIc+9Rl9/Hu+T3tuvIXFg1Th/bUaMiDhX6vDG6WdQs0t6MaHHtJHvu836UG/CW2bhzhUqnAMhUOogjfs6QXNEc25/f4P6ePf+Ul97OOf0kc+9indct8Dmtl/vYTjW0Mrhiro24K0Ro3zmTS7oD133aO7v/Mz+vCnv1sf+/TnlE/PKCeKJMhVyWpUiO2ucD6V5xJvSrc/8KDu+8R36iPf+3166LOf0Xd+//fpgY9/TJ8jffjTn9VHPvFpffJ7vl8Pf9f36hOf+1498NBHFCEy65CdUWypLjp6+Hv/Nd3/me/RnlvukCAOgzprCMHIAJSlPNbtzOGjn/2c7vf/c4Sw1Iryw+Qt1lLGSVSgNOM5k0xMWzP60Cc/q4999/fr07/5B3UvWDxM/uPf85v1ie/+Pj34kYf1wHd8XA9/8rv0ue/9zfrYJz+tAxCkHBsa/V4HnO5tew/oHt7QP/1dn9NnP/dduhkCxbu+QggKkM4gKYTQiGLAYcdpn5nTh7/z03oQm2+48x4FE41KVEeE9gqkzmM1eyEgMZBv9EhijjtvvE0PffcP6CPf9X3asfc6OTDWZzMMma15WwVB7yzsktqzUt1SPrdTe2+8VXc98B16+LPfo3s/8knd+4nPaN89H1a+6zqVnTn16NNTrtpzY8w1IroxVprKSixaRc9AGeRzbmZKu6+jD+tTY5eKnGg81UGK7Uyx25ZaY/Jnorbvzrt090c+oo9+6tN6+NOf0MOf+k7dcv+DmtnHvsunpKxQ1ppW4KaJ13fEZgpT85IJDTdB9kEs7/vYx/UJ5vodrNNd9z2kmx5kr+zYK2GvIv29LiFTzfzVmiJqJ8jm9bqFtg984rP69G/61/TwZ75L+6+/UXVFr/Yc11Chuqbv1Kz23XwrmHxCH/ks+5v9eO9HP6Gb7/+wugcOSjFncpmqrKsYp7k+wAhE7JhhQHOgkrHJxiBlUdOzs9q5a48CfS8vL4mLXHRWSYSQVspnZrSTCG53embzI73H9PiXH9OjX/w1feXFF7Wyuq79jG0C6PZtnMjg65k15mVAIYvoyxoJWY6JRZOvsMISQnA3D6ksC7JZVDVpC10115ht6k7P6q5779UnP/MZ3f/gg9q2YweYVMohreLhy8xCtjlizNEJFtjhXREww0OFkVQNEYCoQSiy9xlYFcR6ZWlFebutHfv2SmA98HdVwa9RmJ7eFQRMYjxwjCwgGZ/nft0m/+bD5SZtvmnhr0a4vs9NC6e+WeG+jtj53KRootPnk75Ofe62JpX+PqQ/rur/Ffln/+yflT/+6XqTzb/9t/+2utz08L8HMQH09y3/9J/+0/p9v+/3NRF/n2+99jzekBskvkZc7rEm9lmnyaXTf//f//d19uxZ/fiP/7j8b0euv/56mey5vett25/8k39Sn/70p/Xf/Xf/nfzrtn/jb/wNWb7/+79fJpomnYcOHeIa4Y2FThMC53EtFLHtuS6d2RSTUtu4eapWq6W/8lf+ihxN/QN/4A/od//u362/+Bf/on7bb/ttMh4uN7E13u7jvp6P9Wzfvt1FMnbO/NiP/VhDXv+tf+vf0u/4Hb9Dtt/z/Nf/9X9d/rcoP/3TPy3jYvLqcbcS/Mla+hMI1uU1NlbGxHm3DSE0n9CYYGRybXvcPklCICGQEPggIDB+l7zGZ4pv1szAkwl20HxmP9FeXMabFo64IBfCyVPMFEJUVFCkDe8Dqnkq3SbDIc7a4p0OpzhILg+VKhpWIZMgb3I766KujplMSEzq5H7RfXNZVx3pLh4B55F2I5zcyo6I22UtNbogJkKv33LLIDn1XCZphZ1lQdsWenlzlaUg3wi2oq/ClpHtgiyIvOdYMZ7LLUPKh65vxiokSGJNvpad/ag6BjVkBztEP9ujgPHOW+RHJVoh5G0ciZoz+mfYB4FQjl1N2lGDRTNPylrTUqsrdRCn2J7lLQXwCJ5bxKZmXXJUMq7tQIJtCEFf8+H6ZnzGsQ7mJvq5F5pkGfe/YnRzGurY/KbNeN7u2x6vI/1LMCzRUSGl89w4qCzB7Voaz60Dbs57rswrn5Fy5pl1VIaOKpEqUzMqazQ9TV+i5UEj1USnN86fwfnoQ/hpOTuvwM2BUq5FIDAlVo4lyPOR18HzuyLohvyoEeOH/oz1ZJ2rxubIns3k77aOQKFmvZv9Bu7KbXMB/thv/JmzmjUoJGWbUmB7xjwyjVjHEXpr5jYm0Izl9lmUWKeqznAaWxqhZ0D5gLG850rOa85F30YoF2tVcT7Exgq7dOVRXcmNM+huMkFlLbWnuuqPho1zWBKhVIZdTsFKo1KzO3brtjvu0g0Hb5bYh0uOwHJBzRMxv/Oue7V3/wEFSDcTUhWiAuPzpMy4YsebR2+G/gaf6hgkdFqfrC9ECZ0iH0ImNgrnHMyDg8ybD7en2aSSNEMoaRoO/G+GhiP1Vtbk7zWPmHv0Daq8rZavp6ZVenqvImCCYwJmknX+/HmFEOTvDE4ISZsbCCZvviHiyOHJkycb8tbitd6kxOTLZOzGG29sImv+qKj3gfWaOP3Nv/k39Xt/7++VyY5/fdaE02MZD/9gz5e+9CX9oT/0h5qPmJqAvvzyy/r3/r1/T3/pL/0lmaxal9uaNJkMHYIE2g6XmSyZrMU43qMmUC7390P9sVnb/vDDD8vkOGNfus5zdXsTOv/rFcsMN4VMhv/BP/gH+q2/9bfqn/yTf9KQXs9tMr7nP9E5+aitx/c8nZr03csNnQsXLvB6U3uoRj75yU82pPYP/sE/2Lw++F+2+CPDf+yP/TF57ibwHt+kzx+P9RjGxR/19Q8bTeb6m37Tb7mQEm4AABAASURBVNLf+lt/S3/kj/yRZj6/+Iu/2ERO/+E//If6C3/hL8j/zsUDhhCa/zPqSK2J9q5du2SbXNfxdUnG6+I1M+G1GCeKZWycWkIITr6upAYJgYRAQuD9gsD4neQanU3dvGZ7CpY3JjEux2VzPc5l5TdMnPUaslhzLhzBqKAQJA4kNI5o1TjIuURbUVnjTNoZLXEgh5SNqC+zlkrSOkRVOOjBJDN2KWurIprR6KBOYaJ7nFboG3l82oyd/q7sxFe0LWkrHh6LBL3YTsbjivEq94Ms1IjyQoKs1XmuCikZvyEUdugjDi5SWbJMFU5/RXkJabAjLkiD3J46ZUGRdsGGMk+FKHEu5ib6OV+HCPGgXFKoJU1CNLXLLJmMaYVNlcdopCuZeE7ETjERTEUITsgbfY0q1DlVNN6QmGbMlmrWprElBFpsPYyOZbPM1RbGlgWcFMc2NS2svC6Z3ZY+VNRyBRkftde9xdqNpWL+lccXONJTyMhrT5lxLpmD8TRpCh7T6+G5FVMSUpJ3XU0/m1ZKOEd9aZq5+39UEhKse73mx4VMutZZh+62Hcq4oeC1HlQjNd/jcz+kYuzamIFN7bEz8GMvVBn2YVPNuSx5W66vWbsqsGYMXtNfpLZhSL50e+pFf2GnctbJ0uDmNbBOUsakOShl7J/WWBh7SDvPv4w5ZNaSqVkrBvIYI9ZrhK0Dxh/EDALaBtc2bduq6WtbK/Ze2ayRR5DN01s9vGL1ph1Zq6MdO3fJztzK6mrjWLtPG4dc1sW8BAahO6N9N9yo++7/kB762Mf0IJHgez70Ie2EbLamuCFQB/UHVfNRYExWzd9gOJAf0U9vkkAjy5uK1RgdpDdScIjGzkJF3BTwqJGmnd7qUTWFdrrr2vvQe4UiFzN2zd6tVarICwn9/vhuOarVnZtXe2aehozn620TJwrS8R5EwOsb2adzc3MyOTF58fcKHRnMuI5NFE3gTBb98U1/TNTl7mMJIehHfuRH9BM/8RP6U3/qT8kfaZ2BwDlyaYLoH875M3/mz+jv/b2/J0csf8/v+T3yWCY9IYTm/9L+0T/6R5vvW/r/YpqQ/fk//+ebH/+xbQsLCw1q/hi4P4L6T//pP5W/0xhCaD5mOvKNnaYF25B5OPtbfstvkb83aZLqyKntcLnF41pMFE3uftfv+l2yTv/A0K/8yq/oR3/0R5v/x+m2JrOzs7PO6rOf/ax+5md+Rv5up/FwoUl5G0Lu9Gd/9mf1cz/3czJZDyG4+srHiP0Lue7nf//iORrLP/En/oRuuOEGzc/PyziaAJog/v2///cbPf6fmx7bpN62WqE/GuwI8P/+v//vzfdb/VHdH/iBH5BJdQih+Wiw18b93NYftf27f/fvNr/S6zlPyPPCwoIcwT18+LCMgfsYa4+R5JpGIBmfEEgIfAsIvJWv9S2oe3e64q9tDlyRWmpSHDicsZI39ToWalI7p0hAxBtIRisD4LevYJKBw1zHNxxIl4uHtVXKiRihh2iX9VXBPSNqIEs40sKRH/cNqqOa/5hh/RNBjWxZGTOc8FyCCNb0UR00edANi2ukoq3PAintGbNUSzU2VCYfiJhDhc1VQwAKdDISul0eqAvUaVNq0ooyhSCUK0hytkk1fpYdZc/JTgVSkw/0ad4o61pXHlfyEXuiAuMH8A2ktYkF+RonuclzbnsruW3WtHd3B6bwp7mTjFbPxX0a7K2PeQTbRN3XPaKUgz/jyFhaF13hdfI4je2NjornivFr0vExrpdK5ll6bFK3EogHZNxq/Fwp0Jca2ggJ4COwaYTxvY5VnqkEQ4YHbSnSNdKrhC+o7uvs8dd06bWjOnvsjM6dXVSc367urn3KulNoz6+MmAdxPhbbX6GpQqP3XyXIWzNH9k8EJ8Q4Vxnn2FPTk+48j/uLR41UyMi2oKumnayjwazFvslVMydRR7OrjsBZYOymPX0qxrN4n3vuIYCLB5BUV0EjRi7Zo40YU/ZtxT6vmr6FatrZFhJrpbWaGxnjcfQWD1BsFcpm57R9x06FEGTHtdzYUG7C6R6sewWRHPaGYjJqz27T3Pbd6swsgGlOtChwnySSMjrrFvPcvdRgW6oZXzwC1STf9BEC1lui0/GaCJwEziFQhkagUT3OcvYNHN6cNPOODao1WlvT4uVl5XlL2/fulWZmVRvIAD5vsW50Tcd7BAHvM5vij2I6NTkzqQwhNITJN1ImbUz6HM1bXFx0U9Y714QM+fuDkf1rUuMI3oQIOprpaOju3bsbcikebuNyss31Yv0LkCDrd5nJke2x+Ny6PK7zts2pxf08pvOWrRE6EzmT3hBC82NBrnMUMeP91kRyMob7WVzvMs93YsckYup6i/91i1MT2cm8PVeXmWj6x4psk+fmsazTdruNz93OZNDiOkc0XeY+buN5us7RYpdbj21tQ2pti8mny7dv394QVfcz2XWZxfN1e+vyuTE3qXXedngdJna7nW8MmOi63uK1d2oJ4Zt5QXCPJAmBhMDVCKSzaw0BeyzXms1X2/sWr9sT59FOnv2yCve2Uo4DikOII9goqNU4m5TgsnHCsxoZlwRp8yyQZrh9dlRhDzjPqjMFdDbCeUB3jYMdQhCHzxCZHuByi/6VgtSIc3XMUVFwjjC0P0JnmbRxOl4YUxb86EZD1AitJb2qTalJa9ddcTzdq5J78NQcPmsyW54a/bXorS0P+sZMsi7SAE40kdvKj6pU4+W6cNMhdnEIoWkTAiki+glsxnjnYB4bKWnlqFLNmehfo68momd1JXOY9Kudv0o8ytsJugMuOdgLbBgCG8dtgxUzzqSgYgXHY0eGD83aNy2bds5VjFqhYrRFOA8SQ2jyeCNfUWQhoc2EVHgdixprqAqwglBErVZ9+d+FvPzCEZ08egYnMtfUgRu147Z7VGJ3jYoIAy+C1Map9E6LlGWbg9VYVtNOjWQK4BvA2SLSiURJqKC1aDHOq3mYbtYNAiXPxoLEB+OLfRWafNMUY4xdrNR87LjhUVSERqJCCJtSy/8fMlRDBX8HONCBNuMjkiB1pC32YiO9xGljW6DWOHmMUHPyVQdrJFpxyHcn0O+Pvs3MzMkfOTx7+sy4R1lr2B9ge1BeQJ7RNeqP1Id8WkoWpbGKPZ1xE6TV6irP2/TNFEJO1HRKftiGN4vLrxZrerOwu7CxRn8dyJBu7eMyTNpatJm3HtdYYlPmDw9c2a7sm5qVce3K+opOnTolfwSw1e5qbucOqSjUJ9o53hNN9/T0HkWgtXljxGTFBM+kxsSrYl+bjJgE+SO1Nt/kxmJy6HO3a0OGnDc5Milye5M9kxeTwTkip663eI9M9Pp6cZk/0mkS5DoTOX+s1zbYHo/vuokut/e504m4zjp9nkEmnVpsmz+Saptss23xXE3SXG+y5TH8HUm3cb3FdZZer8cNx5GzV8RlbusxJ/P2XD3WpJHznrNt9xge223cz3P0eCaEIQQ5oul+IYSGQBo7r4Ft9Fgmvz53G8/N9hsbn7uNPyprPNzWqctcZ9I6Gc/ntsll7j+x29gYb9dbQgjyGOLhviHwekE+HQmBhEBC4H2BwDcwifgNtLlmmgSTGdzPrQbXuLh+WytJx7KlFo8ux8vLKLKINsIrDnVoCMn4h3IqlyrQpkYqzkLIcMbDWBT4UyPiEXAUbUesBrJkVQ/nf0R9SW2FaGxhLfk9J0jyOIE0sy2UR/I+J+GIzMrEzeKajHNqsVEi1dYH+ukfENHKNe7h9Io0dWoisNbscno1NtXorJmfpSIv5+u6wcLtVNVN4ieKIW7kXGSy4ZRTH5X7bYqYvSVgqyULUgbTKOiTwzoqOtSI04o+QmrOv5HD7Ur0WkZ08DnJVUfNzCwTPCZOQ9OIQb0GJlURPZG2JntGeiwl1teI5HZBaubs9VWDb0WJhWTzcP+CooLzSJsR+6Fk0jPzC1qY36H9uw/q0E33aObALcp27NEoZorgat2tkMmpIBxew8Be9JzekNhoFRiJOktNDwsVzdG0qMkiEVIfmu+OlvQoNSYxoFEFTdZvXFraSjphODZ7nVkeWTKKAjVXHxWjVhJ2Cv1ZPaLtUAHSLPen8WRPR+yMzV6SrA+z6CsJAyI3HJpCTieH6y1ox95mNnKHeYjW/v37ZafODpsg5uKRE/XLWm2FvKNImhVdFa2O2p0Z2nYhmF30ZIhXRirB2iIQ8TiBJwuq5NTi/DcidGW2oZHa+gK9AjZbOOfs6sP1lGwm5AxDTX+EwgYmcDE2Y92lIhHZkMXmY5K79+1VJNpbKmtuEsA5mVejJj29RxEwUTRhsXkFNwomMonI5ayvv2foeu9rExUTJr9Oua3LTYraEM8MwmeS5TJH1CaR0Iku64kxygTIJNEEzG1DCM2PBDmy6I/1mqS53ETXRMptrd9lTk26XG6C5jLXew62Y1LmdiZZtsltLJ6LbXaE1XNxWxNft/F8XG7dbms7rcN6Xea2Pndb63WbSbl1+dzi69+pbXG9Cabn6z6OTHo8E9AQuKBoaGw8BlmZYFpCCNyzKeSxbK/7W6zPc/XcQwjNR6Dd3vOybdZhse3u6/F8bts9judoe1xme4y381vtdxuLdbouSUIgIZAQ+KAggHf0PpyqPVumVW3K2HkLOGcWyX4yVc1hBzOnoVN4EE4nkFQWqunot62JUKroMtdTjUKUqXEtXddEtHAfBdkUjrjKvjKiWxnnUQP8ZgZyPX15P2v6TnTYZNtg8RgZ42Ruh3OZMUJoJEdHNhYUBOpqFPgNLNjZh2CItMmTSkNqTSmaVmoGdDlRqcY+5zftaVoEtwiq8HxrxqPD+Gic4HFWzpPFPJ45TBrKkURaIxXgNkIVpRAZMpsHmslVY2GiEes4aSy4os8FW8duat2nqbjy5PYuta1DSm3WRDbVUuqjaeUMxcySOfrEbZ1GnmxHZBzTkgxXPkecZlifUR7o6W5el0CZ5yljaAHDgKC5sbrZQwwZiWBEFnVttKHQLnTzbbfr1tvv1v477te+2+/XcGa7loiBSy1lEJQczAV2op/8U7llNdZXYiD6JvaK0tC0xfJaCnrj4TxDKqAjYltkDxahVob9sRG3rUQDWV8jlI+JKAMxD3kPNTIcRy4Zw3OimSxNW9rVYCSIZiTv1BJcBj7RmLkf1tkeihQrCtzWurHL9o33oGS9PL/1wT6HNQJTS/5ul399045104e6AOEUMyzBzP/fsmJMS38w0upGD0usPtoEDbGBZhoSGTVZe+sBJSDb1FJJjQanZN/iYFaNKWJdRC9BsLX5cJ17Ot0s2kwoBZiA7orUhV/VZrO8Q1R25+4d8nf15vfvk9grJWNFCAhbROnx3kbApKOAaNpKE5/BYPy94RCCi7gOa5l8mJSYxJiobCVMbhRC0ITwWIfL3NaEx0TJeZe5zoTVJNekaFLv8UMIMpEyUfX7hdv7enK00OUVrxkus9gWn7ufddo+Ey9HLJ13m4mXqDCVAAAQAElEQVS43sTX407KTIo9vtvaPusPYRxlnBBG4+By63U/jzmxy+cWtw0hXMHH7S2j0aghj643wbSdJqC2w8TPfS0e25FQY+f5eIwQxrgbM4v7Wmyv9dmeEELzw0DWtRUv67Fez9XzNoH2uft63UIYz9Flnp/bOO+xnVqcNy7Oex5OkyQEEgIJgQ8CAvGanySeWkCaiTTOHm8oTeqSuOkMBruCzVSDn/1EH97tZWne6HBG68aRp6JG3I4k4MxaUyY1OjyWmodLXKPGQdXkgZ4mu0WHiYpb2hqnHr5p83WfIq5lQIQVYwlYkXEWkcx5fNdsi7Og5lFpQlgzziOOLQkHjQMJwqEIwanRYVEzSgMHDZxCoZhDTTkBMcpq0VRbH2HryVvko8usg3GETHAWZRNxG8vb63Ktxcq+WvwGHjBwi8o3NXLfrTKemzRuNlnPKynzFRLG1eRqkA5NGthNnoPF9jf/EgPsa4hUAONAvfywMiRADgJ7MQstTS3sUEbUjSepO6NBlWlUBvkvp13EWbFOmQnhUAm9VmWx9ajDcA7mKqwRPYVlQr/HDZo8vE4VDUsKaloGWm2VTCG80TpAABv97NtmXqK/wRQP0sC8yLFXhK6qSYMLGFdk2CU+o04+bfbdeL+P28pUL1RUIhLtKgXGkjFzSplLnTR2kAlIpKWQYX+EiqyR2J7S7v3Xq7uwjfORRsNSQzvwtZQVUXYcyYopNU7qVHf8kVmm0UCbxUxFnqlV5GCib8/DAyLGrmZtKrReST0w52EitCM7PowfYqwExm4jY+8MEqgLzL9fDlUwb+3eLU1NawMSPeRmgvcMAS+lx3sfgf7mvz4xYTPpscXeL1vTEFh0CkxUJkTGr20UaZI6PyErEzLjPR9CaH7B1rpNfBzFdFsTz4xN4v4mXyZMjm6G8MZYrrNYr8d2O9tpvbbbBMy6XGd9zk/EZa5fWFi48j84Xee5mag5bz3WabG+CclyP9vjMhM95z0n2+J+FhM+2++8x7Iut7OtHsP17uN622w7TDBdZ3F79wshKIQgE0PxcB/3Jdt8/9RtPY5tNIa2xzjaRuM16TeZvwm165xah+1xapm0cd5tnIYQeP0ZX/xb5zfBwm2SJAQSAgmB9zsC0S96fpG1+MXQL76WycTf7fqJHRObQghNkd94iizHD9up9dVlubQo2tzFxUFrdWmTKVehDtJGWjhv7aZUalTYu41BvAspZHFT1JwLvVeEftSiS8SipDzSJKOd2+SFFCRLkwQqXJ4xUt6R/L8Ri2kp6yhTG8mQiEbJfZpMlK6kIUiNZCQZxQFRI5lEXzX5QF7kAtKOuVqMGfJc8veFkFC01Iot5m7JSDNlWZDyTCoQ7I5ZoTwWyjb/oqwtCCgayWmfZZkskbaij7JccgNw45BNVXQZQhqQLETZGS4kUJdaNPK5y0PIpGihvfUhgXaUMBM1Eji3qDmLnL1ZKOIIiGs62NaOUQUnGWL1HsZiu4NyBbXQ1lKGRVnIlXluueTphCjqgkLIFGgr2k4kNPlIuTbbBEXmGBlTrGlofuW1UKAsk/+CFCWhXzGjX6a5Yh78uxS2pbkFaXZayjMtdLpaYP4FNQER47uPHA3xz+sXuVDQFGVR8r7zDwo5f6Wtx6BfVKYrjxgUbA+Rv9z7kLrAvMeSYZ4lXNHbZp+0qM9j0fSTQbENllYugS2HsihlISK5YshpW0ixrQCJju2u2mAxFdrqNpKryHIpD1I7E5tRyjKOTB6nyFrKuVazNtdIyIRCSVKQFK9Ixjl6OrNS84vH01JrTirAEpvFHs/bbRXtlppO9PORg32LPZ7FcTFJY4ZNcf6KBKFfUgxqJAQ16ZXzTLJtutJDNLhKAmfWa8nAJsZcMeQKYOk0I+/eaLpig/tIlFLndsbCH6VuWxe2qxOkbg5sbXV4zZjKZpR35iWTTvZMd2pWU7HNikk5fWjNczreLQSiLw4Gn5APfxzWRMPfH3QkjCpNTU05UcY1MMlP2k/6T9IWr99vrpv0sRLrdmpy5dTiPhaTI59PxNFL683zXIWv50nFZuo+rp/08/mknfv4PXazqVxnfZNzpy5z+mYJIWgyB9c5b73WZ70um6Qu87nF87Q9zlt87tRtTSi31jnv+gkebjeREIJCCM3pxMYQwpUy93FfN/DcQwjONhh5jZoTnjwGSbNuTifzD2Hc3mWWrX0cVXbZZFznbX8I4z7GwWUW2+E0SUIgIZAQ+FoITF57/L1wv55O3l/ebX72zY4f/WLoF0yLX2BDCFdemA3Au13vu72+G+k3b0/Oqe3ynUvfHT135qw++h0faWwOIWjnzt3ks0ZiyGTJKbdEUksIzDFuEZ9PZFJO39AI7aiLWyQEyuKmOH+VjMcOsVAjgbSRsS0xBGyiL2mIpG8lrtuUSPpmCYF+mzKpu0oXdrvcc7Y4HwJ94hbx+Wa72OSp+1pppH4iW9u5DD3N+JvlkfTNEgL9G9nEx30aGeMxaR/CpN3XTyd9JmkIb9Xnq8cL4a3auWzS9o0127oHQnAby6TdG+kVGyL1E2F+eSOb+rwncvpk4zkX6ItICPRphLpIfqs05eP2cTMfAm3Q+9a2uc6CritttuZd94ZYZ3xzu0j9VmnGo+xKulXfG3nredv9Zn1X+lvXZr83lUfaWEKYtNmCnfGzTOyNbvP2EtHxdhLCm/rFN52/uf5tziPllhAm/TfntWmj67ZKCG63tc2b1jajPo7LcnTE5rUDDLJNacrG9bHRRft3IA0h6Q3hG8PA0bAQxm0/97nPyd+N9C+k3nvvvQphXB5CSkNIGISQMAghYRBCwiCEhEEIXx+Dr/X+8m7zs292/Hj8+HFN5NixY9oqR48evVLnNlvrnP+NqPfHXCwmmE5NOifRWG0+fO6s7xia/RsE30n03dMQvv6ChpDahJAwCCFhEELCIISEQQgJgxC+PgZ+33H0ze85zjuyFUJw9ttJNpMuMA0hJBwSBmkPpD3wgdkDfiP5Wu8v5mUTMSfbKr8R/GwyttOtYzv/VuNH/x+piRw8eFBb5dChQ5rUOd1a5/xvRL0/8uKPvzg18BZHY00u/SZ/66236oknnmi+I+EfDvC/EDA5tfhHBPwx4SRV8z2ghEPCIe2BtAfSHvj27QF/1ePEiRPyd/ec/7mf+7nm10390cpf+IVfSK+71bcP6/fOvk1zSmuR9kDaA+/8HvB7ytd6fzEvm4g52Vb5jeBnk7Gdbh3b+bcaP5pBv5fFd4wdrTTRtJ2OWjq1hBB0+PDh5n9s+dwSwvgu6CTvNElCICGQEEgIJATeCQT8HjV5f7rxxht17ty55v+m+heV34nxks6EQEJgCwIpmxB4HyPwfnp/if44qj+mulX80dWJvNv1k31kpj/JO/XdFdvoO8k+t/2OaDrv73n6/2F5oXyeJCGQEEgIJAQSAt9uBCbvOX4/svj7m5Mf9PEPPHy7x0v6EgIJgYTAexmBZNu3D4Gv9/7ybvOzb3b86I+n+qOpW8URxYm82/Umkl6+uPlrgLbT5yEEJ81Hljxpn/hjt04tzocwbuPzJAmBhEBCICGQEPh2IuDfDLA+vz9Z/FUPE06X+73TdUkSAgmBhEBCICHwzSLg9xH38XuL5c3vL36PMSfaKhPu5jTLMm2tc97lE/mN7h99V3Yib44ieqKTOqfvRr1Bth0TmZyHEJqfavcdgAlottHk0x+79cL4V2xtc5K6+Y5rwiHhkPZA2gNpD3z79oDfwP1L6n4f8nvU/Py8/GMJLvNP2Sesv31YJywTlmkPpD3wQdoDX+/9xZxnIsbF70FbZVLn9L1QD3+L4qmREL46IjipcxrCu1NvACdg+ceAfG4yaXJpsum8y0II8rnZu3iYeIYQvvYvWqX6hE/aA2kPpD2Q9sCvYw/wNtP8z0m/Pzrv/8PpT9c4bwkhvf+EkDAIIWEQQsIghIRBCAmDEL4xDPwe4ijn272/uHwiIQQ3v0omdU5DePfr41XWpZOEwLuMQBo+IZAQSAgkBBICCYGEQEIgIZAQeP8gkAjn+2ct00wSAt9uBJK+hEBCICGQEEgIJAQSAgmBhMC3hEAinN8SfKlzQiAhkBD4jUIgjZMQSAgkBBICCYGEQELg2kMgEc5rb82SxQmBhEBCICHwbiOQxk8IJAQSAgmBhEBC4BtCIBHObwim1CghkBBICCQEEgIJgfcqAsmuhEBCICGQEHjvIpAI53t3bZJlCYGEQEIgIZAQSAgkBK41BJK9CYGEQELgKgQS4bwKjnSSEEgIJAQSAgmBhEBCICGQEHi/IJDmkRB49xFIhPPdX4NkQUIgIZAQSAgkBBICCYGEQEIgIfB+R+ADOr9EOD+gC5+mnRBICCQEEgIJgYRAQiAhkBBICCQE3mkE3quE852ed9KfEEgIJAQSAgmBhEBCICGQEEgIJAQSAu8wAolwvsMAvz/Up1kkBBICCYGEQEIgIZAQSAgkBBICCYFvHoFEOL95zFKPhMC7i0AaPSGQEEgIJAQSAgmBhEBCICFwjSCQCOc1slDJzIRAQuC9iUCyKiGQEEgIJAQSAgmBhEBC4O0RSITz7bFJNQmBhEBCICFwbSGQrE0IJAQSAgmBhEBC4D2GQCKc77EFSeYkBBICCYGEQELg/YFAmkVCICGQEEgIJASkRDjTLkgIJAQSAgmBhEBCICHwfkcgzS8hkBBICLxLCCTC+S4Bn4ZNCCQEEgIJgYRAQiAhkBD4YCKQZp0Q+CAhkAjnB2m101wTAgmBhEBCICGQEEgIJAQSAgmBrQik/DuMQCKc7zDASX1CICGQEEgIJAQSAgmBhEBCICGQEPigIvDNEc4PKkpp3gmBhEBCICGQEEgIJAQSAgmBhEBCICHwTSOQCOc3Ddl7p0OyJCGQEEgIJAQSAgmBhEBCICGQEEgIvJcRSITzvbw6ybZrCYFka0IgIZAQSAgkBBICCYGEQEIgIfAmBBLhfBMg6TQhkBB4PyCQ5pAQSAgkBBICCYGEQEIgIfBeQCARzvfCKiQbEgIJgYTA+xmBNLeEQEIgIZAQSAgkBD6wCCTC+YFd+jTxhEBCICGQEPggIpDmnBBICCQEEgIJgd9IBBLh/I1EO42VEEgIJAQSAgmBhEBC4A0EUi4hkBBICLzvEUiE832/xGmCCYGEQEIgIZAQSAgkBBICXx+B1CIhkBB4JxBIhPOdQDXpTAgkBBICCYGEQEIgIZAQSAgkBH79CKSe7xsEEuF83yxlmkhCICGQEEgIJAQSAgmBhEBCICGQEPj2I/CtaEyE81tBL/VNCCQEEgIJgYRAQiAhkBBICCQEEgIJgbdFIBHOt4Xm11uR+iUEEgIJgYRAQiAhkBBICCQEEgIJgYSAEUiE0ygkef8ikGaWEEgIJAQSAgmBhEBCICGQEEgIvGsIJML5rkGfBk4IfPAQSDNOCCQEEgIJgYRAQiAhkBD4YCGQCOcHa73TbBMCCYGEwASBlCYEQkdK6wAAEABJREFUEgIJgYRAQiAhkBB4xxFIhPMdhzgNkBBICCQEEgIJga+HQKpPCCQEEgIJgYTA+xOBRDjfn+uaZpUQSAgkBBICCYGEwK8XgdQvIZAQSAgkBL5tCCTC+W2DMilKCCQEEgIJgYRAQiAhkBD4diOQ9CUEEgLXNgKJcF7b65esTwgkBBICCYGEQEIgIZAQSAj8RiGQxkkIfNMIvA8IZ8WkLSRXjtDk6uZ58uQ2m+KKtxJt1jepNGlSosIyOVdTP6KU9lcKfT6krE+/IVIhaoRCDtpu7UeJu5aUWTgdN3YhZZL1TcR9aeE6S1PvsSxu86Z6t7HQ5W0P10/E+mrr2SrWaXnDrCvN3X5TrpRdybj9eO7N2JNypxRMcCTrhiQeYyw1Ojebjet8MhFaOkvCMW4v2r+10OQbPKzzzfK1u36tsb92z3Htlv7GvGYN6750lbgMEdK08bpM+o21XP1MnSfR4OEazpv810sZluZNV1K5T02fRhhzMrbTrfuxqZ+0azq+e0823oIFTry/JuJzitVchD6ZCIVbspylIyGQEEgIJAQSAgmBhMC1iMC1YfM1TjhNbGrlhQlmpVbeUlWqkRJ/mKwGo6FGlQlgqdrpoK9qfV3VyrrKpQ2NNgZSjfs5caJpr5q2ON+o0HpZa6Oq1aMJtEAlf7Wd79GGyt6q6tEIQUe1Ro9FapeoXYMqDBFpiBElvrv8VKKhcluE1hWyXm/IMhj1VQ0hGAMaOy17mLVBi74Gww1hEnayqUor7Kmql7XRP0vBUCXzKof0s8FIw2FQ5T41c6vJVFjm1OcoVSOoEvbLdjWyQTmCTTUEqEJRhbfeNGMkRkBLSVeE+lJ99SjpV5WMg7CtqkaUlI04L+O71oM/19gs8Bxpo8EahfTTsE/fDY3qgYaMZxl5EUcAzhwYgr5Cda0h5cOSdmBVDjZU9taxF+uYX7PoW1PnrxLGQyXPVw6f9rG338yIMagBPmY8VmvzKuyo2UwWoa9mZsalZHVL1rLGFnnPIDW6KjoZY7bMWA+D9Pt9YDZ6lSr232hjTU2f3rK0cUEaIBvnpcUT0vIZabiILKteoRyc1V9TvTGZqxosGA5rpZoxhf2NYF+Tbp67riqHtPOsEPCrh+w970Xn6dsflbKUrF1jE/aJ/SRwrtexY2NRo7WLqm3raJ10lesHu3sb2DjRzRDvxgG260vLXMO9Zm8xM66lUkvs6TXPi63BFCVX9DgZgAHz9P7aYL+tV/1mjd4N09OYCYGEQEIgIZAQSAgkBD4oCFzjhPNrL1PEIS3yTCFWGkEMapzvEKNiu4V0lZHmrVwmEoI8aH1Fw/Vl/PsV9TdW1e+tKWaiP4SWQ80jKNhNzYKyopAqzjZJXcCJhRZRO4SW1IKrqg5qRM0Dh1cIZVJUjZShUo1U5FWzHDUNIS2iXQ11DZwqBsF5IBdqeJU8B/oULVeWymJUhj0+k/uTCXS0NOTH1kBGqiathblq2m22bfL0GR8utFSy7SNs8djwLnq7W01aSWGEhZXGLW23Rc3DZTW1zQloyUBAACpY2CjU9HeLca2Zgm30OK6rGLRSVGXjN5s4qdFTB8pjxphRgXZeXzJU17qSyg/sc/INSYW+UpX/IGFlheV0ZygBq0IASOwJgRQJ4o9UtA+hVgiBUWrkrQ9XhxDG5qFfkO3cawW5roY9LZ55XecOv6AjTz2qpx7/NT35pV/VS48/okuvH1VNvRxd9DiMB9NsBsnYD7bNvLGuAjxxqMq6GadpsPkU3C7LOKubNr1+DxUQL0owXAElvj4smW3iXFwO2ljRxtmTuow89/QTehybvvD5n9cTj3xRZ44f27QLPQNuJFjXuyhTs3PKOx3mVTU3l0r2RZ7nKvJMHAoT2wI5LxNpCEEhgAv4sNSTFilNCCQEEgIJgYRAQiAhkBB4BxCI74DO31CV+OI480EyWWPkYKdyM4UKKuCom6I4CBqj3cuRhCNfr1xW/xIRwiUiS8tEkjaI2mSlik6mdieo05KmilotiEGBjglQNfSkFs5qKKSYc+aaqBpHt8Jbr5GKUYVQRE+NJdC2EawJESopiJfQlCuqUEBfbSc4Q3e2qZOaCqlpX0ka8VQqSG5HeWzmTKFH8MTdrWY8mjRVnNcQTRO6mjaWishcxcilxu0UaWR9zEWNfZ4tQr7Cuorx3LauxRzptHkE6izCDvGoAnrI29Zxmc+p8HxCILN5YFhdh/EJfSrOK3TVjeSqaFpbaFEDBdUqObdU2FLRpwarymKbGVOUXREIqTyfTambehShg+5o3TxqcVopwtpaqmQp2B8FRN7wB9rXNXMmtQpFZ9Q8Aj0j9kqbc2zGz8Z17ki9T9zfaQYGIQSVRK69FuK8JOq5srKiV187pjPnzkGWRmp1phTyQkvLqzpx8qSOvX5SNdH4BnjYUwX5R4lVystWQY4j5XnRVswKym1PbPh9WdbszdCUVTYkZOp0p5V3ulIGqwxuK9VEM5sbJSaPJq3I0vmzevXIYZ08flQDbrq0W4Vmux2NBus68fpreuWlF7Ry9hSdS/RXyLt3DLF7QLR1RKQ81pVaQVyBzJ38iJsczTQz7ItUZAgFIQRlrFHkOSo9EgIJgYRAQiAhkBBICCQE3kkE3n/+ln1KECPBpaw06q9LONX4lqQj9S5f0uljr+nwkRf18kvP6YkvfUHPE1k6+pXHdeGlZ7V67CUNz52Q1pckkw8IZw49zFUKBcLH14iQX+mMhdIQAmPhxMOQAiQkQiANrEU8aqTE0a1w+isMGXFuN70mzWmb4yLnQTKJELpEu9oOchhrqINUIm4vn1ggH+tLRKKWLqvsr6HJ9qEZ0uTIG2ZQxkEY0Gpc1ohVxlKBdm5TM2gdW6htqSItA6lFpNhVuRFqAuPbXyfLDIL8l/FsTFx2tXiQzRIIQd3rw5MGyphTK6OOMTGfSUmhIT+FQrC24AJsIaVZLZqQNVZkJfJUklIJ4awReXLyg7JNW3UllUIIetsHpKRAMkQQ8UAagkcDR0ioo4bBRP6KiskYQYExIlIzvpdDzE3MQdToTY/IfCMLXDHpzPXoXGbdzkE0+4ORZuZ36Obb7tJdDz6k+x54UDccvFFVCDp+4nWdOnOOSDuRxIyeLEBZlmPtgQRbjVGtqK1p5GaBsMfb0+UVBkaIqfPjtlGYMu5TjRTqWoEbExoxztqyLp4/p+XFiwxQ6fbbbtGH7r9XD3z4w7rrttvUaeU6feqEzpzkGimHtHkXD2MAtkWnULfb5QZRW13Wow3BdtphzgrYFy1BzTVFPlAYFZWDi9IjIZAQSAgkBBICCYGEQELgHUUA9+sd1f8OK5+YP0knw+FAq5JwohuiiFMtIjWLRGWOvnZEx5DzF06rB1HLIZPD9cu6fPZ1HTvyvA4/+6Ree+lprXGuwSo6RrimZUO9ik31VZCqOqrGuY2hxlkPCsGS0baAkNmdzegj8hJNGUUa0MZiAuBIV6hraF2EctI+SnQei4kLbYNwkoV+8vjVsrIIkRBsob+8js3ndZ45rS1flKO2UinriNZFv4p50xUtZSPEvqguZRXBpDPUtGp6qaRhyQATqeiBRaJY1gfXUaR1hjh1nSXwFMHa0SWy5Pw8FtedP3lKZ0+f0uriZdVE+HKFBheUqaJBHSlBooXxY6O/oq6S+YA/bixVAmR6ktDHNslzNE5kakSI07FIta4WTsdHRY2FvWEcA4RcRMdEtHHj0nkNVhZpRxuPidiGarPEpR5HnkGdUxoVsNsiLzIlPsbtnFNjs9dafgRqMjKQxkuXLuns+Yvac+CA9lx/UO2de6TOtOLsAmXXa8fO3Yp5S6dPn9a6o5whKOQ5nZkX6+9MjFEbG30NuAHi77f2hgONIM22VyFeyYeYgUfGudQbjrTmGwBNIymHlAXffCgiKmttrK0Q1VzX3OysDl5/vaZ275Ha7HxwmtmxQzcePKRt8wsaciNhdWmZPu/ukbdzTxVQStWDvqqNDYX+QIG9JnCWSTm4l1mlMqvBYWxvRhJZs0D6njuSQQmBhEBCICGQEEgIJATeRwjEa34uOI2ybJkIvjFnI5xQvOoC13JjVReJyJw4elQXzp1SVQ+0Y8d23XDogO69/x7dddeduuWWm3T9gT2ane5ouLGuc6dP6uLRV2BjfXSZsFWKEJA8BNnRzxxxwuGXnf+qlCAxdmBjk0o55fbjGZ1+0pi4RNVCJc+RqGtOhChDp9vgFyu4kvq6ibaVkBXsh6qamHooS4g0GJUarq5q5cIFLZ89p+Eyjv8IO+1gQzIV6GtlkKqA/thIjT5LRTpCSimMFPG4mZL8qHnilGdRP5acghx7c5XQwSE2jpjMAHE6UlZbrLOSmnHGqeflqJm/83f+5DEtXTinwfqKYqNH8piRiXtOFrLor5FKETwjkeW6JuKmvoIxQByJdDvxMJ4owzJOyNRONqUinQjZNw7WZnxCLWRf4KMRc1m+pPMnj+rEK0d0lujdcHWJZrXMZ0vsrRmFHsxO5KjyUZMfM2afSQAZQnij3qVeA1ITf0EEQwgSUo1G8NsV9Xo97dp3naYXtqMsaLS2oXpYKczMatuu3dq+c5dWVte0AYHS5qNmc1dg7lPj1u225aix1ziPktcrgpXPAzjW7DPnLa7rFLm6nTZEkxJsqo0De1V+QNIuX15SfzTUwrZtmtu7X7ZbI8i/f/2qVWhm+zbNzMyoT2T28uXL7vWuSc2K9LmG1rlhMIAAR9DPmF/MMqkcqfKPM3mOXFzNd6WxtEQqhK7sZWeSJAS+NgKpNiGQEEgIJAQSAgmBbw2B+K11fy/09hQsW23BpbQjjeOtwYYWITunIT2rEIv5uWnddNMhHbr5EJGk/Qrbt6vAuZ8l0rT7plt13cGDmpqakiNQRw6/pJLIV7W+geNdC7ogj5SRC0jjjPvHhqp+4+CKSJMlQPwCBDCOehCyCrFtNU847hCYDKKTlwNlJYQKJ18DSA99/EuoNeUyCULCaAPiWkLCRo0O85foeeFEh8FQ9dqqSiJStX+tFadbTd8htpTYWwkOBKfkHIIqSMRYGAvdwj45RVeGZRMh65lpPE8px9aMOcaqhy7Ev2ZLJI0QF1GkPvXDRgRBtES3Z44REeS36i2rhmhqY1lhsMY8Bs18PBf4gZrBJDX90BGxM4AbrF+WnLJMQ7UgTzlEK0d/Tnv3830GZuqRrhJW33yiUe+mVwu16JBboFNLl7V6/qwucEPi/NmTTSR2RKTM9RXtajp71ehFbnwAmbwMWK3GDtByOwt8Us2DCdbjRhpBMF3WnNPAH611WdFqqzs9I2VtKRYKra5CuyNxV6HV6Wpmdk5Fu8Xc0Lypwzc7QqO7lNPAHl8mwr106YIE+QpgFdzDa0a+2U9gOALT1dVFttoa1o4UmP+QvWeb1ol4CvI8hHiumvQq19TcgtT8KJbkyGuYnpViLmUtFdhWcbdgZaNH5bt79NgvJpktcFII0p6FktkAABAASURBVNqatLLM3ukptjOMK9kHkE9VIOU8WFLqAxidJEkIJASuHQSSpQmBhEBCICFwDSIQr0Gbt5hs8y04mpTalRw7kaYHCIShXF7U8sVzEImL6hDiuf66/dp7803q7Nwm5YXUnpIynPysK03PqbN9j+Z27FV3Zk4xa2sZB9YfaRzhlNcmKJAoR08C5Ec49jIBM9GDMMIsJKJBGo5weIfkIapEmDIiqgGH15JBQnKf+99duO8Qp93EDwnW49QEFoIg1zFexrjBfUglCCPjtskXRHFaEJEWREEmu+RF/ybPOMLVbuxpCCd4NPXY1owzVPD4kBFhY4BFZWB4tVQKEJemHeRXJfOxXSar2OZ/CRKxI9BG2Cdc+oBE22i9yEIn10whdYmmtiFAUX0IT5+RsANMRPtgAc9o8oD+zNEqbhRkjBFsGyLGCOgLrGlET0YUV01/VG05vAe2nDbZ4OemopLoL2MDrgLHtcuX2BuXtba6DNw9bKuU5ZEeFeRsAIIlo5hy0pVSd7V4n5msUfR1jkoVc/OYldfJnd0jZOpMdZV3pqUMgJCsxR6M5BU0ggBmkM8u0U5BpIastXWEEDgN1iDP5eypk3r1ped09JWXtLJ4jvIRUK2p9sfFmUdRBDmyfPyVF/XsU4/ryIvPa2N9mXaVWkT/YyR+HXKJa8Hjl9iRd6fVmV2QYpshqYstDfoj9dfZe0VH2/Yc0Oy2HRpgI430bj1YTWVZpsjfkGjxySOH9fivfkGPf+HzOv/aa/JNEXl/srcDqyjEfWzveP3I1Ug6EgIJgYRAQuDXgUDqkhBICCQEvjEE4jfW7L3bqsKZhBU0Btqfl0oRQpMgJyLqtwKhWDx/Xm0c0xsOXKeFHTtoAtkxQcOhV2ip7sxJ3Xmpg8zt0vTOfcpntmttUOnY8VOKIYMYdBRMFiB0MTIGDv1o8aLOHXtZz3zpV/SFX/wX+hLO7otPP6Wzrx2RiKaKiJOI6jlSl0HuTJ4KiNfZ46/qsf/vn+rIr/2ydJnI1Pqali+c1TPPPKZf/cIv6Iu/8kt6+enH1SPyhpcvGIRMJCN9T752WF/6lz+nV174igoijVNZ0IlXX9GTn/+8fvlnf0bPP/k0Ux+qwaTOpBAhHwMtnzmjV599Vo/+8i/r8//8n+uRX/m8nn38yzry+CMSUUg1JLdPBFIyYQ7GFZsF8dPaZfUvntaFV1/SM4/8ih75/C/o2Sef1EvPPasLr78q9SEwJnBuz5xPnzimR3/lF/TI//czGq5eUj5c08alM/rKo7+qf/GPf1q/+ss/r0tnXpfCEPX0hYQyqCowO/vKYb30zON6+tFf02O/9gU98au/rMNPfllrZ06qwdPrOlhnLQbKIZ1BkkWbD+ct3thOy3KTUZho2kZIh0KliqjrElHNM2dO6dy5cyqKQnfddZduv/NOtdptAsD9pmxA9LkGzLEu+sFYopWjtt/vQ8gMtVtQMLGBxgGrIti7aKo7JYWgdrcrP3LGevChD+vB7/iIFHOKTDK9Vogi51GOMF538EZ9+KMP6/pDN6nojHWEGNWIGVOQ9uxY0PriZfbPeeWQKxZf3icZJF7DdWltSW1IZ868R/11tWKtlrFgnQL7eaSgojvHDDPF7qzufOAh3fPQw+pu3ytBNEN7mp65cuqKqXn5B6Zmdu7RbR96SB/6yMONrTx9W44aexpSvqlt8gNJk3LXWXy+2UStvMUMQnNa5DmLUaq3sa4e6+trRqx5ZJ9kTQvWiH3tS9/3XgaDUVOanhIC3yoCkz3p1DLR55uVk/x53ocmeaerq6vco7x6D/qTD35d8euO21isz9eCP5Hg87cSt3G9ZVLvsbfqmZRPUut03n0tzk/E15ntmOizXZO6jQ1uPE5OtqTuMzmd6J6cO53oWFxc1Js/jm9b3caYuK/t8fjOu9xiW9xuUubxLG7res91krcel7ne5c67rNfrOSuXO+PzSd7p1nPXT8RjT/InT57UxIZJmVPrdzqxwXnLhQsXnDR9Jno81kSaSp7cfyu2b8aIJo3dxmAyJ2PqfpMxl5aWmj3lNm4/aee8ZdlfvyHjcs+VbPMbAdbj/ESP8xPxr6lP8k4nc7f9Pn87meh0/WSsif6JfRM83GYi1j9p57zLnVqct3jsyVy8T4yb+7iNxW22ytZx3M7iMtvl/Na2tts6PMbW8msin4xMCLyHEYjvYdt+XabBB+iHY2n2SVRobWlRJZGzDpEb/5IlLEKCfFpKyqAV2lBbg9CmHKe+Na3W7A7N7tyvHfsOam7HHgWiOhJQxaCQZ6ohiGdff41o0dN6DRI2IhI3PT2tHId3eXFJx146AmF8SosvPS/1VnGChyrweAMkIMOp7lggeMXGqtbPn4FgPaEvf+lf6eyZE5rqdjTdLrR+6aKOEo26BAErL15QCVno+ztpkCV/LHi61dJgfV0bvMG0sG3H9gXt3rFTnS7lkKRyfQNSta5yrafTx0/o1ZcP6/zpMxDKWjPdLmmljeUlnTl+RGcOP6uVE0dV+ruLRC8D8xFkVibv2HkRu46+/LzO0kaQLP/655Axli5d0ksvPKsXvvK0VmmjAO7ABODMN2oWWwIRywpyHiCu00WunQuzmp+bYo0q1f0NCAN9Npa0Ap6Hn3taJ185oj4OSUZUMDqyydqtQOxff/WIzr38goYXzsgEPEBWA3hG6BDKIB1+vlpsSp4FOEepipsPZCQIh3prWrp4XufOntSly0sKRUu79+zT9l27pIbYZYoxV27JWir4C6iOkL2qquVgdh2lFmuAQmrE+G6hNz0q+c3MdJQGUqBNlkvojRClDBF3R2oFiVRC6VVC8ZVz599KKi3MdOVPj/Ygl+rjUDHXkr1VrixhZKbe0mUtckNDRLan2Ft5nkngGxiuZGxfMyXj1I2M7VNjZ0tlyBoZhUIj8hVpFWgTWpJTfWuPytfpm1SUAGxnwOK8MQwhyPhbQgjyI2JvxfoP2Scun5mb1tzcLJiXWoaEr3FtceFIEPFcJXu+liDbOd1ZAvl6ZfpWlSQh8I4g4K9neB9b+S5eX+zoP8nNuteIwPu70N6Ddpxd7jYZ701tbniFEHT06NHmR8NCCHL5RI94+LogkZ1tEwI7yUVRNO0mdR57/BrFtuc9x20srrf4unLfEIJCCM13yhd57V1bW2vObYd1uo3t9HhvJkEef+Ls+xp0G4vtdWrxPJxOdEzzXrlt2zYdO3bMxY1YjzPGxHbZBo8fQpDnbXtti+fker9ueDyLxzfRclkIwWoa+63TZe7vQuu2DmPtOpd1Oh1eL+rm0yzW5XOnJiKet/W63QsvvKCzZ886qwMHDlyFs8dwheflNISxDR7j4sWL2rlzZ7NOttvjnzp1Stbrcdze6+/52j77KCZj7muMXG973cb93WeCgdfKmHpc2+u2tt9lTt3e47ncGDmdm5tz0tjvNsbGOLuPKzyuxzfePrfYJqeTtZ+srXV67hbXbxWXeU6ep9tN9qExtV2eg9tP7PP8rN9ztf4QxhiGEHi/LZs1sm2T/WsbPRfrt622MYTQzMv9PYbxcTvxcJntMU6es/W4jTGgWq6zba53W4uxdl2ShMCvF4HU72oEcDmvLrjWzoLCGyab8EDIhBMqHEw7mkuLl1SPSohcV92paak1JcWx8zxSrh7Sx3EexBY9iDSFtuLMNu3Yf1AHbrpNe0iLVlcVxIdXPQmHtbd8UZdOH4OAvaZt89O66Zabdfe99+qOO+/VIaJRszMzGjVk8LLGkc4BVtYiuCTh/Haws1sNlPXWdeHMabXyQtcfukH33HeP7r77Tt1y4yHtmp9XiY413rAynPJ8ekptiMXuvbt12+2367obbtDs9Iym2h0d2LtPN9x5l+66/z7dwPht+mYQp8h8T7x+SmdPn9VgY6h9O3fr/rvv0YfuvU+33Hyzrtu/Ry0I5er5U1o+d1IZNmEoduKYQ9Z5pZed9jNELBcvnlPE7j27dzVz3Ld3v3bv3qO5mWkZ43PneDOGjCqL2rZzh+644zbdjT3bF+a1MDMF0ZzTTQev07333EXdHdqOntDKJbz/GkK6BJFcu3xRU0XUjddfp7tuv0N33XGnDh0a/ypqn2jAuRMntXThHEvblzRUSeQ0sNaRM0sgnYjPOQVv5uIoFw6X5+ao3wrk68yp4zp3+rTqPNfC7r3ac8NBZdt2STGT6KKIbXSIvIkFFFlI2AKlKvaA8xlkNoRAK3eoKKrIbxVUeVxqxkeQApax3ipaDNFmqNjMoFYkTz0aRJ6GeiMN5CdCf+rdnkKI9FALczNEMTMt+0d8fFOiyJVNdZWxNmIdl7kGfHNigfMdjvCbKEPqxL7yJwQqFJWbMv43ObnqkHE9RJVcG6VyvSFRtcfHnBppzKXvr/ewY2Jx/xCCYozKskwFzvPEGRCPEALPX334h7qqERbRbwpnatvunWpzo2NldVGn2LdD5u4bDKwEtw1MOitZVcik2PpqfakkIfDtRMB72xGuPq+Ndrx/5md+Rj/0Qz+k3//7f78effTRZqgQglq+JjkzQSFpHOA//If/sD71qU/ppZdeaqJWvi5cZ512mp22Iaezs7PN9eIyjxNCcLOGQDpT8xpUcr27f87rnVOL8+7rNhZfbwsLCzKBCSE0Nrivx3C9xf3s3JsY2Em33T4PYTymy22X21r++l//6/rsZz+rv/bX/pomOPjadt1/8p/8J838nnjiCU3IlQmC7TIh8Vwi1/WkvW3ZKtbhc9swz3ue7ff4Jg22yXZbl8mFdbmtbXOZ65x3medkXe7n1OXWaWxc9+qrr+p3/s7fqR/+4R+WbxS4jcnJL/7iLzbvZT/6oz/aYBVCaIjlRI/HMJ5u7zEtzu/fv7+ZryOlnt9kHNdZ3M7r5bzt87nnZmwczfRcJrq9X7zuttftQxivg/uFEHi/ql0s7z33d+oCj+vU2HqOzntOzht7pz73GrvO4n1hbKzHmPrceiw+d7nn7rzLvCYWr4XXxeUmiSGM95Zt8W9lWLfLvQc8D7f12MbAejw/542BsXCZz11u/bbXuk1aLdYXQpCxd52xcB/bax0ew32N44SUus7r4PoQQnPteD7WlSQhkBD49iAQvz1qfr1avvV+IfCiymtsharmX2hEXmBNOv25uXLYvHCYKPlFT+2u8Ggbh3nQONIFzmdQyKKqEDVSwLHOqC/U6s5oYcdeTc9vV9aeUuWPZjrqRxRp5dI5lUQu53FsD9xwQAvXHVAbMjeN7L7xFt1w8EZ1cQQcXb184bwEccQ8/HusxK5WDOoSacuIRA37Ax288ZBue+AB7bvxRnW28YbPnfC9O3cpDmqtLS5rfWVVvHNYhfJORxGnQO2WSnQMibhFCIaI7Ii+OURD6K9wMqSg9V5PrU5X+/dfpxtuvFk55DRD97a9e7Xv0EFdt2e76sEq41yUBj3GwUb6S6REy3wXen1ttblLeyP27Tl0oxauP6i9N9yoG+/F3GC5AAAQAElEQVS4W/uvux68pPNEO8+dv6AekdX29Iy6jKG5+WbOfnOIOA54Miq4s92emhWgauTvuhItPg/pXjx3Tu0sah8kdnbfAWV79qq794C233SzDkKit23bodFgiJ2L0sa6TKQqf4S3GV3Nw5t5Ii4IPJVgHD0XiKyI8K1AjE8dP6qVy+eV0fiGm25iLjcpbt8jxYwmIw0JX0byQVGhCqrAGa4NEZdySGaGBAqa/WbdGj/COLnq2dMOrMNVhc15JjaexBhfLYFyH5PU+TeEHX7lxG+m82Dj/e0379dff11r3InfYD3K5WWdeuU1+aN8EUMWaNfBOVXNnNg3/cGIbRU00fdWaYV9dSNq2gGHLPUVC761TJZlCuGt52nNrrftznuudni8n+xgjCDTUUF54Nk6uCa27VjQrv27ceBzXb50QaeOv6b1ixck9jJLphxFFc63CTYwNHOiKB0JgXcEAe/dffv2qc37ga9RO8SvvPKKfv7nf14/9mM/1hBJO7uTwU0AnF/gNf6LX/yijhw5It8ksqNtHa6zIzwYDGSn3FE3O+4u9/VhZ9pj+txOtVOX+zoK4e2vMzvfJgvW6+vL/SZ2Wad1mOyYGLjONrje16HPLW7jth7feZd5PkeJ1LqvI32TORiDZ599Vo888ogu8VrltpbJXP5/9u4D0LKrqhv42ueWV6ZmJpPeKyH03vwEUUSaCEgRERALigJ2sCCIShEVEKRYQHoXEQRRJAioCEgLNQHSe5nJ9Pdu+dbv3OzkgSGJpDCTnDdvzW5rr7322vvcu/5n7XMeGXTSjz5V/1JKC66V6/zYRl9Ef2X9fVaoA0qMW0oJ/bQhY5lH5A+99ctsaGML46/Om8fW7Qtf+EIAiG6A4jGO/m4G+I6sYxmHHLqJvhnPXPHrJ4qnH9kHZ6TUn72SB3SMSQ5dACV9rDF91LG3VJkstGHDhvysG7bz0reU0vo8H/jAB+LVr351nHXWWdgCH5m1r3VjW4CrZcj/tLF1ZttfAMyY9LVv8eMhx1h0q/YzZ/XmIV/rK2CtdiFYXzzsSi91HmvxPSVvjsaWNzaZ+rNH1cOa2lvkI/LsTaQf+5uba+hv/uZv4nOf+1wYl43pRp4xXGfmqM18kL1rTPMhq6POAp0Frh8LNNePmO+hlPyAzd8rFCjFl+okveN0KUej6KVDOhjMxaA/jCiDiHGJpaTxtJcxssj2iGyJXjOJSULOyJ/snY5oEyWddI51KSX67kCnx7rjsi2x+YLzohnvigP33xirNuwTMZyL5dE0lie9iP5irEqgurh6bfgicQdy+/YdMU6gOZk0qVeJXgqdT+rlKIcfmWBn46ZYXh7HZdt3JuBZjkh9e4trI9Kzn6auu7YvRSTYmqS24ybnkNG3pQRrS+kxJ0vsTGCdnkvkILGUMpczcrUjaZSgc/8EhAcdfkRsPPCACJG1bdtjdOklCaBznLl+bFy/KmL3zrgsnfMd27ZGColo0i1P2Tu3bm+dml72OzAB63yCwFi1JuXMx8SLlubXxvyqtbFx/4Nin/0ODC+bmaadJ5E6pq6TzVtjewLqXekcjVKf/CaPKP0YRxM7s7yUyrdffJsvjeWdu2LDmn1i3aYEfjn/NGbEtIlIiNCsWR+r12+IUpq4LGVuu3RLREacB0MrN4kSM0rmK35Lm0uLNdMU0USkjbZffH6c+c2vZ1T57DaS6m3FByQIHxgzgc9oaZw7oBe9QcotvfyCiujlmKlw2iv3UpPlBJtN7pXcAJFoNK09XjH+JCJ1+VbKqva3Sd4UkHOfJk2yl3sYk7at/jdrj2z/TjT9lrYSvYy+r973gNi46cCYpm3PPe/C+OrXvhFfOPkr8ZnPfT6+edoZsXP3qH3Jz+q1G6K1afI12U/kPvKnxExqafORmqXNIjKN/JlcTtGWWw2zGW9cDz+llCglNci9Spwve3sCKVdSzymQllKi1+vFoNePXtpj2J+LyDQXKXprVsXBRxzagk43BS5Ih+vSjGTH5twzCVATYedlshzLCTrzCsh+3W9ngRvPAhziffKmm/SDH/xgiJI1TdOCBFqsy0gdp1f+wASqa/IG0XA4VLyCgCD9Ocr7779/cNw14nNdVNCgr3rySymy+TUxasfy3eRaAlg1zCUg5mSToczRB5g455z3iy66KIyrDZUyk8fpV+bII9ctuepcr+o47kgdAjCPPvrodu6Oqv7gD/6g6paAa7oBZuZoTHNqG7/tP2OXUvKSngYwpBl/v5/fX1kwB2Ck2iOr2l86ypgzG8rjBWjkkTHpr5790AF5k7aU2bz1/f7v//445ZRT4gUveEGwNfBItvGRtSTLXJXlrb31Yltla8zu8lLjGZcca8EG9LIOeNSZtzy+Umb6kEdHbdJ3vvOd8fM///PtzUb2JJdMe0s/fGy1cl3Ygg7WG48x8K9ZsyboUcGhOnqYc+1P/ubNm3VpqdaTab3J1EAHKfvpY38o77fffrEpb7TLV7IGbEWuY8h0owfd8Vhb8pEyOxnLXsCzPm/aOCXwx3/8x210nV3IQFUPdrU/tJkPKmVmU3ue3I46C3QWuH4s0Fw/Yr53UkrJL5z8fOCvTgrn+HJvOAHNOEGGDy0RkGgd0mxLlmm6qUvRT3ARmUPLWUoYNBln1DDd0CnwGS102K1oeiXBZDoGjiZuv+zSKBntXL1qPsJbRBN8TQcLMelnOZ35WL1PbEoAtnrt+gxu7kqHfzlG4xKT7G+0HCaajDANUqe+SGA6zjtHkxisWhO9udXRKtbMxZrVCbQS1JXeMCIBwiS1nPTSuU6AC/A1C6uiv2pVlLlBpKiIQT+m6ThMkr+Zn0t9+rE2P8T9TceFDRsjMvKI+uvWR7NmbUS/F3OO6g5K9JqIaYLiFuhF/iQaOj8jlk1/GIOMkC7oW3oRy2nDMohd00FMklZt2C+OucUt47hb3iocTY3hYqo/TAgzCPo1g7koaZcymM0heoNs7yfuWQgANUeKSRq5FyW/1NZHrN0n0ggRZRCJZhMYRKarY/X6jTGcW0hnaXds3XJZxK7dEew5HVM8KfVq8zXNeoZO28bS7tiWkeazzzg9Lrn4whj0pnHw/ptivyMOi1hcjGnpt+szTt7B/KpoenM5aBOjXJNerxe9polSStZNLqdpzn0canLgmOa/9Hoym2Mnx1X91pZpNIlfSwDgKf6qWLOuSfrfv1WGlon/UlYqG5FrtP/Bh8bhRx8X/q7n6gTni+mo9gbzsV/eKDj0iGPi8COPjfV5YyNyrtO8mRDNfJS8sdBL3XM1ci7jvBFiTmiS5UlKn1HklVAq5bVxRT7rsnuryXX5j3NTndRSSrQ2T7vHt/00uQ7apKXMrF8mkbpmPssT6z3ox2DffWL/AzkwG6MkyNx68cVxyXnnRLihcrn+y8nrhEB2j+6ns8ANZQHOMtmcdHkRGk704Ycf3kb2/vzP/zzUc4I5v3hdD5xmTjonGmCo9ZVHWbuUTABNHrlG9HFNIXWIY63M2UellABYtXGuHRclS386Akyc+cFgEBUMiNbh1wYwcPr1pb8+2uheSgnXKVkVbMXlPxWMHHTQQS3P5dVXJHQji64qgZI6V2WkDakvpQTwpJ5OIo7sTXdEB3bESyd2kKcXGcCH8ape9MenDgGJ1gSfMfQxHhuYg0ilemCITODva1/7mqqgjwx9pNaPLgCWMgL6ASV5+hqbXZUR+1fdlK01ufjIU0cXKdlf+cpX8gb2chsZF5GlL6KbKDM+ZIxh3swQXdSHTPXGI5vd65zxWmft+rCf0zR0IZudADzt+pFpX9uHgKo+9hYdyManj31jDPKQ+Vgf7UiZXHYmj2xytLGJsjwyhrGsjfJ5550X1kbZmNbQHOTtMbqRYX9UfnuHHsorbaW851CnSWeBvdMCzd6p9pVal5LO5pXFmfPZesHj8AGjaTpNl5lnmSAqmkGUQQKi7Lc8GWXz7hjErqSEoGWUQDAZEwxWX7p1SrMqGRNsjWI8WoqS8uZ6EasWFrK6iW0Zbds57cXOrN+xK5nHTfrzq1OLforph2HHpRclgcw003FWTEbT/LLNtoxqjibpwidQm8ZcgrFeLO1aihiXGGdEdOv23Ymtxgm8SohabksHepxQYFfqCKTuSmC9KyO5AM8oR9uZoGtHptszgjNK7UZNLvFwENHrRxokayYR/SaDQcsx3XpZjHZua0H3mgSePvyjlMCb4mPzlu2ZH0RvLsHJ/Krs37Q6RYKVGCzGOGWPm2E0GeWMucXYmQPuSNqeTr0IZmS9KOau0SR2Lue4Sale7MgF2ZYD7EobXHThxe3zL2wyTjuYd0yaWCqDzA4j5lenDsMEp2tisLCmtRkgOE1ZaeCcj980fM65XEHqkizUdBRbLr0ozjr9tLg079Kvy5sExxx5ZOxzwH6RwmKScnamPqPSj5LAeJogjLTsPfvNQpO5JkoGVZdja4KWiy+5OLbt2BqTlN3usVyDac4ZRaZXUCo4TmDjSO4089OUMU5Z0mh6EaUJP7P/5b4zTXPNU+GWYdL+Hykx13GavQldWB0HHH5kHH7UsXHMcbeMW9769nH8LW+TNwNOjP0PPTzmEoQWa5g3RkbZZzyNtFZKzO65qnkrY5raTbMyhaXOuUGyPGmpl5woR0stZnVXzjGu809rwxVSOCAcCV/82qa5PqWUKKW0XMqcEhFp65eGiGyMkvsxL+CInNNw3do45NCD44D9NsV496648KxzYscFF0du4Oj1kiEj35O2Y3Q/nQVuMAtwlglfkzeA5Ifp4JdS4od+6Ifi6U9/ehvlc/QRD+fX3l+XUU5OsjzHWL12+76UIhuOo37sYx+LW9/61vEDP/AD8bjHPS6e8YxnhKOUrh39Sil50yw/kNses/+AiVJmMnbs2BEf+chHwjOIj3jEI+JRj3pUPPaxj23Ln/70p9sOnPJ6HeL70R/90fjQhz4U7373u+P1r399POQhD2mfb/zVX/3Vtt7Y5tp2zv98pwAIwIxrOauCDo7ZGu/ud797eEZSPfBSeT772c/Ga1/72rj97W8fD3jAA+JJT3pSvPCFL4xPfOIT4dovpbRzk9fX87DPf/7z46d/+qfbZy3p9ZjHPKY9Sqmd3RufD1lgm14vP38zTy8gKLNttPIP/uAPQr8f+7Efi4c97GHxj//4jwFYlVKCDHyllPb00j/90z+1QPx3fud3whyBRe0vfvGLWxnWVWTup37qp9o5ON5qLclxxPNVr3pVO7973OMe7XO9bGhNybAHpNaolBLs8i//8i8hYmeNHvzgB7d7yJFk4A6vI79/+Id/GJ6NffOb3xwX5402oAkQNp/Pf/7z2IIdgGLHuh/96Ee39vrZn/3ZoOef/dmftUeHMZZSAtgG0u51r3vFD//wD4d98b73va/dIw9/+MPbtTeeSK8+n811e+UrXxnPetazQp+nPOUp8fGPf1xTVPts3769XTuVr3nNa9q53+IWt4g7c9BDmgAAEABJREFU3OEObVRW1F8bYi+pSDjQaX3tkze84Q3tPO1//ez90047DWsAmr/1W78Vt7nNbeKkk04Kx6Gt6aGHHhrs8KUvfanlsw9kyPJMNR7t6K/+6q80ddRZ4Jot0HFcaws015pzj2ScOb+l6paO9LTN5wd0Oqm+oKfpPE8TfE097wcM5Iz7pdeCrOX0upeSb5SlkpCzl6CjX5poSkmaZm3EcNCEn2kCzeWlXe0H/9zcINYsronI6FhkxG73OGIpcsxkXU6gGBk5jLl+LI92R69XopSkBDJNM8h8P6NbEeMEK54B7K1ZSDA1F6MyjW0JHHekrsPVKXvNYn4o74il3ZdllGZX9Ev2SX2BrQjgqIlpordezqnf60XMDXOsYZTeMN3oJvtM2qPC82WcHZdi5+bz47SvfzlO/vxn4kuf+0Kc/IWvpNPylTjt9DPj4ss2h6BX6Zlp8qcuzaAXo9RxkqB8MBxG0CkjZqNknKaNKrhcWk7+tNRSAsjoD2LYn4t+mYvRJBUu/Qh90h7L0UQ0vdRvEL0Ek2mIhDHTWFreHq34VQuZzkf0FiOGq2OSAHZX9PNWQMQ0/42Xd0aTwH6QcnqliUlSULhMKB3Tgq+JabbPKiaRixWxfVtsv/D8uPT8s2OSkc79vI32mGMj1m2M7Vt3xjIZOU4vdfNFPM55LC2NUq9p9Jp+ykhpuYfKeClix2WxMyOkWy46P/tumzk+MckbEOMZxSjCn21pKfknGYVNvafLu6Pk/plOllK75E0tU91omCTFfze/2bXt1mS0e8fOXbG8azki7TrJPdYM56NZtS6GCdDLYC730DjGCayTISI1mOba7B6Nc46TLJXoRYlv+clrIjdXzmUaicva1mKeaIpz4r/LST5piswfpS6tDVamWc8+KSNairTCjKIpab8Ul7LHu0ZxaUbWz8lo9Olf/1qOn7Yru7IxZV3ef7xreyxfcl7suvDsCH/6Ja+bKE2U/nyMc9dPlkvkRRX9jQfEfgccGE3OYHPeJLhsyyURk+Voer2w1qUkX0rufjsL3FAWmOTNKKANIDEGR9/RS47yb/zGb7SABcjxrKZ2zrJUPynAAcTJ27MLeZMTkODQ3+9+94sTTjghgA/AQrQUMHvve9+LvX0cwndgW/i2/4AIoPXe9753vPSlL22BxUMf+tAAvoAOwEXEc25urgVXxvaMnUgYUATcvf/97w8AFKAx9m//9m+3zr6hyB/ldamfMv3kzz///Ojl9SfyBowBS3V+AAkeYwBWwIXxRQcBPyAC6AU6yUQArZcOAe/PfOYzW5AFGAEXwDSwKsW7tLTUzmWc37HGUQf8SYFKABdYBFKs0WmnnRZAFXuWUtrPDGAp8odeyPpYq5V21s+biEUtjznmmPiHf/iHFvywU3ZtASyQ9uQnPzmAzZ/4iZ+Iww47rH2x0i/90i+F+eADrAAu9nnjG9/YAqyXvOQlLSAElI1x3/vetwWhAJ9onvk6onyrW92qPWqN/znPeU48OoElAEauvfimN72pBYvWko760Jt9X/7yl4d5mh9+a8d29PI8JGAMeAKodADYkHk++9nPbkG6dXFcuPKLjFt3e8I6s9kv/MIvBBtYXzIf+MAHxt///d+3wJd+xkb0Fblk4y9+8YvhenniE5/Y7tVH5I0S18wrXvGKeMc73oE9HH22bm4E0AFQZVeg0o0Zf/4Moznax0972tMCmPeCLnay9vbaU5/6VGwddRboLHA9WaC5nuRcnZgbrC1xUcR40jqrnPfS9NrnM/N7LpqMyg03bIhBb5oO9VJMd++I2L01OJzAwzQd7vnBILaNhgkWF5PmEyAOI6aDBAfT5N+dzuxSDBLQ7Ab6euMYrF0Vk3Rpt2dUMv2InFc/lnfvjIW51ZHfR5HYMlatSic2QVqMtsd4aUsMe6PYetkl7XHVbIkovegNh7FzsivGvRxjdGns3nFRLCQw8GXflNSh14vYen4szi/FwnB7LM4tRcnx16a+a+cWU9ZSzC80USY7Y7xlS6xKABFNPzXrZyRxHJMEZvsOB9HfvTt2f+Or8dUP/1N86b//LS467+sxWtqesrLveJjyN8ZBhx0ZiRJjlPKbxdQw9YrR1hiPtsXy0mUxSKQ7SsAUSzsjek00C3OxHE0sJxYbJ9F5spxgIEFlk3MYR6SNpsk6yMwkUlLsHvYTACWYnJ/L1pL2Ta5JZnuTnMcox7kkx9udGD15Mso7Hg9iy7gXFyVAG6W0HbsvjcF0d6wfjGJNf5q4b0v0EgCPUsY0xUzKKOdeQhR5VEpMMtocgHDOf/vZZ8TSeefEmgRARx9yUEb7johY2CeW5/eN6aYjotdfFdk9aTn6CbDtjaYX0RuUsAzeNpwLGbHlgthx5jfi/FNOTqBzQaxbtTZtM5+WKBF5YyFyM04zWvylT/1nfOLf3h/nfe3kiB05r+z3tc98Ij718X+Li88+LflHCW/HMclIdROzn5QQlWY1/td6JdV2qVopipS4uHZdDBYSqOce6CfIjIyWRxlEP0En4DXMtDdcSKF6RgwHvVgY9mJ+0EQv/5WUQU6UJkIkvD+YpaUXvbxp0E+NKzU5Rklq+XpNRK7PZMf2iATWrq0tZ38zPvexD8Wpn/5YTC4+M2LXxXHB10+Okz/5sfj6lz4b27ZcFLmBww2XnXkDYCeg2vRy/rmSCZp7ecNm9WAxlrdui2988TNx2TlfTtkXxniyJS5JWzphsLT5kjjj4x+Kcz7x4bj07K/H8mhnjPJGwc5RP0Ylb1YM9o2l6aqI4boYrt0Yc4urYuO+62LrlotjvH1LTHKdmrx5M83PjpxA99tZ4DpboJTSyiilRCmlzfuvaZro9/sBbHC2RYw4zsCEY6rAHceXgxv5c8ghh1zxvBnQxunfuHFjAKrZ3P56Nu+kk05qo0hve9vbWsDx2te+Nm8gnhwiY4CaaJZI4zC/a9pO+V8vP9CMldkg15tj8QOOb3/72wNg4+h7s+y7M4IpagjYiLbqQ19gTb3o3Vvf+tYWBNHhXe96VxtJohteIKWU0h4pnZ+fb48Pq69HeOVLKXlfaxrAFlBRdRVpAsBfm3MSwfvkJz8ZjqgCB4DBn/7pn+oeg/w+lAE0Tj/99KC352J///d/v31hDgDEboAwPutg3uxgXuo2b94sCYDFs34Pz6jdv//7v7eRPPOUJxNAKuXKda360oEsdmwF5X/HHXdc/h/Blv/8z/8cIpsAuT2g4XnPe177MihygbvnPve5Ldj88Ic/3AJmYBSfvSIFhn/t136tfU4VQBQdFcm2P0TjrIO3H+O9293u1kYfb3e727W2/77v+752XQE07fagGweixYCm6LIbDmwmsiiq+6IXvSiMgx/QNL+qu77W3joAcSKaxgICEUDn5gCQi0eE81Of+lR89KMfJe6KfWwM+4Zd3vKWtwS+P/qjP2rf3Awsi7jS1fFmY8tbA/vafmErNwfYkq6uGzdh2MpAd7nLXQKQBLLtAWBWFBToJBOPGwL2vLr3ZdSWzr/5m78Zf/u3fxvApuuD7njdNJKi5fR36ONmg3JHnQU6C1w7CzTXjm3P5kpf/woFp+k0T6MXkc5y5I8v9+XlpdidUZEWNI2XM2oyiWE6AsNsb5J/aRqRNz9jMsrMNCn5t6dTe9E5Z8f555yeYCjBVqN+d0YdEwIl2hQFiwQ0gx4TjjK7FLuSbbQ7+RKSxVyJtWvmYzzeEf3s27tcSR+awElJIDdJmBslwVqMIr96Uxu/xX+RCChKM4p+grKYLkWkXr107iPHblJWA0j3I9Yn0JjvDyMms36llBgADRkpiosvii1nnhHTrZfG+vleHLT/+jjq6MPihFveMm59q9vF0SfeNnrZd9qUWM4P0XFSpNxE2dFLUDI/N8jhRjl0zikBeiThmcY4+ZdimvYa794V2T27sMMkpzaNhCsxl/aNtE0/Aeqk38RyAqzISFxs3xUljW2+iekSSOTcyjjSHFHSMYvBXKRflPMvUQqu5eix0XhnjBPYjHbsSFwziYh+RNNvo2RK48yNs1Z+mmlEiVQ8dm2+NCa7t8fqfi/WZBQ15oaBZ8e0H2PP3kZEkxHMPuCTLYNUpFciEr/ErrRhP3VvRV12aUaJL4zVOacN69bGfEYRJ5MmprkeGZpNgHRZfPXLX2xfvnTAvhvigE3rU8hyfPNrX84bCltinzWrY93aNTnaJPuM007jzH93v6net3VssryS0jbscwWtbEvW/CWjUsTK9v+dL9leKdqf5CmZSdqeNzyaXubT/lvPPyfOPO3U2Ll1c8znPmrmkm/71rjwvDNjy8UXxFzeBFmdazDOvTDOKMNwOJe9oqXI/R1p/0hh8wmO16W9Nm1YG+ef9Y1Y2nxB9PIaWrN2MXq5jiWjxQvLu/JGy85YuixBZK5v5Bq6tqy9x4xHrofcn+TtzhsCu5d25F7bHb0co0m9+7nIrpPUkPIddRb4nljAcVgROQ65KBElgDVRnwMPPLCNNHH4AZpSSvt3OUWaPAPIicbfaz8wI0T1RKpKKa3jro2j7LoAHJQHl4M0YBQIcfRSlA0YK6W0UbFjjz02gERHRkVU9UOl5IWTGYDgiCOOyI+9YZQyqxNpFWEDYM4444zkiqh6tYWr+Y/jDghiAWBEQR2lvec979kCFN9NwK5oKjBNvwqc9fn1X//1eG2CU+3KTdO0+uPz/Q/cS+vc2aOUgrWN7CoDtSqsh7nIG1ceiNIXyPS5pU2ZDrWsrpJ6c7euXizE1qtWrWqbTznllBZ83fa2t22PxAI/ZAD1d7zjHdtIqMiv6DNAyTYn5c0F+psf2xNkfYAeETk2UW8e2sijuzxbyKurZS8xAs4BPfui2p6ewOP69evjtNNOC9HnYd6wsAeQMR/1qEe1R2XJEnm1D0UMgWPzBXAXFxfbfYRHJJ+tzIl+5KgXxaa/KKn9ro7NyLKHtQHjlb+UEq4B0cr73//+7fFbfRAdyDBXOqmrZO6ugVJKu1/Vm5MUUDX3+9znPmFcdcjaiBzLi9CyPT6y5M3H9WKeeDrqLNBZ4NpZoLl2bHsuV0kHcqV2peQXCUrXMppBrF63MUQURwkMlqGITBOxxDQd1mmWV6VvPp9eam+0IwYZMYyMqk12XBYXn3tGnP6Nr8RZp30zeZdyiIQpGTnspcV82LQf4AnAOMlzCTAXU4/F/iSjRimsjCJ2bI2lHGMyWc6IUkngSMQoJo5mTrMugY0Pr6z9lt9WdTWldY2jDIbpkOec0kFXPckxS7Y1SaXpZ0R3nDLHEQmkIznn+hm5SiG7M4pzboLN8y88r/2gdVfwoMMPj7VeHpRgMlogNc2o4iDBYT9KOufTpZyjs6lsV/oZWc1ZZX1JO7UIrCmJo5sYJuBck/qvSxpMc+yM6Ja0W5PUT3A8yPZ+2iOybWnHtjTpzoQ+KTsjajHfj9Vzg1hIQDJIfddl9G04WEgAO47d27dH3paNDE/FfE52n2epNBYAABAASURBVDJI8Lqc+SanNo3Jctov169petnaJAzqZzrNNFrKwpW/JbPZbcv2bbGU6zaYm4uFtWsikWICzElMRruilyCln2y9aZaB7YzkjpZ25VijSHwTkdHtAIJzHpwWDseqlLHvfpuiSeC6nP2muQ7TXJMzzz4rzjz73JhPx+LgQw6LGMzHJRdeEudffEkMEpw62jm3em3EtEl9RjFu7RwRsXf/LOZ8I+cXGS284OKLc26T2P/AjCQffEjaYBhfP+302LptR8zljZE15t8bhqlPrM/lU59Kc10lFrJZGIYjVJyLCy+4IC5NG0ZMY5B7MqLEKMea5ro0udedQJjPOxf93jgWeqMY5JrMZaR6Mety06UOTfQSzI4ymlpSRtj3vcimSe7yaXQ/nQW+lxbgKDtO6LtAtAcAoI9jgtrkgRIp8jyaaJ7olCgOB7s65QCBiBcZIpT45/Jzr2maKGV2wfXzulGPgKsf+ZEfkQ2fbzKALmDAiV/2magyaTQaBbnr1q1rj/GuXZufZVlffz2Dd6c73amNzgITK/tWnqtKOe2bN28Oemr/cEb5RNEcbzRH49FfmzHYyFHkCuA8j+ezwjOxPi/oifCzB7s6ggx0qEPqer38EMiC1HFPUUOgFtjRL5ta0GT8+93vfi2ABSTpW9voRRZSV8lYq1evDoC5lJJfaXljLG+yagcirRlwzub46KDNOgKO1ghAs/6DvEEgeummwyMe8Yg2Uo5XfSmlff7SMVjzr3qQN05/gRw6Kmuzruaqv3U//vjjo47PZvYZXsBTvT2AF2ljc6C42qCuMXvZD0cddVTUPuTZL9bM2G5CqNNXxBHANxbZ2tXRWRkgZgf2wUNv7famaD8QS45++OmqXn96qkPGYycpOaXMroFhgmi6icSygX2D33V1WgJteTdUTjzxxPYZa/3VkVXKTIZyR50FOgv83yzQ/N/Y91TuSfgYQDSclJxWk18opR/rNm5Kf3h17Erg5EM7Q44RCZyGiSj6CfzmYxTz090xn1G0JsFSLG2P3Vs3x46MjG3fcmmCn92tw8pXNYgPXV8M43Rig5Oc1EugtaY/jTW9ElHGEeNdMU2gNR5n3wRl8/ODEKHppSNcAM4EOr3Lv/Ci9KKUEiWiBTml+sA5h0m2Nb1+NvQijJc85XIGM17OsXdntGg55cXScoyWdsY0oz/JHKMEu5dtuyx7RKxJJ2Gw334ReedxvDO//LZuTXC3JSIjuYDCXDOIflJJMBSTHG/3JNvGsTC/JjFX2tKfewFGU8uSQFKEaT6BdD9t18s5L22+OC654Nw03dYEo5PoJeCMnHukbk3ylQTDkyTlSPAWCVB7WS6Zzs+vikF/VSztHsfObRkiTmAQKXc+2+ZaIJ9T0CfB5jTnOz+/mNNYHdGba4FHyUhlTEtqlnomq98WzKRe1tmzsaOYhnz00o7yacthfiEPUs+S4EUEuhlmW/bpZ136Z4Hm54cR7J2h682XbdEz9tm4IfoJnKY5ZpNrg7Zcti0u3bwl1q7fJ447/sTob9gQmy/ZHGclAN1v/4PigASga3MfRpM3ERKcWq5ebxB7/08TZTDMCO7OOPUbX4/zzr8wFhbXxEE5334C7gvOODtOP+PMWLth3zj2+BNyH66PyJsX/Zz7INcvr5Tol5SRyxN+Sv7XzGhOhHPTphikzbbnfl3ati0bZr9N9m9ybZZzL04cAV/ennJ3R9m9LaPgWzKCviPCdZaRzdwYufTT6OXaD3spPNc4mWOa+6tk/5nEK//vcp0FbmwLADSAohejOK44zs8mTjdwwpnm2HOuJ/n55xjg2gR7wBg98Tb5YQUMKXuBCkBzUkbFlOXx6K+MV4o49G9961vDMUIvovnxH//x9iVAjhkCCBx8fMjYvj/J8R2oDrAaJRCtY9NpKYEVvVeOg/c7ESe+ggSygVX61oiTOuMY47LLLmsBF3Chjn6Vz3Oajs4+8pGPDKCRHehTSmmjxKX4cIkgj27GNSd6kU0WwInUsZvU/IBh7fr0E7DXfuSUUtrPlljxg48dhglsEH9BisUaOy7smUyAppQSpcwI+HG8VbsIJ3uT5VgnHUVbyQDIpT7TpCLbdDGmMqKjdjK00VsKSGm39o77isA+/OEPb6OtopfGF6V2hBlfJeOvBO72JGCqnWzjlFIUW6K3OWvDK1Irr/H8888PwNc+JoOe7A5gi5SKvIvie04UP72RNbF+bjCoXznfxfRtlOmpDbGB60ffUma62VvayHFc2xFd+/7II48M1xwbO1kg6u95UboB//rYp7X/ynG0ddRZoLPANVsgPbBrZtqTOZqMaAS6XMkS/qVjX9KhbwaxuG7fiOFibN25K86/4MLYcdEFEbt3ZGQvYnUvHdEEmE06rU2CnMg0tm2O7Y7pZf38sIlDDtwUi8OUleApoolV6VDPJehZyi/ay7Zsidi1K2lH9Dm32SdGCZq2b40dO7fGYC7HX70QC6vE68ap2YwCCEsHeJzOdkQvIuWWbG1KZq/47YUXwIxLP9PkaZKyrX54TqYFVoz+YC7aD/J+k8B4HJFArkmgBpj2B00MFuaj9HKZU9/IO9Ylwdtw0I+5xYWIjNJdtjlB6XKJQfSjlxT5f3aPmA5jfUaHJ+MmRrvGsX3z1ojtOTcgNe03MM+dl8Vk25Y46/TT4/RTTknTXRz9MpnpkdFC81y3dnUOM4zp0ij7b4tIp2GaoLdJOb2YxvK4ROkvpI5z4cs9JxCRoGAuwf9gvCN6QMHO7THOGwC+1Obm2HNNZKeYZN9piy6bAACj/gCJqMl5zc/FJOVtd6Qy14V9okxiMU0yN017JUhPQdkz87u2x47tl8VSjleMi3Ld/e3VHbt3hejmYJ+NrX47E9hPstdFl1wal6QNR5MmVq1eE2UwjF2bt2Vk89LYtmspDjvq2Ni46cCIrI/xNCWWvAGyEE0zGyFF7OW/TWzLa2v38iRWrVkbmzK6OZc2Gkc/578ca/bZNw4+9MhYt/8B0eTaLSXgnuZ+n+asvXCql2nekwlrEvWnyUw6dk06ERvWr8sbGTuj/durWR3Zd271YjQLC7E99+GyPbj1kojxzij9cQwH00wnESX3W65RXHpRLGXU2rXQz/0epeTenoYfw2RJtqM90wI3G60cixQN8lyal+I0TdO+HMZn4jCBSymljZQBWpzr6nSXMtvBpcxSbYy23WmRzJRS8rNxGmRk8Ypfz7qJFnpWzltEOfp3vvOd25fkeMPrqlWrWnBnfJ30p9NyfodUp9v3Dqo8gFl1+nv5/abfNRH+Uma6l1Ly63RXDAaDWL9+fdu1lJI3GBeDPkACp994dFizZk3L4/nGxzzmMe2bc/UD3oFoz+KV8q3zXzmePAGllPxYKN9iI/K1mR+gI1/Hq/18HwE19NVeia3Yia5uEAB3dNau7fDDDw9RWsdaAdDTMqrmeKc3tnqOUv5nfuZnAlDVB9CWsoHUHpDSCxiquhpPPap19Fe2H+hL1//8z/+Mxz/+8e1ai04Cvo6pPiIjqGznpTs1UqkvqmNbA+VSiqQlbeZbyqyOfpWPjqXM1tD+0YGe+O05EWrztefp5aVBygAne+BHdV9X26uz39hfnl3l67zVraSqTykzHUspAbi7KeHlQm70sD09Xve618W73vWu9uVOjvVaL7KA12u7r/F31Fmgs8C3WqD51uJeVkrgkN5jtM5q+pCzj5KIaNKNzS/saPoZbdo39tn/wJjLqNTmbdvjjLPOjAvOPjO2XXxhRjIviQZQHCVo9NKTrVti84XnxoUXnJNffDtiIb/o9z/44ChzcxGjdGLT2W0SvM6tWhPjZhAXXXxpjM9LAHvploi8+xwZHYsEK9suuTDOPv+82Lx9W6zduG/Mr1pMpSatWiWBkMjkOKNjk2YY05JLUHpRkiODrtHL9shxIucwjl7sTiAzniZPU5Kj/pYovblohguxI4Hd7ozWRK+Jwdww1qZT349p/luO5QS2iUtj666M+OxISnmNv6c56Mf2LZfE1rPPiG3bdgQsuDyOnEKJANQT5MZgGGs37JcmnItdGd0ErJYyige0Rs6zByX0pnHOmWfGheedH1u3bI5J3t1u1U9YlQpEmFXqXnJc+kV/EJH6lQTwc0lN04u5VfvEuk0HRC8BxMUp47Lzzo5IwB/jjFgxSK7JrksuiYsvvjh2p/zhwmL0E/CnASLYL+UbLi3EalF/pk0JFfPr1qTsudiRkdPzL7koJhfmeqUzNs2o5SjBZaLp2LXl4rj4m6fGV77wufjS5z8XZ595WuxmsxQ2TaDuC3KS67u4Nh2cxfkwN88Jpslinw2b4qijj4m73O3ucfwJt46F9RtjPun4W98+7n7P74+F1esi0oGKSUmrNWmC3EulCT+7di1L9mryRb523T5xzLHHx4m3vl3s6yht049+OoOHHn5U3DLr1m3Imz72VM671x9GXgntnIfplJbMoWjSJrmfRlkej/NamyZl3ZqUs7Rrd+wQ/Z4mT7b3V6+JhbVrY9rrx+Ytl+b+OyNG550VYT3zxkLkjYVp3gxazmv8rHPOzv09zps+62J+YVVE7rnIi6KUkruzpLTut7PA994CXvbyuMc9ro38eG6MRsDTrryhyaFXHg6H0ctrZvPmzXnf7jJV0e/323QhPz9lPHcHRHDmlefyu6vyKFfyMhzRLMcgvezljW98Yxvp9CIYkS4OviOGTV6Dtc/CwkIo+yxURxcpR1wKVKkzvry6ayIgqM4Pr+hlKSW/l/LmZFb47BVdNKbjrcYyH/plc2uvd77znQFoeNmOFwp5Y+2jH/3oEDmmL75SZtc6OcorCQhTBsqkiD19tslbg2p7ZfOTljKTWcosVVfJuGjDhg3tc6J01gY8ih7T96EPfWh4wRBAc8973jMckfZnYuTX5uebebPjpk2bwjqyFRl1bZUPOuigdk+oZzupOVoH+UrGr3XveMc7QgTcM8BAufX30iqRRc/OGoue7AE8kmH+5l3tbgy6aWOnJd/NuT+VgUmpqKaUfa0bfrzKZGkT1XVEFrnh4hlQz1Aqsx0d8Bm/lJI3D5faGy/qyGNjeTLNsZQr10Kb/WNM9sanrqb209lnn93a3ZFkx7i9ZMgznY6HexGROvyuK7YwN7KMpb6jzgKdBa69BWYe3LXn3zM5OacJPk3G5037kVN6EU0CnP5c7HPgoXHo0cfGQkZgPAtwdoLOMxNgnHHq1+Lic8+KreecE1vOPivOO/fsuOCC82Lbju0xzMjgvvvvHzGYi2gdXfKGWV6IffY7ONYm7VyaxllnnB0XnXNuLF90YWw///y4MGWcm6Dm0h07o1m1LtYkmMrQT9qttA5uSdA1ShC5VOZiuZfOd0mZiYyadMMLrmn+l7/jdNBH2bZzVBJ0ZsskK/0m8Ink78/Px+La9W3bJQnUzGH7pZfGrp1bUt9RDBJUrtlnfYxi2kZ3L0lQPEraceHFceHpZ8Spp55pWIkLAAAQAElEQVQSp3z91OjNLUZvOB+jnOPSeJKizTMpdUsvPTYdfGgM8m735su2xoUXX5RA/aLYnY780qUXxI7zz01wfkH2H8b+CerXrlkXYQFSv2jSESpNzCVAnPYGsXNpFDu27oxpyomduwOQC3xzq2LjgYfF+k37x7aMRJ1x1jczYnpqXJLrYpyzT/t6nH/uOS1gXFy/LtfygJjLeUfKnuqferdy2jSHj0hLRs46Mwk699l/U6zdd2NEfhlelMDVs5YX5Pqfb71PP222XmedHmed9o0496wzYutlCZxHgGAuRO6racJEX6bm1U+QLEoZKVd+V67FrrzjP8qbEaU/F9EfJtbZEaPdCZty35QExqWXdgjUi8g92eocs5/65Tcr7Z3/78519eU7lzdVBqLmzJZRzMibDIO162LVxv0iBguRZsw16aUJ+jHBk9PtNRH5m7n8LSWi1wsVI3afpg3zhsNC7vPp8ihvZuSatHKzR3+Q19W+semQA2PX7t1x1llnxVe+8qX4xle/HKd99Svx9aSvnfKVOOXUU+PSrVujl+uw8aCDZ7oM53OwJnVoUqWSOmWx++0s8D20wFI664Z/5CMf2f69Ri/r+eu//uv2OWb1ri/pYDCII444IjjyX/3qV1Xlx5rvj8iPpxJ+RIzwcdqVOcdSAIHjLc9pPi2jar4L/fmR+oIUDvxll13WgjiOPjDaNHm96ZRUSl4v02kAYFlsf8mvQIZMYx988MFBZ+O0TNfwn5tKlcWxRro6cqkOUAE2qh6783qnozbkJUOed/XCGn9mo4IxcxP908+89MNfdaV3BT2AvXHIBSzw6QfQyTsCal7WiW7qEFC6kk8dueysvpTSPhurDvDRDmCZj+OayniliM2MCWiycbWLtZybm2vf1IuvAvTFxUXFcARWtM6YKsjEb1ykTlm7NfH2WGN4K6+10m5ebASA+bMg5muc2l8b27Fl5bcP5emtv3kps6s8GYjd1OORiqACk45e09U8ydBmDCk70JcOytrJRZWnytNOzspUmz7mS4eqNx6kjV3Zua6NMc1JWymlvemhP35gng2Nc1Xj4+mos0Bngau3wJXfJlfPt8e2pu96lbpNeK5RYmdGNWNxTexz8GGxcf+DoklQ4EPl0oxCXpjg8mtf+Wr48j7lG1+Pc849NxwP7M8vxL4HHBQHHX18jNOhHo0yYtgkoEiQGOk8L246OIHPIdHMrY7NW7bF+edfGKd9/bTwZf+1BHKXJKhatXH/OO52d4j+mn0ihqvSuWXqQXCql0ovdmV0bnezEOPST/1LahoJS6aZnyRFjKMXoqBeersMTKUTHgmlxuN0vJOjSaA2t3pdLK7fJ7Zs3xlfynl8+pOfiq+c/MXYnJG84bq1cfDxx0Z6JLEjHZrzLro0Tj3lm3HyF76UYPPrsSMjfOs37BOL69ZFs7g6llOPpYzCRX7QTqJEpGORw8QhRx4dqzdsjB0JqrwA57SMDn/t1K/GV770+fjsZ/8ndmaUbsOGA+Owo46JNftuisi5xTT7N03KaOLAQ4/K6a+PCy/ZFid/9dT43Oe/FF859Rtx0UWXxHgUsbQr44Rr1sfGQw6NhQ3rcpylOOf8sxMsfDm+dPJn48wEgRdnFGuaztbaAw6MkhG0Yd79HecQo9RxmsCzTLIQQevwU4IdM5fV8/vuG2szyjzIyO62peW8oXBR+6ZHgPPsM05Pm3y1BbS+SLyy/9hjj4nDDjss5uaHqduOKKWwepRekyZJucBoAqNertbOdH4GqdeulDseT2OQYGZVgqzeIJ3AXLPl5UnEIAGOcn+QMvoZdZ622qWkXJpeKrl3/87NDSKNlLYpGfwex3LetCg51+jlvk4bjNI2kWsU6nJv5DYKP8V/lRijZE0C+UmaZFImYQtpntMvEeo05Y5yr+3ImxWcIM/Jbjrs0Nxfh8ZwcVXu591xSd5wufjiS9PJ2xyXZUR0x9I4xnndLuyzMVbvf1gs7rMpojcf49zrItR0NUZHnQW+lxbw2cOh5/z7u4TAnignUMDBtt8vuOCCVkVRoOFwmJ/hp7afYyrxScnw/B95gJu6Xn5WSTng1ekGxoCoJj+jj0gAq913YimlPUY7yM805eqIk4cHcED0I0NddcjJ++xnP9uCUYBCGznSayJ8ZOLz2Ws8IGpXRneBgLm5/O7NRpFBR2X9eQvjZVX7FttSSgvEldlic0aAgZiDMvpXSmmjYmyjvX95RNg8lBHwA1DgOS2BOBnq67jGwl/tpw04ZT88VXd6l1KilBLWjO7mZg1Wr16tW4ho6uNPrjjWrK3Kxe9lOu9+97vbP8uiA30deSW7glRrye7k4Bel9Gc9zFsfuupX5apD6uhDd2X2IZed61yAb/lSCpb2OLMMvlJKe7ND2b5cm9/D8troXu0mr56OUu1sW0ppbSNia30ATsdn8awk/tjf/d3ftX8bU7150LnKpZ/6lWQsfGyjvqbmS9da1lap2tVznI49u4EggktXNyve+973hudcybZO+pmLlC2/Xab6jjoLdBb4zhZovnPT3tHSYo384rxC23ReE4e0DvA0QWd/flVkOCM4mgcecVTc9g53iONvcYs4YNN+sS6/BPrDuejPL8baDfvGfoceHkedcGLc8ra3jwP9fcppL3qr9on+wvoog8WIBJsxl2nSmgMPjxO+7z4ZATwyVq3dGDszClP6/VizYVMcfNSxcWzKGG48OGJubSQUSRrGKJXckQiyzK2J3pp9Y2eZDzL76QSXVJpTPWh6ydWE5zdLAtqFdfvGIPVb2j0Dmj48dy/tjlF67gcfc0JsOvTIGK5dn/J7Mej1Y1VGFM13sntXRMo69Lhj4/DjbhlN6r8zAdDc3KrYtN8BcUzWH3zkUTFYtz6WEoRPhv1Yakrq049mcT52cfDzC6K/alUcdswxcdyJt4r1B+4fZTBM3UpMe02sXrsm7nDXe8RhCcwX0k6TBBjLqdfupEnkPHrpKKxeHwcccXRsOuSomPYXY/vSJKOpvew/iEkCkL71KYOY33dDHH3rE+OoE4+PjQdtSjMnMMhZrd1nn9j3oEPigKOOivVHHBmRNo41q7zINqZNE72miZLzbmL2UzJJ7WKS6TSyVPqxLqO0J97ujnGLW9061iconmZ1rzSxbs2aOCyBrjv5nuXgDBxy6KExWFjI3hHDTH2J+QLnQPR6vYikyXicmkUM0jHDuJCAp+llW+63SCr9nHcziEHeuIhGPYrUpkSvKZlGS03cNH7YOkoJ9gC62zmXnF3OvT+Xe1z+8qmaf5qgLRX/65z2zAtWqaX+5XbNTZ4R420x7Pdjrj+MXtq4l9dr3v9Jvl7EvvvFwcfcIo6+5a3joCOOifnV+8Sk5N7K/dQfLsb8mn3i1ne4S7bfNiJv+kS2RzOIJvOlPx/T5E1B3W9ngRvUAk3TtOBQykldu3btFccCDdzv92Nubk42HOcTdfRCEw65zx/9PFPHEfZiFccfRaL83UAgg/OuM/DheTRlf1dRHfLZxVEupb3i2iOegCZdvPUWT3W0Rb8cS1UHhEk53FLRJvq89rWvjfp8ne8jYNhzlG64ejbQ/PADCCJ6+gMR6owpJceczM3nKxtIRSp/8id/MgAOx3yBAPzo3QnE/L1M0bxqL+CWDgAcmea+fv36ABz9yQ1z17fqVIGy8fCzqc8tQNb4nqX1+IY+QLe/5elZS3NwBJO+2vQppYT+Bx10UAvESilR2/HTC9CsQCzyx3wc+QXmveTImNYmm9oI5mMf+9iwdlVf9ebhxUD+Xqej0MYwvrn4O66vetWr2miceeMvpYQbE/L2hLSSOTs2qmztrQc9ATpyHLMGQOmPxx6UsiN7sIFyBdnm73OZ3avO+PDYU3QtpeRH+SjorB7VcURZAT51CAj3XLG9zUbGZR9jkMVe1g6vOikyL7atdfqpdzSXPv/xH/+heAUBlN4ObR/5+5+e3ayNpZR485vfHE960pPaaL9rTBs5+OXNu+qh3NEeZ4FOoT3QAukV7oFaXUuVpsnX0ux7NEuz3yuLTTT9QUQ/v8zTUY2F1THcZ98EMAfFEUcfFccm8LzDne4St7nDnRNQ3SYOOea4WJ8AZC4d2WbtPhGLq1PgIKZRYpK5aQqepjMbqJcyMz3oxNvGEbe9U9zmrnePO979HnHr298+Djn62JjbcEDEMPsPkmIh+/dSyiAWFtfk+IfGESfePm55x7tFj/PbSyc4W8t0HBMRzBIxv35jHJ7O9K1uc8c4+LCjYpjgOFXAFb2cUy8d8BjMxb7HnhDH3u5Ocecc/053umscf8zxsQ/9gZ3hMNYffnQcmDy3uM0d4na3v3vc9rZ3jmNucavYlJHCuQRz8wcdHLe4453idve4Z+x7+GGReCnMs7/Qj9JvYtrrx3DNuth4xBEJBm8TJ975znHbu9w1bnvnO6bd7hSDhVXRA3KH81F6w7T1IMog09Qt6Jg2X3XAIXF0Ar673vu+cY/73DdueZvbtaC3Sf6lHGwZOE2Ha27j+tj3iEPj6BNPiNvc8fZxhxznuBNunYD3uFjY/+CI1CP6gxinIWagI1pds9j+NtNI+0yTov2ZmoxSjhPr9okNhxwZx55wq7hN6nLrO94hbpE3Hw4+/MjYL9d89X6bor9ubUQLkMpM8DRyTk0Mza2U9q511kRMgOblGPR6sfIn2bPYfBv12/JMl8xe/lsuT29KyZVz/HYb5D5q1+LK2Zo/rjRrpJd2ZUPmRnm1iHJmtrWxGym9kjImJSynPTDJvRlZFxs3xeKBR8QheVPlVgku73y3e8Wd737PuP1d7hHKzcK6KEmRN4kiQWaE/ZOyIqKkuOh+OgvcgBbgmJdS4sADDwwOszKgwJmuw3Kix266ZMXq/Jz3AhzAU9SFI10B0Fx+RiZLPOxhD4u73e1uAQx5uQwA87jHPS70Ez3y4iEABeDD38vPKc6+tJb92YmHPvShAaA+73nPixe+8IXh7bSO8x6UAMrRVEfV8SNOPxCyuLgYR+XNv5NOOqnV4V73ulcLkt///ve3ZbodcsghuoTxAGRzByA9UwlEauSse2EOwGP+5jYcDvOzdhj+3uQRRxwR/twHp99zpQ984APjBS94QRjP0dn169cTE44DqxOJAiBe//rXx7Oe9awQBTWPCoQq6CtldtGzBx2k9PQMn7eVfvOb3wzP7Xl76xOe8ITWPkceeWQA34C146bWEEijO7J27NIqlP854mutax3bZXX7yx6PetSj2ucGRdC8oOlpT3taAF7WEagR5QaUdGCbW6Sf8id/8ietDvoCxQA+YA6A3v3udw/64jcW3Q477LCwDuwNwAF42s3ZPmE/6+/oNrDN1uZmX7AZ0ImfvtbdnMwVqa83H6ybfca+FZi5kYBHHaLTyv2uDei1Th/84AfbFxg95SlPCfvQHhSlv//97x8PetCD8jO6hDXSx9h1DGXXBoAqb87WoY7Djur9GRf7TxTYCOTrtgAAEABJREFUXmJn9fbGunXrws0VoJpN6MBO/q6rFwfpRw/XlD6lzPbOt+eVO+os0Fng6iwwa2tmyd76fxPj/AyYObpNZDbd2skVZFY9oKeXTn8ziGh6ESXzw8VoVq2N4doNGWncEE1GQmIxwYZo22A++QYhWpdBvgBujDGJaB/fm0qbHLcpEU3Kyqge4Bf5RVwyGlgWV0cMFmN50osduyOmMZ8yUl5qpW+UXpSMWJb1m2K46aBohgtRUq9SSvRTpj/9EdPk7M9l1O+AGGzcPyIB3WQ0jpEzqDl+D38/9UzQO4W8UkZvzYYY5JxKLx3q3aNYWlpujzhG6UfraM+vi7J6fcSqdVke5lymMZqMYyl5Y8366K/fJ8apw/adu2Lb7p3ZNglHVndmNHUpxw7WZcu5hYiM6AVbzc9Hb2F1lByfbSfBkW9iknOcpGM/TSA5Xk4L0mFuMWLVmihpnybBP9t6eZJnIHfuXmqP/SpHvxeRtmwW1wTqr9sQkdHTWMj1GczFuNeL5dQzyjQkMMg08qck5W+TVH8nqc8uR6LH2ZjR6sh1j1zrppWZ8uhtLnMLESk7rGdpIpKmJfvkPHq5b9w59aW5tLSUbdOUWmI8GkU/eZI7y3HFzzRzV1KT6x8tZXX7W/lrmqO09Xvzf01MUv0ZTdMa/5uy+fLfOm/p5VXRLmRWTFPOKMa5/XPPRP6kfTkVAOegXZ8SLrdJrssor4FAMYzo5/rNrYlwDa/O/b2YNLcqYrCQ+y3rrXvu3Wnux1GUGKXodo38l/nut7PADWUBnx1kc9qlGzZsaKNPHHZvMFUHBPTyc43jjjjsHN166gLQ4Wy7FvDf7na3C1FGES8yvN2TY+/PgbzkJS9p/zYj3qZp8ntgKa+nKzc6OWQAaUALkAW4Ap6ArQglwOPlMQAIJ76UEvpx4unGOX/CE57QHg919HU4HIbIHEAIQJGP15wBixe96EUBGJNhDDJFKY9IUAkYmYPPVzrr+9CHPjTe8IY3xFOf+tQ45ZRTAjAF8uj6F3/xF+Hvh+IDiuYShL/sZS9rAZsjp0DbRz/60Xjwgx8cz3/+84N8RyeBd31WJ6CXIvoZVx44E1kENoBtfxYEmDEnuh999NFtZBjwtHallGDzww8/PKyfeZEFvBxwwAFx/PHHB5BG9tqMaIuIiSIq+1MuoqbPfvazw7o7ivyZz3wm6AmYA4D4gKdSZrZ/wAMeEG4kANjkioCzIf1e+cpXBoDq+4lt9QXagVTr5S3E9gggp82fQQHMAVY8gC89gO5HPvKRcde73jW/gvP7GnOStVTnpUYAH2I768mua9asCXt1XQK4ZG//DI3U2uCxB+hh/nRkJzZi63e+853teHT0hlq29fZkewbQtIfNyd5gN0SO66SUEm6skGkt6GEtjA1Q003E3BuB9RPFBNCdDsBjzkAmW7CJP8MCoGv3AiVroh9e86iylc1N2lFngc4C194CzbVn3fM4p+mtT6Mf49K/wqkv+d1aphN4JBWetPXTdIInCeISIyRom8YIgALUEA8221tglnIiAYaoXgFSe4OUHTFJmfmb8jLf/p//5YfduFdid9PEUsoGQMaJooA05WkzF81gMeC50SSiSSrZLVljMmkSDE5j5+50rnOMmJbIpvbLp59MnhuNlEWnUQKmpeVJjJbHEalINidrE9N0nqep987Uf5zgtlU0gRUAOi1Ndp2NP8k5TTnl00HEqBexPE2wFLGUvEvZf/biogSlaUfmKAn4FhKA9ZuUkcbsDfoxbUoYfjkZAMhJ4q5IdQKI62ffHC9VS4A6juUEsaOM1I4SPExomuAyml5Mk2G8NA7P9Hl2jkxjLGYUeDHBQS8BxRRfjhUJCmJSQrB3OUH7eLmJSc430qaoNP3opf1LWiHyZzozSvaa5rpPclaRVLKliUHK7/USnHv+NvtFfxBR0g6pz8QxZXbOsVoUMkqNsz6mTUQkT/5fcn6+XKbJt3P7jggLmDo2OXbOPDm++9/y3Xfdg3qmzb5Lbdr5T6/szBFRKqVEv+QapK23XbY1er1eiBY0vbzWk8GIk2yf9IYR9kSZz2Xp53U9bV/YNMqLzvVin0WTe680sZxr6rp0kyUyQt2g3FUprvvtLHCDWaDJz1HCOc1SoIlj7Tgl8Km+lKIpgFORGvVAh7+/+K//+q/h5SbkcHg5+5hFaAA/f8rB8dZ3vOMd7TFXQFU7EOdza5RfekgdpxnJu56AThEd4IVzDsQaC3gBfAAhoM64vbwGOfbAjqjXQxMUAk2cc445OSJtZAMD5gE8KD8qI3pAEWf+537u59rrWdTIscWPfOQj4W9mlpLXfH7W1vkBKSKbAII/USGC+eIXv7gFZWQCoFIE9D3jGc+ID33oQ3HyySfHhz/84RDx1eaI8Jve9KYWeCqbC/Anb04IoDI3kcznPOc57fOTgC67iKzShT3e/va3B3ANbOkP1DlGrA8gWkoJtgEkPVMpEskWeK0FexhL2eMb5odPVJntAWdRPe1uMgDHg8GgfU5Vnag3IP6Wt7wlzIl+/oyJvVBBmPnhtb7Av73GLv68B1Bo7uZgnN/93d8NQM8aOJrr7biAl/0kikwOfkBSJPRtb3tbuNlhHvQiBzi3Vx13Blb1qfZhW/ZjNzYBvPUpZbbfAUR62BvAoL3sWK/94n0KxiavlNJG1d/znvfEW9/61iBHPVmAvpRN7E1RdHujlNLeIMDn7cXaP/CBD4R5elZavX50pYP5Gd9+eWeC4Kc//elBP3x4fDeZs7LryfUo31Fngc4C194C6dVde+Y9jjOdyGk6k9NUjBOaSYKOyQqKmEwniSUmMU6+JkFND5iaXxWRUcaQ9jitSfmFCvCMs3distidDqmIW/q8kVWR+CJBTFxO06xKyg+1udWrYrhqdTTzczHtlRhnh2nWlwR6/WYY4wR26e1GbxLRj8v7pxPSSyDWT12a3iB5EngujyJS18i2ZIvd43SeEwA1w/kYzC3GcHEhsVKCpXSSp6lMYr8Euk0MV63LsVen8PmInEvJqE4/51nSER9FL+eeOgyyrb+QPItJC0FmL8tNsxBzC+tiknqOcka9jAINE2BGpD7Zs0yTvfSilyC8lF6YU2RUtREZHK6KkDZmNU07j2MyGcU0wWZLKWOSemaniASxJefbSxv15+ZiMOgFYF1yLr2cbEFps6ZpIkquRaTMZhAlgeJgbm00wzUxbRZToz6JgX8QEQOZTCeZpqqZm/2WLGRVrlVJfjbox+4sLafcaaT8tFGkTZuFnMN82s5eyChyGiMixx2XJsFzpHYlojQxNzcfvjyXdu2K2Jmgs2livk+DbI5o9SkRbRqX/+RyZ//LCyuSyiddUb2XZic5528lVkOTnBHK5Ft+zbuShgmAL5M0zYZerlMv9+3EW2rT3hypwWAQw7zOIvemfT9O3kmuSyTfKNdzJG1yJ5V+lFyX/vxC9HM9B7mu02nJdSi5L6ctlSz1c28OyiTmcqOUlNX9dha4oS0AgHGEjXPsscdGKSWAwlJK+/mvHpUy25GAKEdfBEe9Y7hSoJQcwIXjj8+Rywo0yJxOpyGipA3wcP3o2+TnFpJH+CogAm7IKGU2PkAIhA6Hw/xcn13J9AECvLxHf31KmfFzwvEDSsZbOc4kv0vxAxH0EbkDZIE0UU5tonVSMumtj7w6487l94a8+dHZ3OlLjvpSZno4BqlMFykZdQz92A1pqzpaG3KQenL1004OXdhYVE67taCjvPlI2dLcrY1yXTdAVhn1er32xhkbKpMhv379+jAfwAbgZh/rh8fYQB056tUBXEC2/nRXZ1+wk3ydR9WNTdzE0GadamqO1sRaG5v+2kR7gS3jVbsD0sbUjpde5urzWd0JJ5wgCTbWV4F+xgOua515aEPa2U3eOPSRtxdE19UpWwOpKDNwLU83qT0kRWQZj361TJY8Mq8asVTPTvaqOZgLe7EtXvNQL4+snZT+9DZ/a6euo84CnQWunQWaa8e2B3PlFw1Mt1LD9CPbSFekc6m+hH/9LPVamibwCFR6IXIlOjlKcLeckc/l8ThEQUYJ/sYZYsvv7lZMk4LIbbKC09qUcUQZJQiaxlJKXU6gNU5H1oeeD6NRRsRG+UU7n07yoOlFk3JjaZSyfHmDYr0oCRCn6WBHAufRaCmmy8uRXnH00sGeS2e5N5iLaAZRWlDXxCRlLC0vtcekJjmnSP13JDDdlhFQUdBoDdGkiF7sGo9ia/Juzz7eMLs8aVJWL6mfICwBWOq743JqXxCU8438GWW/ndu3xmjXzrTQNMaj3WmjnGvqSY8m9ZlqmfQjyMw+0UyjSfE91CsxaEqkFpEMMUngQO9JhirHS7sCLWc6Gu1MuUtZRqOYLI9jnHNhs1GChNG4yXIvdR2kdZtIy8TSJFpKwTHI/4al5P+RPJmUaf43YZUZKaYW1nNnrsXO0TR2jiN25vqNsj7YtD+MaUmlE6jE5TTJ+ZGSquQ+SJGpy9z8fKxdk6A35Wy/+JKItM0gx56mzbJ3Ml2735m2eCf5X6XM7sW/CeNimis0zf+vilZO7Yr5W5vLaXJ5v9y0LWvJ1WNTX/iXXnJRW7ewsBCRaxB5PY1yI+RVFLksMc1dsHOy3K7pZNrLJR1EL6+pyLVpO674r5QS9qe92W8ienn9lnLTWIPofvYKC/QScFB0OrX5I4AA3xVA3dLSUn7ejTW3hEcdp5dj3DS5abOFEw6ccJSzGJxxbZzs8XjcyiylaPoWeSpKKYE38se4rjEO+yWXXNK+1Iizrl4KdAE6xqGHOm34gRz5FNMen9Re+QEl+dom5ZibT+0DWJBBJp3Nr5SZzvqyk/ng15cMefxsBlypw0uO/ObNmwNgIkuZTckwrrL++gEVwI8ykIGHTQCNKsuY5DimyQbajS2CRhbwpQx41vUppbQg39roW+e1EgSyt/7WUEr/Umbzpr9xgE/20V7XVt581JsPvdVZN7aS11cKTCN5oKzqrI/50E8b/WofZevMtuxiXuqMJzWmtMplR33JYjdtlcgxL2U87CtfyTzk2c++YQtyzVVZGwAMJONRphc51gWPejzazFGKtBm76kTvlXzarQ1ePHW9zafmjWFN2RUPXjKlSD2dzU25o84CnQWuvQVm32LXnn+P4py0n9VNOp4z0OFrvCQIuLI0jabl6aVLHC1o2Z1MuxJN7ErwsJwgJxJ4+BDxodITHekNop9O63yvH3ODdGBTXi/7JKaKVlQ6qhEcg3GWJ7GUoNQxUg5wL788BulUDFLmIOUMmiYd2wj9yyjd5ARasXtnTJZ2x2iylJR1adHSa2LQ7ydIzoFyvEg5kT+TpMSSsQwMJxj1JZFVQV88yZ0ArKQ2TZSmF+lNJJUgr8k59DKyOU19IuWXfvZMlmgyLRHTMgNy0iZ17WdksUSJYcpZyLvaC3lHucQ0hmmTQc6nn/W9FFLSyUcRvZiOSwrL39S5pBb9BH3DLBqqSTp9y9YAABAASURBVIura0qJppfUREqftNRPYw6yrp+6DVO34WAY8xkBHfbnot8Moim96DWZ781F4t9YSpCB2iBw2qIkJfpuZUXqGJf/tNowSuoT0bS1g5QxRP356GfalGFq2ssbBf1Mm9i+exQ7Ujhgmpg0JiX7pQ6RaxdGSCcuFlaHLy575MILLojtW7ZkS46cNyhK+Jn471sopVyuwax6xpf5Vr9vS7O4t/6WdJ5LmL+JXTmLq51/y6/PJHppmFLyv+zKQcikvS62brkszj/3vOCwcRAj9wqHwc2glrvp5fpNcpnmUkYvSim5E9qWFJGyJ+OIvDZjmmmO18u9mTs21yTb8hZR3t3JBXQ2XDm7dL/X3gId5//JApx9Hernt33OgVaHSikxzM9c+UpNfv6UUtrIF2e4vQayscrq5fWQxQB+pMBEKbP9z3nniJPpmtH+7UT+XH7GAxeAAwff55t6KfmAgH5VzuYEdfQeDAbt9TbJG0AAnHZ8yNw47eZKrjKHvpQS6oAFMvDik5pfnUcFZfRAdMRjHmTJSytwUNZGBrBLNhn60lO7cdlNvXZ6a6dfKTOb0QuvNnny2Fwf9WwiGkhngIR9fTYBJXjpgE9KBr3V40fybCqvnVx5tiNLql2b6J52YJdM4yF57drMyXdSrTMfeesBoMmTWe1qruajHrEhWfJkKbMNOeaqHrEzYCtPtrSUkvcHp+2bcZURGVK2k7IDOdZe2Vjq5BF+Y9m35Na5elGVOjzajV1Kyc/5JtjUnOga+WOf48lskE2mfK1TZmN1SF8kT5bUvrBP2N464Lem+Mwdj/HIkscnRVWGfEedBToLXLMFmmtm2dM5JlFWqDgtppQ1+RttS9P+P43ID8nknUyjlF70ElT0M4I4TT5RFh+I03RSJ+mgTjIqN56MAkVGQabpsGb3/J0m5W9+AEaU9l/kzzSdbh9IQMtyRlwmKWOaoCd93FjOsNyY45tyEvFEDPrR9PsxaHrpKDf5QTmK9gMyo22RX+SRUpGRUtW2S9NvsmkQg+Ewhgki+71+Os4RiZtj2I+WmiYyADSN5V1LsStpnEgtq2IYkeMk7zhid/rXeSM9dqVOkwTATQ4wjF7KSucdAAe8EtiW0sQ4o7G7tm9PodOYpmMxTuAlCjzOQbMYpfSj0Dnl58Dp108i0pglplGyrsl0mvJHGZKa6pAOUpP6o5LznyRoXN61K5Z2LsU0x43UomQ/vY2BdMuqSJPF/CBiISczP2xy7VK/1HN55y7NSdOklb9NWygZOV7KeabKbdl/o/zPDYLlXBMR7X7q0k9Q3cu5AKS9nFcT/bRKtD9t314/Vm3cL6bDxbj4sh2xeevOtg3onWX+D//bB/8H9j2fteS6s3em10bZb5t/KbN+eQmlnJJ7ZxrjXLNt23fHBZdujYUN+0dZszFys8WuvOMwzesyt0Hy9fKqzN2W19koNwpHZ5QR/VHui2n2T2ERTZNbM/dl7sNJ8oRBch8noo3I/d1SdD+dBW44C0xzz/nsNEIvPwOlg/ycV29P9vPzRx3SjncpP6R9J+BTrw7IkC+lSPJ7Iz/MM6c+kzayuZx7H3HeRafIMYb2SsrI+MYDmlY6zvrrhx8QADLxyQMs7XWW15f+dMSH6KhfKaUFBpWPPG14SilhvnVedFSP8EnJrak6cpQBNuORVUoJZeBAG3CgbHyygRzjAAz48ZhjrTcfso3FFtrlpcYgQx6PPvJVFj52EOlVD5QbA68Uka8NmDcuUKNMT23GIBfpTyb7ShHwj898tJMBBFlrdUBkHY9cAK3aSRkPPYzHDsrVVkAaHvYyd/3IKqXkx2UTfqouABg+ZfXmQY4+9Fy5fvTFo35lKo/owIb6KpsTYku6kl1Kad+sq45uxqrgmR30Q3il9jnd6G+ubKRepFtqHatedVwpfu3k6CdPB3kyjI3MXRuyZlJEL3OR76izQGeBa2+B2SfMtee/0Tl9yBq0lNkXrQ+FK8oJGiIBzbZLN0cvKwGb0vQjEiDsXkqElSAm/dH0PSfRz8xc8gybEoMS2aI6ndF0W7M6f5us66WcfgzyXz+BB+qVrG+SNx1lH6bpP8R00ksaxmQ6jLlmGAtJcxmRGzYLMSjzrYwmJSZT9AbZf9iL/BaO4Gik0zFNdzkmJcfLqn4TPtxSvVA/bXoxSeBmLtkSQcVsnGRaKYvR5H/DiFhIGiSlmlH6Jfpz/bxb3o/5pmnbhhExnBonaS6yPWIudVrV68eatFVfW8rqJ/+wPxeDJDZsBsOYW1wVU7qUiFJKJEum2SGVmmQflElMSxM5eMS0F+GobaZlMkg7JKVtpjnTaXa7giYlSm8Y/WHaa2ExIgFfnVtkW6/0ox2riVmafXuTCBSZ5iDRAIjD+SgptElKo+UvADKj1oZZP9drgg0GKQPNZTpXSgybXgx6JaHlNG2ZoDq3Swtyx5nPGw8lU3J3pxNHt1h/QOx/i9vFmoOPjfO27IwzzjgrFufmwxeVfrN0nBj0W8k6Ims8o4jWZpNZyoaz+knsfWkEO08S2E9z3VBkOqM09IQtJznfSVw5t8jylRRNCT+l6cckQ8yXXXppXHDuBbFraRpr9js8NtziThGbjoxo5mLV6rWxYT73zXQaw0mmk/kY5ti5C3I9cy1zTUuvyf04u4asW0m5pfSiiV4Oqm0Y05QV/cWYDhZSr0haqV+Xv3KtOltcky3sXdS/HDgCcBxZdch3BsecnGHecJOiyi+/kkopoa3WlVKilJJfH3PtPuUEa6uy5jJKqYyqgy2PyKl8yohOiF7K3069/H7Sr9avdMC9EVWkzYtqyMBT5ZTyrXrTpWmadi6llFZ3ZX1WUimzNuOqr/Ojg7qVfUqZ2QIfMoa0kj51vvrK61/KlbrRt5QS2uX10V9Ziq6qrsqS6ocP0beUEsBjKe06RdVrzZo17bwdk8WL6COtpL/oozK5pczsQQekvcqz1ggvPUqZ8Rrn2/UvZdaGl5wqw/5Uh+iCyFKuPPRAwJz6OqY54tEn8kdbpSy2c628+Gqb1BiuA32VV1IpM/utnAN5VRbeaiP5lXtSeWU/ZYBciup4tQ9bVH7zqflSrtwjxkb6I3n2kEfmZj7yHXXfETfkHrD3kH0rdf2u/H5RtzdRs6cr60PhqnR0wS8mWLnjHW8f27dsjl07d65ga6KXgCTSzfSB0ytZvgrS9q3Uj15ZSU2sbC+9JkrTv5yG0ZRh9Fr+5vL0qvpGlF4T0VLt22/l0qvJL2WEp1wuu7m8TntP19JE09bN+slrA5wrZXOOMxtL+6A0LdBqwVaJaHqXE3lJs35NAuQIspB+TeqASqYt9ZpoUvh3otJroiSvPpV6aZOarymeq6Re9k9q2jGunN+sHDl2zEzXXJlqa8ftNUFv1LT9myi9GTWXl7XN5hrtXGf5K/v1gc6kXjpavd4gekn9phe1fvXaNdEM57LzfCxuPCAOO+6EOPr4W+ad2MOiRESv7df7jmlzuR4r06qjdGX93pm3ZiupyTW7ejLvSmnCy3+bGOYNhI37bIgjDz8ijjv+hDjuxNtG+Du2g8WI/lxrYzeM3DDoJ2hEw6YX6qxZ7/K1aPq9uIKalbr0o+ReLc0wojfM/DB1pftKni7fNJ0Nrq0NOBuRP3MJ/EROvLXV33H09/9OP/303F+dLa+tLTu+bq9c/3ugs2ln0713D1zT90t+9exVv82erq0vcTo6CiF1nEFqIdT520n+/pi7ce4CuNtXSmnvMpZSopSOSulsUMp1s4EP7VJKeyfbUZ4Kbkq5bnJL6fqX8r9twIF3R7yU/91WSldXSmeDUr73NvCdU8rs+8ae9bZOf8rD99KtbnWr7vsnbVPK936dSul0KKWzQSmdDUr5HtqgG/v/9J1wTd8vsNDeRI2HtPdk8gwJci7fA+ReZy2k7FmEpaXZcywcU1/2jp8AoaWUAECBT/UdzbVHsjo7/G872CNXR14U4UiUvcV+UlF3qaM1V9dXmz4d/W+7V5sA7j5U2dKpBbZ1fIrtHB9xFOq6UB2nS7/zGnS2+e5t43vGnpXap/VPZ3AC/BmGzrbfvW0723W26/ZAtwduznvA98rVfb9cV+x2Y/dvPKC+J5OH8zn8lUSXOKQeJuf0+7tKb3zjG9vXuldA6gFzoPTMM88MD9R3tLWzw9artoE9c3XktfJucrjhIXXzw8sg9PE2QenVUbf3rtru1S5OLHgBg+tVHfu6mYQuvvjiuK5EZkdXvwadfb57+5xzzjnh++aiiy4K3zfvf//7Q2TT3yx83/ve133ufofP3W7Pffd7rrNdZ7tuD9w89sA1fb/sydjtqnRrRBj2ZHKU0d1iSF8e2FQupbRvqvva174WvtwBUQBUtFOKR4RE5OS7p0F7NLfrf9O1g+ja1ZF9pN2+EnVzt81+cNfJntN2dYS3o++8f+pnDxuJcCL5Wn91tr02bWR19J3t39nmutlGVNNnhO8cnw9HH310nHzyyeH5zaOOOqr7/hhcN/t2+7OzX7cHuj1wc90D1/T9Uv2kvSXd45/hFAHxBlCv6PamsPrWWlER0RDPcnJSfenXiJMIlH54HbHtaBQ3CRuMrv952EdXR+xmb10Veb746vpq07+j77xu325X17PrnW0dmXcdXxfqbP+dbd/Z5rrbxltbRRucfrCX7V83p9wMUe5sfN1t3Nmws2G3B7o9cHPcA9f0/eI7Zm+iPR5wiihB7yKcpZT2pS0MrL6U0kY565e7L3pHbUU2RUPxaOuoH50NrtoGIhNXR+xmv1UChtz4UHbX7er6atP/pkrXx7zYcSW5bl3vbOtGkmv4utD1oWMn46qvnc4u/XAHWmRz06ZN7TZ2BMqNEnvYDdHORt3e6fZAtwe6PdDtge9mD1zT90v7pbMX/bfHA85qy1JKm/VlLiPlnIp+iIao45hKAQIOq3bljjoLXF8W4EiWMtuL15fMTk5ngevBAp2I76EF3Ik2PPDpu8f3kvcOqHPSQeRz5c0qddrUS1eS76+V5RsyX/WoYzgVVOucKqr13yk1z+/UZh7mh4dM5e/Ee3Ov58+wQd1HbOXZYHU3ZbqqfWHuK+fsukHqtLGVaJeyvLSSev6genu51q9M1duT6vBKq3z9vE9AXeWRv65UxyGnXlfmotxRZ4FrskD9XLiq75dr6rsnte81gHNPMlqnS2eBzgKdBToLdBb4zhaYtQANHEs3P5G8Fg4ux7aUEuoAM6m2Ukooc56Vb0hyCoN8TrjUs+lSQABwlr86qjd5zYe+iO6VzBmPcczPnNlE+9XJvbm0eSmauTrNIfWOCrZ0TNupLnU3Zar7AghDgFkp33pD101exA6llKh5+4nd2Mue0lcUyb5Vby+rAxxX7jf12rVVWcbGp94a2MeugbiOPxXA0okocp3Ekze+tKPOAjcXC3SA8+ay0t08Owt0Fugs0FngRrUA0MCJNWgpJQCwyB9OLcpscJgRB1oZ4UPyNwZxhL1KR3JCAAAQAElEQVQZmg70rY77tRmb7hx6+uonRZx5Mqvjrs6c2URen2sj/3rh2UOFeAs/sA9gUlGe3Rylk1d3UyZA0d4DwhBgZg8Cf3XfKKNqB/YpZXZTho202VP64lEG5vRXh+w3beqlpZT27yEaG7/HsEqZycSjrzq814VcS264kAF8ki3vmql55Y46C9wcLNABzpvDKndz7CzQWaCzQGeBG90CHEvOK2ezDq6Ok6tcSmkjNpzo6hRH/mi/MQEZh91xrVJKC4orcIxr8VNKad8RsFL/2s2bvEWxlM1JWumq+GvbzSW1LwAitjfnCk7kb8z1N96NSXUse8P8a9m1IW//aWMDoBA4q23a6/UC0OFV5zoTQS+ltG+H1l/9yn1HDjCrXj/9gVZleXuSPlKy1F8Xortx6jqLrlZ5br7UfJd2Frg5WKADnDeHVe7m2Fmgs0Bngc4CN7oFOLMcX86swTm/nN5SimJ7nLaU0oK8uPwHDyplxnN59Q2W1OeDOMYG8ZZ3Rz1r1E3d1RHnvJSZrgACh94c9TF/QABYKKW0b0snV732mzuxE7uzh7/1DOywifqbAyCxd+wNcwbKah7Yc8xVO5sAmK6J2o6/lNLerIn8YS/gDm8W218y1Nt/UpVurJC1Uo4xyLZvXQvWopRyxQsq9ftuiUx9jVnK7BoxhjrRXekeQJ0KnQVuFAt0gPNGMXM3SGeBzgKdBToL3Nws4JggZ5PTywEupbRvVl9pB84uqnWllBaA6hc38I9xqxPO4ee0O0roqGeNul1bFcgCOEXpquMvoqNc5wJckQuA4722sm+qfEAl8MNO++23XztNdqn2aytuwv/Zc8gUzdk+KaW0b3927ahH6u0deftMigA611YpJfDbV+oR25IpLaUEXvXkAJnyl1xySRsNte/tU0eZrQWqPPi+WzK2vvSX0rVeb1J1HXUW+FYL3HRLHeC86a5tN7POAp0FOgt0FvgeWoAzLbrCoa3O50p1Sints2R4VjrSePSR3pAE7HDAjWF8eRGeM888U9U1kv6VCVDSv5ZFqFAppVa1L0NS4IBfHw49WXszecaV3c2BraS1LH9TJwCx7oOVe0n0jx3cpFlpg1Ku3EvqAUonCOynCijVI/b0Z4rk7cuV7faqetekcasO/p6uNdF20UUXSa4zrZRDV7qcfvrp11luJ6CzwN5mgb0ScO5tRu707SzQWaCzQGeBm58FOMRI9IXz/NKXvjT233//FmSK9JVS2ucfb3GLW8TjH//4eOtb3xpnnXVWayiOaZu5Af8zBrBLNxEeQ73oRS+Kn/iJn4jXv/71ildLnPXKACDU/Pnnnx+f//zn4053ulP8+Z//efibpNqMBdCu5FV/cyXPuFqDxz72sbHvvvvGJz/5yfaY6LnnnnuzMQlgaB+xA+Bo/z/jGc+I4447LoC1egS1GqSUK0GnfVvrV96gcR3d+973jne9610hiomHfCmyB6X2vDGR/Xqb29wmvv/7v7+9MWI98FxXqnu96kqnO9/5zvHrv/7r11V017+zwF5lgQ5w7lXLtUcq2ynVWaCzQGeBm7UFqlMpRdUYpcycYw4up/aAAw5oHWDHJx/3uMfFL//yL8f97ne/OOKII+J973tfPPrRj45f+qVfihplAdCqLA4r51yZPClHXVojNtprJEeUSBvCp63q9vd///fx13/913Heeee1AEcbPnJPO+20+MQnPhHXJsq50onXv+oBVH/lK1+Jr371q/HpT386OPbapY4r0hEvkOCYoUiwdmSeUs+Set5Tnt76yJsLfnXsQ468VDtSxlNlqUNVhnGVzVeKX4pqmzz5UlR55QEhKXmiYvJ1LOOqX9m3zgMfqmtTdRb50keb8Q888MAW9NCrysFrnaT46LOyTwX12vBJyWIv+ZrKr9SnAjpjVXl4KtV5VeCmnv7Ic6fKSF8y5Cu58VDz9K5zoftLXvKS+Kd/+qcWaOPTjlfU88Mf/nCceuqp7Y0K+0W9vivnqM5NG3WlzI6qk6ser3338Y9/vLWjOkdYq36uRXVIXr2/m2tO5lsjntrppV4eVXupt9bq6vUqv3JvkEWueuNI6azejSjjqqOv/S6PXBNIvTHk1SPrqF5ef2ssb03rXlSu9fIddRbYEyzQAc49YRU6HToLXG8W6AR1FugssKdYoDqqnGaggrPI8b3//e8fz3ve80LEk9P9b//2b/EP//AP8eM//uPxwQ9+MP7kT/4kOJqcUo4kJ5bDKlJqbuQBFdUxlq/8QB0e4wABxqx9S5kB4H/8x3+Mn/3Znw0OKhkAIoeXs/+nf/qn8bGPfSx++7d/m5j22TcyFKScXHmkrxQZiw4ccWVRO0cazZO+5qC/Njz6AqzsYlxz0OaYo9SzpHW++pUy091c8KtjHymgUcrsOT02L6UEHrKMZZ5ksg39vRRJSq8KWLRz5Okkrx/58ghvdeJFv+hLXikzvcjEZ1z15JCnjh7SSivl1rqrSkuZyTYWfdiD3fDSxzjAC70qsGELfHjwljL7cx/mi1c90GO95T23CNCUUtobA8ZRj9RXXTds2KAq6KLO/nLjxByBUetQSmlfhNUy5n/2VSZxxhlnhHXRT/m//uu/4pnPfGa8853vVIyDDjqofW4Z8CTzNa95TQB2Rx55ZPuMJSZ96VDnYD72m1S7fcHm9uEjHvGI9oaJ68ha0RFPKeUKAFrraj1Z6uiizviIbc3V/NSzl5RtpciaS1HNa7fu9FZPtjFcB2TSl63NB4/9Tnd2sq6uC/X4lNXjJ5ccMumkXd6abtq0Sbb9U0ts0Ra6/zoL7CEWaPYQPTo1Ogt0FugscNOzQDejm7UFqjNYjcBZ58RyRDmYwEFtu9e97tUeZVX37ne/uwVMgBJHktPMAeVcc1g5mkAFXv05wRxdjqnyl770pfaNsMoAFdCqHhmf48o55cRycsmjD30Bl4MPPhhrS2SoVzB+KTMQpKw/R1peG2cYKXOqzZNuyuZADp1FUdUhoEZaykwuXQCYWkd3Drb5qUP051BXZx0gKKWEsno8bHfyySe3QMZc2Z6upcxeSmNctqE3fm1IHskDkRWYqUNAkVQ/etX2ww47THUbnVZfyuy4tEq2kJqbFJBgO/mro29+85st4LLW5mXtHLc1/9rP+tW8OQKiyuxsLVApM12sR41KWm/2wksf6UrS355TZ472nXzVperPRuqsgXblKrfOF4jDU9vNwz6jg7VmS20VoAKd9krdO1/+8pfjG9/4BpYwBxmySynhWDJdRRnNw36lt+vmkEMOwRrWus3kf+zBRviRtcrqwE8Omysbp46vXNdQvs69ysWrnp2qHehCtn2ojXx7WB3d1dGFXOMq011/PPYmO1rfUsoVb80tpbSfDXSwJ0op7c0ppxWqPmxXZZLbUWeBPcECzZ6gRKdDZ4HOAp0FOgt0FrihLXBjy+dArhyT08kRBaLUc3yl1Zn/wR/8weBwcrAdaa39lT0LKQIKmN7nPveJH/mRH4n3v//97XNuZHBSObyOw/7UT/1UPOEJT2gd7b/4i7+Ipz/96e2zlM961rPiIQ95SPzd3/1dG928xz3u0TraD3zgA+NrX/taGxn5nd/5nbjnPe8Zf/M3f9NGN8nm+Eo5uK973etaYHz00UfHj/7oj8ZTn/rUcASSk8uhxsfZ/Z//+Z844YQT4o//+I9bh5hjzflWpp9nRM1RpOve97533OUud4lf/MVfDEdxRbLIAUTYiE2Ag7/6q7+Khz/84XG7290uPPcqSqvu7LPPxt4eD6YDh16E9Rd+4Rfic5/7XIiYmfdzn/vcoBuZ9F2/fn0LWHS2LgAAvX/u536utZPjzqJlT3nKU+L0009vn7etwMlaqkfveMc74lWvelVr58c85jHxgAc8IO573/vGv//7v7cRP7KNYUwpMjfp1ZEInzUln07W3ro/+clPbu0KfLIVgAWYVN3+9V//tT2ufcc73jHufve7x/0zoi6aDiwDc4CJPViBknnTgwx56Yc+9KF40IMe1M5F6rleMtihlBIAOTkHHHBAC4Cs5e///u/Hox71qLbfXe961/jLv/zLOOmkk1q7kf/GN76xtavnF+luT9/+9rePI444Il784heHOnpZt0MPPbTd2wAyOebxH//xH+0epZ+9CLiSa1/bP9ZZf+OQ+1u/9VttZNWewIdOOeWU9ji5fcsu5vX2t7+9vVaOP/74cHMCn7UCnvW1d51AsBfsve/7vu+LBz/4weFacHMHfyV6sYubHfab/eCZTXveyQE3Jjwrag72KdCtj/5syMb6+Cz4oR/6ofbZbicS8Fob16L95JqgnxMJ9PrhH/7hoJf9+C//8i9XAFRyO+ossCdYoAOce8IqdDp0Fugs0Fmgs8DNwgKARinlWs1VhIUT7rnO5z//+a1j/wM/8ANx+OGHhwjI7/3e7wVASRjHmPMqSgQ8cng5uS9/+cvbZym1cdof9rCHxa1udas49thj44/+6I/al5eo85IWTrbICVDB8a6AV0RN9MwRxV/5lV9pn8sEdPC94Q1vCDr97u/+LjVa4kBz/B2pBYTppo5Mzjgn/dRTT23BDEDx0Ic+NO52t7u1L03iyHOYjamvfnR64QtfGBx4MvHi86IX9QAHYGaOFDAPETEOvpcgveIVrwiRK/XsX3mAJo48EKoOqADmADZAisMv2uslNOYN9AJpxtIHeKMrpx8oZCOghc6OSVsfgLeUK9fbeMYiR3pNBMQ96UlPCmDLGrkZAGiZszZjmhPdIn/MAb8UP2JLNxJ+4zd+o43AAqgAc7K3AK7qVNf7N3/zN9ubCtZ3/fr1cctb3rK9afBnf/Zn8exnP1u3YOvK/8UvfrE9gg10A00Y6Pj0vNHhBoE1UgcsK1s7+w+gB6SRmxeeXaUX+4p82kNsDDjbJ0CwNazj+vM95H7hC19on/nEq79rwMuHyADMKr+6P/zDPwx2YB/19pDrwPX19a9/vQVq9qi+oqeAoZcY/eqv/mqcdtppUQEnEMoergl7gR5sIv3nf/7ndq8aS+TRWtuL1gygdG2yT7U7AGmv26tsZf5uBrlhYx9bD+CWbPOX0svnAh3cSPCyo2OOOSbcgPF8OJCKr6POAnuKBZo9RZFOj84CnQU6C3QW6CxwU7IAR3/lfDiZHNUaiaqOquOm+AAd4IqjKcIDTPz3f/93G+kR3eKMivaIDnrxj2iN6Ixn5OpYnF6OuqifyIpIpedCf/qnf7qNigIjt771rUPfRz7ykW2k7Cd/8ieDk0s/TjigywGmE+LEA12e6wTEgCtvVAVsAS5A8s1vfnN4Ng8/B7qU0r6RlzzzqHMVpZEX+eJEI8CEnpx+er/pTW9qj8KShUQ9gQ1zY4NXv/rV7XOuH/3oR0O06L3vfW8AC3g54hz5epySrck3nmgqAIIPSDNnoFPEUwowAfIAqigwfV75ylfGE5/4xPjABz7QRuz0pYc+5lbtLqL5B3/wB+FlONYEcLwXLwAAEABJREFUEKDfpz71KV3CeDLmL7025KU3wJwbBF7yxO5uIHguViTRmmgn27qQyTZAH9BjTczjta99bQvorZkIbtXZXgRgUITeEcDLf/7nfwYwZz8ak13+9m//to1Yv+c972kj2rhLmT0TaU+qFym3L0W8jeVmCPtbT+vjJgXgdu9737u9AeCo7dOe9rQQiXQTxTzsQfsH2TfGAfyByJNOOkmxtaX9aZ3p+pnPfKadnygnBuCbnQE9ZfsNvzW0NvhEn5ETAYCbdvZAADldyQD43va2t7VA1BqwpWisa5D+gKQXFNHdWIjd9TFXpxDoTU9Rdi9DsteOPPLI9plZ/ACutdTHunqBGGDqmjCm9XnBC14QbrbQja5s/Ja3vKV96RjwjN+4L3vZy9pTC9ad7I46C+wpFugA556yEp0enQU6C3QW6Cxwk7YABxh4cywOKARa6oQ5rhxzdSJ+nErOuughh1/0o4IojjaAIdoFoAFOnGOyagpYiSRxcuX14cBrB5hE4YAAfbTTzdiiOpx9+nG+qyP97ne/u33hiogOwGpMjrJoo0iO44mO+AFsZJIHPJgrGcCZenrL+5Mpjj3Sq/YBih059KcjgFlt+px44oltxEg01bFBdUAVXYFz0S+gVD0wZVz2M9cf+7Efa6N1AI1IK0BK71JK+4ZUDrx+wDJwQQfHE9UB/9odAXUDgIMPzGgzDv2AAVE7USUApLY5JlpKCcehjUcffUqZRTv1xXt1ZH2f/exnB+DLzpVX1NUxV/MUhWRfbQAJoFdKiTvc4Q7tkWhgCz8gwn6AMbuYmz2gH5tYa3q62SBazR7WUDs66qij4j73uU/7bHDdN+pFDd3QkHczw1rJ27uOSDva7PizSF/V05rRwR7DRw96llLC+Ma1F+0VstZnlNV+ARBrxNhasj097WvHzd34MAdt9hibA3dkGdtLiozzhCc8IdyMIdsechLg0Y9+tGL7HDBeayWlq34f+chHQnSTzYFyN4nqjRp7sZTZutq3wKU5WTv7hmCA2XFXx2WV6SxFbGHPk22v2XOTyaR9QZNrxJ4Uoa9RS2vleLr5iv6yE13JEi32OeLIsHJHnQX2FAs0e4oinR6dBToLdBboLNBZ4KZkAY6k+XDoOcIcZABM9Em0kFPoeT+g0pFC0RfHDB354zRzegFUYENEhCwOdCkz55YDzHFFHE5jABL4OLgcfc4pJ1s/zj1HHD8eIEwfxEEGNB0bBBwdb1THCXa8UJSG4+7oHrAEtHKMyeHkigSKcK1PcKAOCDQuMGsObEE3ER46VOBonrUP+wAC5g3I6CuPHwi87W1v2z47CFhx5NlVtArQo7dx6UgeO9Pfs6bqPSdbZRmn2ot9ABORSDqzGX66Gt/c2dIRUGAC0NYOJJsfWcAlUKdeP3ahlzFEn5XNoZTZuuHTT3pNBHQ6Co2P3aVsxp7y9DMHeWtCf/N0TNT47KHNUV/gBK/1Nzd8yDzYij3xu3lgzvaLvuql9qB9BDwqkw/wAmAizY6BqrfGUuQ4KKBuHtaE3YB2cuwLPHQqZWYbY1lf+66uGQAqyonPcWxy9EMAvbmwt7K1pLf+5JcykwsUAsYAJnBqzvgrWV/ATdm82LeUWQTXnrTHtAHEbCPvCC/gZ98oI8d7rYlnMMlQh+ju+nLN2Z/q6CplC39CSFTZdUemvuahnV3NpdrVfLXhcxNBhLeU0j6fjB84/3//7//JdnQ9WaATc90t0AHO627DTkJngc4CnQU6C9yMLVDKzKktpUQp5VsswXktpbTH5ziRHHwOOufXUUTH/ERpACPHMNVxijmhVRBn2VHNxz/+8e1LWUQYkSN45AEJpZQAbDjSxqnAiHOvXRtebRxdDjBe9QiYQZ4D41QDfMYHbqosEVbOPxl4tZMBwJQymzfAoL4678ZURhxljjMwUOdX5UjxcsgBigpqqpOtzXFNxx/ZAUh31PTnf/7n26OGjkAaA9EJgDJGKTO9jEtvc+f4WxcgEB/Abb76/czP/Ez7rCwb4AcAzNkxR3kAyxjGI4fewCN56slEQId69qC7tlJmutABP/naSint22hF/OiDtxIA60/nOHrqZoQIJcAjSmfd2JLe+OnpeCqAJEopIiliJjoNnOAhn9760MPa1f1mrfFYbxG3Jz7xicHWAA+w6SVNbGV8fKWU9igzOfe+971VtS/fsYfsL3NkRw3sZGxgC7DShvCptzfw0a3uHXzWkA2BYPWiveZJHn7PLLp5AWQpGw+oJUc/stUDheQBjvWaUI/XOiE2siZIX7aVZyM3g9jDC3qqPawJGa4Le1YevzyATU8y9K96sDHbI3Xm7/PAzQzXuTkCstZWO3LDgRx613k7BeEmlf3ouL0yW4iE2jN0IdvaSJU76izwvbRAc/0N3knqLNBZoLNAZ4HOAp0FVlqglNICmFJK+ycdRFI4rhxYjiDAwZn0jKIjdxxi/Tm8nFfH4wANz+2J7ojyefmI5+NEODmknFCkH4dWHbnKHG8pp7fWcYQ5+Ppw+rVzuOnjJUWcYUdblcnjlMtX3TjU+IEBYFa0pZTSvlgG2CLPM6JS/aWVjGdetT8dtNX5crjpBiCo89Ibzjgn3xtFyQVuvIDGs3SOQgIZ5AJD5OnvyCO5V0d4tevPNkApoOZFMp/97GfblyNZF9FPRzkBfJE8fayZ9LulUq4En0CBNaM3ecp0E/VyJNWztl4a5M2v3uDqub5nPOMZLbgDokQ2zV9fQNzNCc8YihB6Y6tjxeznrbDkWiPrBtSYs7lbX+viZUeOfQKX5k22iLtnFx0bNg5wbiw2YHN7jAx1ZErtN2ORqQwE1TbHwNWVUtrnMeUR2XQGrOwb/aX0FUEWpbUXkf3j+LB+rqkqW5kt6WNuxlVnz+tDFoBtrCpfvXb21w8/PvuCDew7dmcbwPuXf/mX27c+W5dSSphP7Ud3stmXTclwfbhmyDWGvUk+27iG2Aq/EwL1BlR9/tdzvK5714C9SVfXp/HsR58Lopl4AGBHn32+OKXADuwnNTa9kHxHnQVubAs0N/aA3Xg3kgW6YToLdBboLNBZYI+xAOdTBMNxQQ4v4AJYUJBDyDnmHCojTqrUG1ABD28kFamSerEI4MkBF2njOHP88ZPFKeWQKnNkpeqRPF2AOU56KTPgo54TLOUES8kgi5OsTlk9p1WZPM5yzdNfGx7RwFLKFS//oSMyhrnqy+HWJ/Kn6sl5Nxfz4rxnU3CsvdwFuPQMaX3jKgcd2KAXIpO++ojSSa+OABft9DIPEUbHYx1LBSw8P+cZPhEs6+XYprUz37o++l8dlVL+V9S7lHJFF2vADmTWSgAOiTJac8dJvVTGn5QR6VOmI359Synt85rK7Cgi5vlCL7PxUidRTwDeS428CAgfAGQfyLO3ftYGiPM8MYDqmUljsruj1G5wiL4BZ/pJ2cH+qHuZ3ckWyQRI8SHzkRrTXLVbe2umHpVS2psyeMhDpcxsZRyRPGDL6QD8bsaIiJuvciXzsKb2mTHUmyMbqDem1F7BS1/XpWvCmNroqJ/jwIAm4O8FQPYfQC7SbD+QD9yxAf5SZvqWcuWaqGcrKT3sa6TM7vY6HdiOjd1YEKWWt85uutiPgGrtQ3dji3TTy7Fa14mjvCLiTgIYC38l12YpM/1qXZd2FrixLNABzhvL0t04N2sLdJPvLNBZ4OZtgerkciwBT041h3GlVYAm9VL1+ETbHLcVYRHlUY/05dBzwJXJl+rPYQZE5DnU6gEbKYe6lNL+OQwOtrEAL3ntIjKcWXVAmDqyyPdSHU4rRx5/KSUAAWBCGW8pM9n6oFpfx+WYk1WPnNJRFKqUmSNsDHI42qKdQKC3dRrTnxnxHKL50QMf/ekpJVcdEimTXh2JDhq/lBJsTDfAQx+6SwFMY8tXMo7xavk7pVXHUmZzq3y1XlkeuKFHBQhVtugkYObNvCJX+M3dWrKZPaCf/urIYtc6d2vp2LFjqP6sizX1dlNy7Bv8pZQ2Al/rAFtrJhpq7uTWMdjZWiM89gmbAUrVbiKidR6AlD1qDckxBtsBTuqQuZIlrx0ws6fkzRXJI0dnrYUX+CgD5P5kSz1Oqw6xi1Qk1njyxiQbOFQ2fzY0B/XsbL9JrX0ps33sDbCuWVFOY+nLHvSgm/nqQ442NgciHZMnF4/6SsY0Z2Oxm7nT11qIote1Y2tEPtn0LeXKfWQeng+uco3l2VQ3qNw0AZSdViCj8phXzZtDzXdpZ4EbwwLNjTFIN0Zngc4CnQX2IAt0qnQW+J5YQHSIg85ZrY4wRTilHE4OIeIMAmicUc4mxx8f4mhKOZheUMJRL6W0z4iq1wcA0a+UKx1UbZWqE1vH5DDTx7j6cphLKQEw6ON4rZcbcYYdMVUHFFRg4flGbyT1JzTINDagUcqVUR4gxdxKKWEO9c9zGJdNyPT8GSfaM4J0Usc2nG19ax09SyntG0WrQ11Kad+gym76sbH06qiU2ZFOskUzgXPPiXoLKxsAaNrI4MB7QYvn7UopLWBXf3XEFlfXztalzN6Waz2Nj5/9gBzHKNlHhNU6s6m1I5f9rAHQUm0AYPnTGBWQkaVO6hk/bzXFD/AAYHVuNWXnChw9h+k5WuMj6wfM6k+/qqtnia2XI7+i08YCumoEzzFQfx5EhFqEUTuwZV3tnyoLIGUP61f1KWW2Puarn4ifGwPeAmv+9oobEOyjvZL+pZT2rcr2inqRUJFDc3JM1f4oZXZ9sLW3HJNnfqWUMGd5NjF3EXty9Ncmz85sb6/QWx27iUiKMpJXdddmP9nj5m0NrKX5WwvHxOWBTrzWtl4XItX+zInjvcazF9hbNNqeoH9dN5F4px9Kme1Rdibv26mU2dy/vb4rdxa4oSzQ3FCCO7mdBToLdBboLNBZ4JotcNPm4FgCgWYpLWXmzCpX4miWMnMAOcscXFRKaf8eokiFl4PgF5UDNEUyOJvqVhIHk5NbSmkBmDYOrhSRz9HF99///d/BqVZPB440p5iTLq8fgAVc+JMX+omW6acPkOBZM29EdVSzlHLF8VFteOgiJU8qwiPleAN3HGhlz2Y+97nPDU40YAFEcPaBTMcL6VnBLn0AGpE/kST92csY5qdcnXX570TmyQ7aHcvkrHPqgUttxtb28pe/PH7t134t/FmKym88bVdH5l5pJZ89oVxlABfm6uhmBW0AKIAE5HurMYAEyAHr/iajNQAAAR1t5LGpY6aebQWG1LEjGzuaa/+JfpUy2xvW3DwRXjcYHFtVjx8wVH/yySeHKLMbC2TRVb1+jjR72zJdHDe1LuZFJ0dfRWm9SdZNE/LNnQ3xkFvfLqxs/ew/etayulKK4QKwdYzVi6S8XMsaW7e2ccV/9LIPADkg1j4mxxFsbfRkP0DR/najxNyIoKPUtSXvRgR7fPGLX1QdbEJH4wO99rMxRCkx2EMisUCgl/jU9XQsXvTYcWV8+lRb0FV00jiuJbbHo9514XdbpPwAABAASURBVEi0NQXY2UW9zwTHaT2va071+WrXD3u7ueAGl31ElrHwySNjSTvqLHBjWaADnDeWpbtxOgt0Fugs0FngZmcBziGAZOKcTM4vkKDMWeV8y1cCUGpeVMZbMZWf+cxnhr936c+PiHaI0oikaFspg2NdSmlfxlKdSs4mPqTd32gUGfLMl+chOcZ13Ol02r78R5neHFf9vHXTs2tADfDFCX76058enhUTieMwezkNXs46x5he5KhD9Khz90yaPw1jfg972MOC8+xFSo4tevMsMAEQ6PegBz2ofbbvZS97WQClnHKgC1gwDp7qTJufMjtLr4nm5+dbFmDuIQ95SHDcvZTHS4mM4c96eGEOffxpFu06WFfpNZH5I3zmL61leXqLigEH5u+FUF5YpM0xWH/+BeAFcF70oheFduAHGMUDVNU5i8J5rtfNCXxeHsNW7OkNyHT3UqFSrrzpoW8FS9bGvEURzRtAevaznx3sIAJITyCMrYwNGEqtvWcaHXF19NSeML68ubKbvWosNrCvRFwBKDcwPJcMkJVS2kg9HrxkV2Inec+SWvP3vOc9AQzax+oBPKm+VS83Keyheh08/OEPD2929Sd+7Dd62dPsTr41BWrJkZfqY+09/8om9iCQ9853vjOAczwrdS2lhOds2cMLfTxv7eVC1sDNGUDcDYYjjjiifb6ZLciwx50icDPJc7OOj1tv4BiAdBPmPve5T2sfIFJkmc6vec1rwsvGvESKvZ00EFk1pnWqupkPYh/jddRZ4Ma2QHNjD9iN11mgs0Bngc4CnQVuDhbg8HLi61yBG84vx08dZ1NZnmPOgeQQInnOIqcT0BQ5Ah44vJxizj0nFFAB7KrDzRnXjwwp2eqkVReRHs+EAhqidkAs0IiHk0o/43Pc5UW1RPuAFs42h9mzgCIxwOvrXve6AEzwVhnGNid6qEMAdiklACMA1hFVzrxIp6gRAGtegB/eGknjrItCAeAVfJkLUANUiTrRkR2Mc22JjniNLXX00zheuEPvV7/61cEugDTw5Q/w46vHVOWvidig8tR8TYFiOpgD8C0a6eUvjvTqA4i/4hWvCLYHXoAQx5vlATY89o8jlvKijXQmy/O+733ve+M5z3lO+9Ilc3DcVrTYDQH89gw7yrsZYj+IZFtnz0V6WZCIKb3cZNAGMAE0+gA+9gid7AFj2eMitQAZ0CMqTW/89pRxROndOCBflFO03hFRPKLopczeeGwN1KGqs+Oi9o8/YeKFTq4F7WwpZds6J3l19j8bAe8itfY+PUVg7T/A3g0UgNzxVfvBHjc3wBSoO/HEE8N+dePHXjM/YNX4dTzXu/FcX+bkrbFkuU6Mpy/Q6iaOFzLhRXSrNnzpS18a7O26NC79RPLdBHFzoUZMAW1RTiDTnnFduI6sj/l4izXZK8n1Wcosur3Stit5unxngRvKAh3gvKEs28ntLNBZoLNAZ4GbtQU4z5z4agQOKieW06sOWJCiUmZRJ3WIk6xe6m8hehMlAMZB92cqtIm6iPIBb5x/dZxqDjCgpIzIkFZdpMCDP8EgGsbJFhnDI7oCFAALnGR1nG8pEomhiyOJjkNyikVmVvLgE+Hh1Hr5jDJnHLgScQKeHbEEfgBMwEDUDgipenC08eqLRI2AGs/QcbqBIgDB2BxvgIHd8CJzMn592Q5wr97cpdUm8gCdFAEx9ACUAD9gAYADrLUjgEDqBgAQBcyVMjv2WXUQgTIvoI+jj7+2mZtyta+8P7WB1zFNUTV1CHgBJLxAyvqbp/FFKsm3jkAGXsTGT37ykwNQBMrsBespKu4GBR43FaT2zFXZw5j6k28fAbhAvbfjWnNl/VG1q/UHnOnqT3SIWIrKikLiQ3Sra2qd3ehwxBSA0xcPEr1nVzcYlJHIqtQNFtcA3UTm1SEgVsrG1kN/x1DVoWojfPRnZzLY3F5lUzZ2M6Huhzo3N0AAvnPOOSeAQ1FHPI732o+ApTFc71IEGAOdIsPWwLUGtIpMezEW8IoPVd3kfUa4JkS5XRPm4A257KvdjQSpdaODm1H46GV/APtOLeC5Kipl9jlT9+RV8XR1nQVuCAt0gPOGsGons7NAZ4HOAp0FOgvczC1QSrnimU4OM4DF+RaN4hzfzM3TTb+zQGeB62SBrvPeZIEOcO5Nq9Xp2lmgs0Bngc4CnQX2EguIIAGX1BV5kgKapZSo5eh+Ogt0Fugs0Flg77fANcygA5zXYKCuubNAZ4HOAp0FOgt0Fvi/W6CUEiuPC5LgSLE6wFO5o84CnQU6C3QWuOlboAOcN+4ad6N1Fugs0Fmgs0BngZudBbzQxwtUvDDFs2xeWHOzM0I34c4CnQU6C9xMLdABzpvpwnfTZoGOOgt0Fugs0FnghrKAN816cQ+w6Qitl5x46Y0/M+LtnzfUuJ3czgKdBToLdBbYsyzQAc49az06bToL3Hwt0M28s0BngZuUBbyN1dswgc06MW/+9Dc4vUW01nVpZ4HOAp0FOgvctC3QAc6b9vp2s+ss0Fmgs8B3ZYGuU2eB62qB+sKgKke0U96fJFkJQtV11Fmgs0Bngc4CN10LdIDzpru23cw6C3QW6CzQWeCmYYG9chb+DMpKxUU7a7mUUrNd2lmgs0Bngc4CN3ELdIDzJr7A3fQ6C3QW6CzQWaCzQGeB69MCnazOAp0FOgt0Fvi/WKADnP8Xa3W8nQU6C3QW6CzQWaCzQGeBzgJ7jgU6TToLdBbY4y3QAc49fok6BTsLdBboLNBZoLNAZ4HOAp0FOgvs+RboNOwscFUW6ADnVVmlq+ss0Fmgs0Bngc4CnQU6C3QW6CzQWaCzwN5rgT1G8w5w7jFL0SnSWaCzQGeBzgKdBToLdBboLNBZoLNAZ4GblgU6wGk9O+os0Fmgs0Bngc4CnQU6C3QW6CzQWaCzQGeB690CHeC83k3aCbyuFuj6dxboLNBZoLNAZ4HOAp0FOgt0FugscNOwQAc4bxrr2M2is8ANZYFObmeBzgLXwQK7du26ovd4PI7RaBQXXnhhW7d79+429Z96JI/0q2V5dejiiy8OcuSvinbu3Bkr5eKZTCZtXZWnDm3durXVRx5PlTudTmN5eVl1S/rVNnmVtSy/tLQkiR07dgQ527Zta8tX9Z92/KiOoe6qeFfWGW+lHehY27XV/FWl2tHKNnaqZXrUdrpv3ry5NrUpXVfqKM8O6jGwd9VNHTuor1TblPWVVtKXLPOR0uvSSy+tza1N8SA8Gqq8lbKMWctbtmxp94g5IX2+ncxZnb1Y5Sp/O9kjK9tX5iuvOcvTf/v27bL/i+p4VXcM5lr7KpOtbB74pWyhvs7D3PAi40nxso88ktdXH23qlKXmU/PKSJkulVcdGcrGqKl6pI1OVVf91X8nwmveZFUe5ZpfmdJ5ZVleP+tLjjxd1RtfiugorWSeK9tr/VWldKnj1jEqHxnGru3q8aini/JKwruyjIduxqj1rrGal7If+ZVPXn0l7easvdZZg5rv0r3DAh3g3DvWqdOys0Bngc4CEdEZYW+yAMdpfn6+BWEcpl6vF/1+PzZt2hRAzdzcXDsdDhXepvnWr2S8GDhtF110UXDyNm7cGORwvFc6XRw9YywsLESVq05/ctXpx1lUZ8w1a9a0+pBf6zl1dBkMBlEdQ3roq5+8lEOL5IfDoaQd11irV6+Oyy67LDiZZLWN+R/96Uy2PlLjqcdX9aAb2cAQGdm1nTNbyuMFbJD++PVVL8Xz7USfSy65pLWhNnaq9qFHnR/d161b1wLxKo+u5qUfki+lhHplNjEHc1O3uLioOqyHTNW76omPvZWti/51LHrts88+LdB0c4E8PAiP+UrNU3+yjGFMesnX1JyQOnasvMrmTIa9WEoJY6k3D3aVt+fskVJKfO1rX2vXtJTS7md85JlHKaUFuKWUWLVqla5X2LnKMp4Gc5Xav+Zqfsp0MTdl+pujlC2MY3x81kaKjC0lu9rHPPVD5l7XoJSCNaqd7O26v/DShRw2xUieMn1rqh6Rq796fZF5uqZrf3xsRMdSStgDZJmnNmWpdnzyiCw6k2/e+PWjdymlvV7pipetXCdAOV3UkcWO1k3dSn3Uk4dHH/zshc+clPHQSZ5sYxhb2ZrRrZTZ3qcXHm2I7MqLzzVHLvnkmA/Z+uFH+NThM3d2kcd7Teujf0d7jwWavUfVTtPOAp0FOgt0FugssAdZ4BpU4Thh4Txz/Dj15557rqpYv359C0g4aRwtDm4ppXXqOVscL04sZiBo3333bZ14/GRVxxsPp6+UEtUR1YcMzh9ePJxFAItzp92Y+nEwOYB0RZxD7dqMK8/xq/04kWTSn1OrnWztxiFP3dq1a1snm0NrXHWcTjqWUoJ8zmYppeUzNp3YSko2MMQO+IxrHO146Qbc0BfVOUiNddZZZ8V5553Xgl78gMuGDRtakMiG9GQfvPLkVz1LKUEH/ao8fdgBX+SPNgADMJA3X2uYTe2vtTZXBX05+GzBBvQtpVwRRWYL45grefqYs5sL6ulV+5u/eatHeOlPNvvor51O3/jGN9rINh6y6ae/MjIXuiFjnXLKKXH3u989Hvawh2kOe47cd77znXH/+98//uiP/qi1J9uYB3mllDAf49kXdLEX2ObEE0+Mpz3taQG4EmhsPPL2Lx5jK5sLmeZtDvLmre8zn/nM+NEf/dH4t3/7t3bf1D7GtefMw7h0ME/15OCra2BcdfiNZ//U/aWs3TVDDkCGzIMMeuBhC3x0tT9LuRJ8G8c1wTb6nXPOOe1Ni1JmQFd/pM048uQZjzzjyGsni37VvuoQPehvHuZsvcmxt6XI+OxAXiml3cf42VofbWxL18gf9lJnvuRrq/bTliztLx5rRjcVZErZQfpbv/Vbcac73Sne9773KbafRa4JMsmmV50PufQjw3hk66Rs7eXxXtP64Oto77FABzj3nrXqNO0s0Fmgs0Bngb3QAhwqIIBTf+CBB7bRIE4n542zuXJKHM1SShtd1I8TWtvxIo6Z+lJmESVOH1kcOw6plMOmH0fP2JxFqbJ6pB/nkvO3koyhTUQQn76lzBxnTiQZHElO7Mp2spA6QIGeQB1SB7BVmeRzNo2FjzxyleURkFXHMC492IQsfdDf/d3fxXvf+942IqisD+f8kEMOiQMOOKAFmGzCOedw4wEaqp5kyZMv1Rcwwm9seuChFwcYnzJZnHb6kKkPYnvyrfXKvkBBtQMeMsiUsoUUVYdbf4AEzWeUXH97g2x8xrRmxmA3POyDR5mco446qo062ytIX2SOZOBXrnqY7//8z//EF77whajrZH7G+OY3v9nuSePoi/Qlly7K7McGF1xwQZx++unxpS99KcjDox2RZ/742E8dWyrL28f0MQf2Ym83D4BhdWylHS+yp/EY256relc56o1vTHV46/zpzYbGVueaQfYlco2qlzdWKbNrQF4/aSmlvRFEvjIqpcRBBx3URlOV3VCw9+V/6IkZAAAQAElEQVTpYwx5tiTbvMzJWrO1mxWIfmxcSolSSitPXzZkB+tn/mSZgz1LryrPuPQ3b7a2p0opoY7ss88+u83rTw/6yCNlusqT7RoiWxmRaY/Ju+asz+c+97k488wz2wi4evPBR1YtW2tzMl9t5kIuW9u7yHrhp6M249PZ3BF5CE9He48FOsC596xVp2lngc4CnQU6C+xFFuA8UpcDyOHkPCFOFseJQ6YdqeeI4eVMcbzkVzp96vFyMsngtCkjYylrq3ycODK1I2NwHFfWceT0W0m1XUSQs8fx0x+vFAEDnFhttZ4DiZ/DKDrGgTWmOn0ANjLlV9abCxl1XLIRkGUMcvUBiKqTrO7Tn/50PPnJT46//Mu/bJ1xdWRVR5g8NmYTzjmwUXmMT2Yl48uXUtrju3VsesRV/JCjj7nJGxexfQUftW+NatNFH3Yh0lrQQx2wpA5IlgJO+JB9gIdcQES7Ma0ZPWu79cannS51/nVv4LOfSiltJJ3u9MUvf+c737kFDJ///OdVtRFiY9KJDeXbhsv/q/KkdR703X///eP2t799AJ4vfelLw00WOuhPL7xSYszBuhgfqUN1nvS1Z9iy9jGvOk+yat6ew6s/29oH9qJ+9GIfpD+eakPtCO/K/ayP8Su/OZRS2sg0vUXQSynhWsVLJhnGpZNUHXBo78sjOiN54yGy8ZEFGCL6GZ8s7fYPUi6l6N5GfPWnvz3uc0UZj3UppbRRbkCPfdWXMgOvBx98cAtkrYs++AmlG3l1T8pbf3PWjlyLdDVHa/Oud70r3BhwPZLDZmwij59dlK21OuPRRVsppdXD2pifdvXmb0zjIzJW9sPT0d5jgQ5w7j1r1WnaWaCzQGeBzgJ7kQU4YhxFKnOEOU8cP2WOGgdMVIJzrI1TpY0DyDmsYODUU09tQRBHjCN3xhlntEfllPEjY2mr8tRxPlfyGIPjqE5UAk8pRdJGtPRV0C5FHECOrDwHW8oxlCJOYCklzEHZHPSRL2V23NJ8jMcW8troYn51nvTSVp1QdtKGtxLwWZ1kzi2nVyQJnX/++a1jzaHluOtPFqe19qeDenKNrx3RnSPLucdrTiJ0IkTKK4kzbv548XG6tdPFTQV56yo1jhRgk3LgS5nZmx50pUcppT1iTRfzwmuu0irTuOx16KGHqm6de/ZUKKW0Drv1rnXmbQy6WL9SZmvEBuZrbPL0Z3d7R54O+O1XelsXMvUhCw9SrkDauOZh3e1r7cpAVtXX/qSTtq9//euSlshhZ7rYOyqNA3DJs7G1YXPy1dmfpRTZ9plGtiEHD35zoLe1sU6V39yNgaqe5k4+YXjpqI4sddUu8sB9KSVcf8rsI2UfR2itLxnGLWUGRM3N3nRtVVlsg+hpTsZkH7LU0VPeXKSlzAAiu5DN3uS6Hq2V/m5QnHbaae2NBOVSSvs8rT3INvPz8+1nSCmlPRatv5s35Ffbm7cy3aQAvJQ+IphuICijuj+rPuqqvvJsLkXqzYtNXSf0YadSZmtoPehgTeQRm+pLp6tbHzwd7R0W6ADn3rFOnZadBToLdBboLLCXWYCzxDmkNofzKU95Shx22GHxgQ98oAVHnm/7yZ/8yXjAAx4QT33qU+NjH/sY1vYYKKeLM/q6170ufuzHfiz+4i/+Iv7xH/8xyPj1X//1OOmkk1pe/3Hg/uEf/qGN9j34wQ9u+R/72MfGP//zP1/xMhh8iJP5+7//+3HEEUeECOF73vOe+IM/+IP42Z/92fbZvV/6pV+KD3/4w1jbo4Icd87pYx7zmHBEUx9z4jxiAlxExACLH/7hH26BJ8AHBGjnaH7iE5+I5zznOaH9uOOOix/8wR+Ml7/85a0NzJNDyhnnUHPaX/va14bn9ox33/veN8zF0VkAisx/+qd/invd617xi7/4i+E5xbe97W1x29veNhyjfdWrXoWldbbJftOb3hS/8Au/0I55v/vdr52j+QKUdVzOPtLxox/9aDv27/3e78VtbnObeNCDHhS/8zu/E//+7/+uuQU4HGDz5ySbp2OE1uT7vu/74m/+5m+uOFJo7joZ54//+I/jjne8Y9DPGrAbu5KDh7PNRv/v//2/+Jd/+Zd2bR75yEcGuY6zctDx/eu//mv8yq/8Svz8z/983PKWt4z73Oc+rX71pTrWy7j23vr164OD/+Y3vzme8IQnxEMe8pDWlp7FtDeMTyaAQT5QQUfPcaqvhI++++23X3zlK1+JZz/72fHLv/zL7XOVT3rSk+Ktb31re6QZ0AFA9AMYyLW/7WPAR51ImDo2dXT3N37jN9r1MS97QF82YWN5pL6U0j4XqMzm7CWPPvOZz7R72Pp6jvBRj3pUvPKVr7zi2VH8xgcQ6WQ/vuAFL4gTTjghfuAHfiDoY70/+clPEtceQ7bHrZsK60wHetn/9p61BiT/5E/+pL3u2Pf+979/KLOXvvaScX7iJ36i3fuurZNPPpnIAOJKKQHEqvj4xz8ev/u7vxvW/J73vGcce+yx7TXz/ve/vz2Cjwe51l//+tfHHe5wh/Zz5KSTToq/+qu/iic+8Ynx8Ic/PB7/+MeHdrx0YEc3D8zB/IzhM+J2t7tde82/6EUvCjcOtJdS2mtSX3vInrcn2fOnfuqn4qd/+qfbvcbeeMiWIutJ5tvf/nbFloBgGdfHG97whiDj1re+dbCdz7GvfvWr7XjGYls3GexDNn7+859/jetD9l5LN0PFm5vhnLspdxboLNBZoLNAZ4Eb3AKcp3qnn9PnaCGH8VOf+lT7chYAinMPKHGQASNOHsW0AWBAgwinF6ZwJDmXnH5RPXwA2p//+Z8Hx/+DH/xgOBbpZS2cagADP1l4EXn0UudlMC9+8YuDA3mXu9ylfe4M/7MTUHz2s59tga8+ACSwwXHnxHLeOeTakDJArQ7gUcexl/71X/9160S/5S1vaUEfR9PYT3/604Pe7EGfKht4+e3f/u3Az0EFOs0LMHnZy15GZAvQga5HPOIRwUkFMgCgP/zDP2ztCuCQ9/d///dBljlx7NkDKAJ2H/3oR7eyOLulzCIt//Vf/xWAB3DPSf65n/u5Fjy+8IUvDOOzqU6iSuYKhJgnsO1GAiApQskeHGiAF8iyBwBCx0SBFfvAuOxa5VgXfMDlRz7ykQA6TjrppFCua+2mAvsB0Ycffnj86q/+ahvp/rM/+7P2hT7AN/1Kmc1H/hWveEULiPQBcsj70z/90wA6OPWAqXnQlz7SKofuZNDLnIAlAOolL3lJfPnLX25t44YIPYB+vIhM0TB97JdSShtdA+rV0YEubiTY93hdH8aJ/GET65TZdg8CsVVHdaWU9hirPIDvhg0b3OIWtwjrSp6bEWxlHGtkXDb3nCEQb6+4VgBsPOZlT/7nf/4nsWE/25dVJ5X0ErV1zbETAOkGgj3v+vniF78Y9sprXvOaAKABWSD+rne9axuBfvWrX93eaBG1th8BNvNyw8YNCXOhq5scQJ4bA/aq52CNj4zFVj4T3LgyR/vV3H2W2CP0+tCHPnTFy5z0cz27wWUc83KDSfqbv/mb7Q0qe1/ZHM2dHYBxe4QNgGn72d551rOeFeZV14h889BPnTVnb3ra99YCsb/rCDD927/923joQx/a7qNSZs+VkgN4u/n23Oc+t/0su7r1wd/R3mOBPRlw7j1W7DTtLNBZoLNAZ4HOAldhgVJKG/3RBGhJRRpE7Dimz3jGM+KNb3xjvOMd7whO5K/92q9haR1tGQ4oACX66e2hjtFxmkUKtYtQcs44hJxGDiHixN773vcOebLxAjwcVo4hJxIYBDgBWW+Z5BCLLurL2eU46sd5pAMQx0nmeKqvBGBwVr+9niNPrqiNOYusAorACTD37AS2QBU5xnBUUQQGuAVKKlg0X6ADqAAm8HOegQsRvCOPPLKNvIj6iUqyGccZQKWzKJHIi7EBLyCMrURd8JKHgF0vurEeoryirF5IJGV3b+AEkEuZAToONNKXk8+mnidlC/lSSruO7Gi9RXbcDNCnlCudbLy1jixjc8iNSXdzYWOgiB3obhyOuTmIqolYWkv9gSFrAfSw4QMf+MD4j//4j/YFPoAiQOsmB3sC82wgwiW1ztqATQCRPODIvNnidhkZA4AAEjdOjKsf4EJf/CJ8jmOalygX/dWTYf9pt5+BEPamg4gdvfEh6wbEyLOfvCirenNTrjcFXAtsBvxZq3e/+91hr9lnz8nIOhn2Vykl3IQwtmvC/mcDN3Oe97zntVHlesPHTQX9jKMvHZTpSIfTTjstrJk9AfDZt25IsIW9CZSJxFsfIA8fAAdgrzxSzEauUcDMHnEN0gUgFg12c8nNFGMj4xtD3n598pOf3EaY7Q2Re9eKzxlA1VoCgHjtf/uGrvSyXsApvd0ksQbsiVcf+8teA1ytu/m4CcTGyvYAXraQllLa6L99Y/9bI/UAphsYTmdYD9coHayXvaGMz801ny3q7VVzuzbro29He4cFmr1DzU7L770FOg06C3QW6CzQWeC7sQAHTD/ONudbZEVEhLNWygy8HH300XHMMce0L1rhiHHA9NEXGHBklLPPkS9l1ke7KEcpJRwndGRQHSdWH1EM4JJzrV40UIo4ywBYBWjqOJp0IwcQdGRQPeexlNJGqegT1/KnAj7HREUBdeMsiwaK4HCeOft0YReRH0clRZGAC7z6iPBxmIFFYBQAUM9+AEEFA+oQcEYmRx6Y/qEf+iHV/5+9N4G2JMvK+r8Twx3e/HKep8qqrJGu6ommgab7jzLoEhoERBRsRBBx4QQKOKyFIggIKssBFZRBWOhiLUBUUASk6aarx+qu6hozK+d5fvN7d4iI//c790XWy6zKrOqupiuz+t539zvzPnvvc+Le/cWOiBujYkTxiCbCG2DNWAjnHEcdAEuZAaTY8j3veU+8bBFQyRrSBvANIcTIFWV4YjvGEOms7cQ8ABH4vO1tb6NrtCOZEAJJjBQiL31DCOIyYkAiutWgD8ef+wSJYgGw40D/I1oKoGdfAGqIvmFL1owH9oQQ4qWWDz74oHsrzkWeSC6XerIuzMNaQNgO2et5GYS92RvIz2XRa+dn/yATPGoQQl/4IEMIAx3hE0KIEVn5xTpywoDInItRLtKasEWdv1nKnmCfYyuOp7ofa8HJGSJsNWhDJtpZG3gzP2NDGMjHGgNGa3DHfqB/CCGuMetHGZ0geHAy5cCBAxFocbxy/GJP9ivHFmuDLRkHaCcqzZzYmTpk4sQKl5ByIgJAyv5kLwDOuZQe27LugEXqkQOegEHsRx8uDYYf+vLAJvIAVfqRhxfrwXEHUUeZFMAKsGNvIzt16MbVBVyK/fa3vz3qF8LgkmYu9UVXQCt9b0XsRS7XZb99yZd8SezK3uQY4gQD60Y7xweNnKACjLP3uFcbW4UQaNLN1ic2Dv/dERYYAs47YpmGQg4tMLTA0AJDC9xpFghh4CzVjh8ACSeTCBJOKw4khF44cjjNmEULTgAAEABJREFUABmigdRBOPI4oTiVtXNOPUREgAgYQBLnDWe05kfKJafMDXgEzDEGoh/1ACTKEECJFKeZepxFIhPUQfAjDWGgE/maQgjRKa/LdYoziV44suiOE4/zy/yAUPrhbBIZo46oErYh0kukh761c86lde9617sYcm0ubAgBiGKD/5EPYRA9fPjhh+M9eq6OQB4ZsCcgHKCAs48dIJxo7Mv6cA8l999Rz1gu6wXQsw6cDKAOwILM5JGRPJfswp8IKfU1AYwAQVwqWdfRr86HEOJ9eqwnc3BvJgAFniGE2I2IGrIRJY0Va/7hwAM4WWNsThOOO1ElQA9ABv2oZw0AK1zOStSKExnMQ3utbw1G6A+xN0II8b5CbEQdtiRlXi7/pUzUk7EABtaOtQkhXAOTzBNCiL+7unPnTmETeEC0AUbIs9cg8rciInTowj3BgBPkZG0Zw72CXDZM1I57BamDAGXISlSY9cce1HMMfeVXfmV82jE8sAf1IYQIkpFPfpECyLAVx4mr4uW3pKwP/JADoMhc1EMhhHiPMTap9xD1RHg5ybIWxMOfNaUduZiLEyEhhHiZLPuNMUR2OV7oVxP9yXMMoSd5jgnGHD9+XFxGDxhFP6KRgGOujqhlJfqMjux37MF4gCApbexb9j46UncrYs9y0oo9Qj9kgAd59gjgGL2QlTpk4bOCOYjYvpL1YdyQ7gwLDAHnnbFOQymHFhhaYGiBoQXucAvg4OGQ4kxDOJakOFg4zEQ5cNjXOsiAEMbVzjgmwNljDI4gjifOKo4mjiX86j6ke/bsiZf+cTktY+jDvMwH0KMO5xOnlrkYA+jE4cVZpwzhvDKWlHI9D/kQBqBobR31AC2iXtxnBvABHACo0AUKIcQHu+B00h8HmvvekIlL7bgvlUsQAYDojIz0I08KDyiEAWCjDhlx/HGaKRO14rI+eAH4AF9crsj9drUu9IPe+c53xoexcJkoEVgehMKlhUSXaIcvjjJrSLmmmg+RVCKzXNJJW20PTgqwDgAz6iF0JIVCCDGKBF+c8lp2UvShD3YEKHAJNrZk/QAvIQQRHecyWWxR82WNGUdECyBfy1jbkJSIG33qMfCkXMtNHmIscjEfZYgxtWyAHvJcEo3MtKMLaV0mj0zwpg6AA0/6MZb2tRTCYE+trbsxjz2oQz9S+DEHeYjIGin19RxEBVlbTsJw7yeRXu7xZT/QF8KOpBDykq4l5F9ri5p3CCFGrwH+dZ38QkcnEWizd9cCTsAtQBAZAPMhhPjQohCCWB/ul+XED/LRFz7wIAXUk0KsByn6c7KCPJ8bpOxJHiYEMOeKCAAmDxhiX/LgpsiPjiaOTycRRHNZK5fecnLi67/+6+NDp7hkmXWugSN9b0YARvpybyoAnM8ZZGGfhRBE9JnPL06ysUbw4RjiOETOV7I+jBnSnWGB5M4Qcyjl0AJDCwwtMLTA0AJ3tgVCGAALgFcIIUbqcFxr5xRAE0KIv/NXa4ozCBDE6acOB5j+OL21A1pHiqinD0Q7KZfH4ugBTgGzzEcbfes8/SDaSXFe6YNDy/zU3UghhGtVIQzyyHat0hlADVEMgBtRP+7N4l41HmBCNIwHhHCvItFbd4/OOveUcZ8Y9x7Sn/vZiLZwiSQOMv1qQIAOyIoeEGXaIZx+QOs3f/M3x/tjAV7w4cFMgAzsgvNL39rZJWLFfZBcKgkw5ZJUwDKRHu6XJOqLLSHG1YSe5NED0AAQwt4hBAEmAO5Er+kDCEBO5K3XlPoQQtRffoUwsKez8UnBpAABgAQOP5cWc4ktJya455BIJlFxHHhOWnBpMHZhDACZtWQ++ABIWCdkoMweAvAjF8AIMFDbl3YohBBlY6xWX/SjP0XyIYQoa82XOvLMDdGP8cjFniKPTNiSlPraHiG8oD/jbkasMTKEMOjPPJwoqfvDlzzzAZBIH3nkEfEgHPYZxxXAk/uJAWPsUwAQMiE7MmEriDy86pS5OD6oAzyTQlwOThvHEuOoo0x+LVHP/NieiCEysH4cF1z2y9pyOTgP5+HSb+4LrYE1fEIY2Bs+EHMwJ3lkR1f2C3OQ5woBLp3l3lZOWHAZ71/5K39FgDtAZR0ZZzx5Hn7EJfkco/Dh2ACkEsXHxvWxQ/+bEccVc/F0W/hxIocTJxzXXNnA/bPsY3Rjv8CHCD4nmbgcH9lvtT70f73S61GvIeB8Pa7qUKehBYYWGFpgaIHbzgI4hQhVO1e181oDFhw9nElAGv2gui8OOuUQQnwQDXn6AlJxWsnTt+aJ00wfnGIcP9rrOupx5oiKkqeNtHZocbpx/gEsNT9kDCHES/rou5YYD9V96zbmxunHqQXsAbqInhKR41Jboh7cA4iDzGV1gAJkJALDw16oA5ByKS0PKuEyO8Ab/JEPRxo9QhgADmSo7YRDjQPPE0J5kioPUeFpqkS3cL6J7gIKsQ084AlxiSngElDCZbXMyWV+OMA8bIg+awkZsHtdB3AhT8SRlAf3cEKAex8pIyNpCCGecCBfE/tjrQ3REd7MgawASSKl2APHHNDMfZWAAZ7USx36A8JYL+zJJY3wDyGQxAdYhRBiRJUK1hzAxDzMBzGetprgCT/kq+tIAR6k2C+EEH+KBlmpow1ejKVcE/rT58Y26tfyZ0/UY26WYlfGIDt9kJG0phAGOocQ4uW7dTs2BGRxySfRc0AYl32y1lxqW49/qZT1gW5sYx9BIYS4riEMUvohXwiDMnlOAlDPsQtx9QEAjmOB/ccJKUBofbxweTB2ZD0ZF0KIl/4yH+WasCknDup6Uk4eUE8fIqaccOHEDcCWfY7ePAyovieTdQAY8gRpLiXnQUScLMJe3OfJ8YP8nEiB562IkxnMzf2Y3JfMZwCAn0vd0Y3bANjLrCEnD9gX8ENOAPinsz6MH9LtaYHk9hTrlUg17DO0wNACQwsMLTC0wO1vgbUOPM45ABGpcbRIIUAe0QycWRwu6iCcZPrhCFKGKJPiLAJOecokzhl19GMO8oAULmkjQrGWJ3PQDsAlxTHFMSQPEWGhzBgcZOpwXEMI8fJcyjcS80J1PXmibTzwhCejUs+8yAZPwCwOJnWAUoAodYBU+lIHaOGyOhxgfgeUqAhAEtnoAzglrcEJvLAN7TxBlYgklwICxOhHmbWAL3NhP/QCuNCOPbi8jzyXieIY42gDfkMIItpCG4TspPBbm+JEAxa4V456oo847jjWlAEYIQSyMWpIBvmxVwhByF7zZk9Qzx7AQQccEiFmDGuG7LRRRnccfPLMj36sO/avgUptW/rg4LNnmI8ygAZe8Fnbr54fmQC89KUPRB5ijxFdA5gDlhjDOpCyjvSpiXry6IwO9KFMv7qNOtqovxXxEzPwYf/TDx6MpY4yewCerDNlCHvU/QFngG2elswJBXTicmjsxbgQQrx/M4TBeskv+DuJoJJ9tNZ+IYRYD596b9J3LdXj67q9e/fG+3d5uix1rCl6sCdrHuxb2lhTUvRjjdhLlGsCCFJHyjpwUgU9qKMPxzUpvIk8sq8B2/TjZAo8kZ1LeDlOefARQJEx6Mn6c28w/djT1N+KOBnC8UH0HR2Qm88+ZKrHAbbJs2fZf7TXdS+3Powb0p1jgTsecFZBimSbvyil7joqVcUy6YBcvOFduvxy5C7D9/UW+BwqsYeuV9f7JVZ+Gmlk5HExfWX/4lSvrOuw19ACf6wWYC+upT/Wye5A5jhviI2zToozidOF4waYoA6iHXAI4MEZW+sg46DCBweQPP0h6nDSAJzcE1ZH/kLwlyIdTABYABQRRaIMjHF1BI3IwmV7lGvHFjmQAYBInod4hDDgByBhPMCCMWtlIb+W6naiFORrkIRutfOLzPwsDCAOB59+AEp+OoF7vyhDOMM4olyuynhkoB55cJzJY9O1aQhBgCD6AHppw37YFV0BHMzJGuDg0o5jTESTp+YCdmirARyX1zIvoKCeC1DAOOxEynhS5iNyzKWIlD/84Q+LNQIswg8dqIcfKYTtQgjCNshc80Y/yvRh/ZCVSBT7h/Wr+xEJ5mctAOY1qAAMEfVEPvYG+gAaqIcf9+5xyTCRY9aCdUU2eNZzIiOycYKAdvYoY+lHPXlkAbiiPzJSx5wQ+RBeOEnBmBAG+ymEcO1eRfpBzMc8pIAm6m5FRK8BPwBLxiFXCCGCdtYbe7DmXOYMH8AmvzkLAEIX5mAf0EbkDZsCdkhDCBE80gaFEEheRKwpldgNO2E79KSupnrPYBPshGzoSDtRTeQm4siepR6iL+2sK2vEcYmO1NX8iYpSrmUgzxrDH7twGTl1gEROfKB33Zc+tBGxZE/wWUGKHuwzdCESTB+AXwhBzMexSJn9RNutiMuLsS/HP/PBmz2NvszBscYltciHXBzr1HGZ+CtZn1vNPWy7/SyQ3H4ivXKJAJil/yWNpgoPS/OGek77Ck7LWFfq1n+V2z3Eb5x+U2VOJWROpSlycTn2c7tTxtTkgcP3nWyBwZLKy3odVfaiI1k3Z1dPVCimDKnrdOPAz3C5nmdtev38FvAl3q+4CmamqKsneSGtolN6Ix93iTao0xvbP9tlvnhfDX225X09zcce8NaJn5CkEHXXdKRQ02plXazT1erXbYJjhXJ1ZAJnjTKXev7ET/yEcAop40hybx6XYX7rt36rcNSox1GlDaeZiEUIIUZDqK95c5kbbUQreLAIDi/ABeeap9QCgHhoDvxwZDlecGbhywNxeBosDiTjkAc5AJzct4jDST/G8jMGgDUiIZRDGDjg3G/1vd/7vfG+Uy7xDGFQzzw48cjOT02gG+MgnGIeksI9lgAk9KEeIMj9lURWQgjxnkB4Amr47UQcXnRFVhx39MQOANW6DB+iKURgiF7hsKMffWnDmeVSQvLwwckmj2OMPYikcg8mugISaWNMo9EQl+JShnCgIeagXK8xdVy6C2gmegRfImikyI+uyAwxrrYveYAufJiLNaIOvci/613v0rvf/W5xOWT9Mzc1D4AVwIGfRWEMhG7cpwiowv4AhFofAACXj3KZMeuDDsyJ7ERF18rEHOwLQBhryH19AAPAA/sJ2/C7iuwVACBz00YKT/Y8ulMOIYg5QggRbFK3lpiLMfV4yrQDUlgPQDx6UQcf7ifkZAr3+QI6qYewMfuYfVDbgHr058m82Ir1qe1NG7//yDjszN6lDsL2pNiAFPswrj5GOblAmTYIm5CiR82HdvggO/sX/SjTD/uw5wFc/J4ufbA19dgZHflNXGzIOHjRTp7jAh6UAXDkObaYG9sBUqnjSgUiuOxt7p+kDnuS8lnEenNSheOEuocffjgee5yUoMweYl4uP+anhqhDb1LGkiIP+4gya0MdgJdjABDPpcp1PW3ITvSUhyJxwoK1YZ0p8+AwPoOYk+OB/jdbH9qGdGdYILkzxLyVlFYB7+WmXdx+XRtu0dqK1faqTt0WYOgvzYq+NVEHud2goq6lNKTPHQuw7qIZJS8AABAASURBVGhbp+QjAvOe+LTTyASOUCzc9F/dgxS6acdhw+1kgdetLHwisg9Jr1PyRRXXtXK0RLq+9vVXwvmqHVC0w4nE0SPiBTjkdxD5fTqepvmrv/qrEdDwu3qAAJxVnDgcURxnCB7UhRDivXiU6Q+wJMrFk1j5/Twe0oGjiuMJfy5toy/ObAghgkP48yAeImZf/dVfLYgnRP7CL/yCkAcnGKcYwMNYgCv3CuL40Q9ACm/AHveY4UjjWMKX/ji83I+Gg0+eS1txeH/kR35EPJSHh4jw0BLu46ydSgAqwJY54AmQAVCjC/PQd8+ePbCP97FiRy5hJRoCUAfoPfnkkzGiyNNIie7CCz48oAS7EEElqkQ0jrVhTWAIgODyWWzE02yRFbACfyK1XIIIUMH+9AeoYh+caIAKeeoBtlwmCT/uHWUNcMRx2kOwX0GnVcK2zM+c2A15iTYCLqgHJLJfQgjCRsiEHDzchkuNOcnAPXY8RAhQQR16wR4e/PQMNuYyZJx7bMkDWniQEkCcp/Wy1vSHmI99xr6lzLqRIifOP5f1ElWHD2uBnjzBFLDwt/7W3xJrRn9shD7wYRyyUw9hH2yCrpRvRbVNebovxwTAizUAeGJ/5uNkB3OxlyHkYJ0BLpzQYJ8ylnkYwx7Bhu985zvFHueYoQ8Alf3ET6kA4ACYrCsAjrGsByky0c7JEexCH+rqNsaR55Jl2smz9ozHFtgYYAcP2rANJxKQhycqs2bf9V3fJfYO64ns6METnLEr49i3a+dlj7AG8MMW2Jd29iB17C/2MSCRteMzAztwAgVAiN7cN42c9GddaWOfAeY5VrEPnxVc9QDoRn/61mMAkKwpe4Y1pg3iN2LZK+xR7uH8nu/5HrFnOenDscznDr/1SV/0wP7ogE1ebn0YM6Q7xwKrKOvOEXitpOBCKLVzk7ohkr2fNFKi1HUomOjmf+4ywAn190CSusoFvxXzAw6uHL4/By3ANoBq1V9yNwTXfrpUM75JytxQ3eyZvJvr0mcgXWVof0bXU3A5xGPDh9e19IUZfZDdBpAhhIGcIXx66Qv6DHOfjgWCB7GFSJ29Q96fPTFx/HBYcf5wPnmAC84dZ/Bx/AEXgCUcYBxBLnHEMURCHH/a0jSNP9XBPYWUARIhhPgTCzi3ONEAD8AD90FyeRqREZxNopE4beRx/nHk4I1jxziiVTh25LnUkHaiizypFScRJ5m+jCHqAb/v/M7vjPceAi4BMQAOAC9gET2JWNI/hBCjWUTXAHk4uURcuLQPEE3UFXAA3xAGO4ioJA4uMsMPh5eoI5caAqQBETje8MexJQXQAjaZF3DJE3ABADizRLEAvTjVRPRw1AEY2BqAjN7Yk7VBdhz83/zN3xTgmIgZD0vhEj8u58UmABnm5BJVeBGxxLkOYbAetEFE3dCLyA1ONrJgW9oAHaQQaxvCIGqNPYkI3X///TSJiBXgggLrjk7YGfn4iQuiQdxvyIkL7mVk/QFj9KcvuiEjII0o9IEDB8RJCcAaoJRLGQFr8AEsAJyxKYAfQA5gYjz7hj7sB0A8YBy52WOAT+YkSsZ+rucmRXbACSCHtYE/Y9iz2AegRb9bEfPTzjHByQAAJscMtqrb2I+/9Eu/JIANevCQJo451psTBhwT8GAcKfuV6Dr9eRoyNuSyZ2zPvqOeftgvhBfWFX3gy96FJ2XshX1IGcP86AaIZ804/ll3dKYfdmd9GYs88EMP9gqyAMawNZe+cuIHEPjzP//z4piEP/0h+PF5QPSfPG3MQwpfPk+wL3JRph6ABy8ALZFLIuXsMWTl84OTKvSDiPLyhFyOA37rlOMQm7PvsDfHJscyxwx7jTHsCcAnulHHvOiMvuw/5uBziAgrl6Zz3HB1BetKHl7wYU9y/zOgG5vcan3oP6Q7xwL4CneOtC8habDTC+isKbF3zFdXncZ6j6Mu2FUfkBRW87ruZXMQ6QwGnRUj3FinHqFIii/3NIeYHf77nLYAO+G1McBrN/Nro+9w1tvTAquflPHzsM5fJ+lqpT+ar6v+XCngIOKMAdxwCnHcACpEbbhnEOcLJ4xL1eoz/dgG54xIAtEoLpUEoFHGQQ0hCGcSp1h+UU8/HG8AHfd84VASiYSPuwigE8JgMXAIIZzi97znPcKp43I5xhAJrB+ywzjmox8OIVFOLvvj9/lw7AF7PJUVBxVnlkgijjDj4I/DSZ4IEs4jv62HA8vPM3z/93+/4Cd3wEYAEmdjHU4nDjdAkPl5iAlgnIfS0AcAgy3Jc58itkN2nGQiJER0aAPocdkofAD7yIizjJPNZag8iRPHnLVhjRiDrNjg6aefFvfVAVoBne9+97vjbQbwwqHH/vSHsA1pLRPRJoAHPAHatKEfulBHmTGUyTOOSBY/BYMegGuAB3aB6jWkL/oCynHiubQWUAy4IgpMO7xIkY+x5AGKPImUCBprQPSMSyhDGOwH+iIX9zoCHolGMSf1gCaAD/MBOACe3HuLbf7gD/5AgAZ4MRf6cJKCvYZ+gGHWnT0BqAAg8dMa7FNOHiDbrQjwAi9STlywZoxFV2SrdWWfsz9oZx9ztQBAhnnpgywcI/VcnAQAdAIeOR7ZG9ilBl0AsXrvhjA4IYB92FfYiOgwoA1+yAbQIg+4Zk9xPHFMcAxQzzjsyMkOTr6QEvWmnqggtgPwEkXkhAKXKQO6AMwcX8zN/qE/xHryUynsk/ozAHswFzpzfHKMMI59RD0EL9aOsVyizkkm1poTKSEEcfKFkwL05SQLNv3gBz8ojn+OHU7eAPo5NjmxA3/koT/HELJQZg+gXy0Txy0/L8TeQi9k+JVf+RVxhQRjIdaA6C95jkHW75WsD/2HdGdY4I73WWtAGUMwtnks27MhjXXOvzi12tS7P/escYcmRegapkwMOoP7QbHS+ehS1akHD9+fMxbgaxmqFWYXkGfPVKv74lNNGf/yVLpLGXfgS83vxlf1HsivFx8i5kqbk9V36XQtuTh8f05bgP3IcVAT5RcZ5CUq2UUv6vc6rsAZrZ1XgCaOI9EBnDvUDmFgJJwtohW0Uw/hcJHiqAOMyNcpTiplCKeaFKodPaIt8IOor8eRrwn+zEuZCBggg/lxwmuZcSRx1gETtQMNoEIXZODyQMYTnQTgkYdnCEH0q8v0gxdRMerqKCF5nHEACWBurV3QC2JuQABRX9qRM4QQLysGTMADZxcgyZzogN6MrWWGB/oCYJiHS1DpSzv94AHRBghAHuwOUc/c3BeLDjjV1MGLlPlIsQcpIBUAg92wK3U43xAAhTJy45iTr/mRB3iQ1jKgB2X6Iit2ZF7sD6hlLPNiF+pDCPGna1g/7Eqkib1AHp0AtkR3iRqzTvCmjH3IYxf6MA9zIyf1RD1JmYc9jV2wOXXwoR79KDM3PAA7RDmpw0bUk6+j1ORfjuox9MMGXCHAegFQQgjxnmb0Q9Y0TcXJgBCCWC/GoAf2CWFwnLGPkDeEINYa/pThSUpf9MNe5OERwmAsfSmjE/uA+Wqd0Q8e7CnWBXuyNiGEeL8q5RCCat2RA17YkX6Mr/mzTtgOGVhz2uiDPOxhdGJvsVbwYF7WnjzE/BzvjK3lAzQylnb0Y33YQ/DFdvBkPuShD2XmJc/+oF8IAztw/MGPthAGddiu3mvMSxtjSFkfZCeP7ZgX2zNfrTP1zMN+Y15kpA/t8EZHUvjQxlj4DenOsUBy54h6c0kjuKT5eg+ZmldGHgfwfKGzzUKkMwIJal0mWaXB4bVaGCZDC9gC3kL+rwjcyLySchX31/V7i7G3H5W3n0hDiW4LC/BZWNOtBKqPh8/VnYSzifOEs4SjhDOI00UZu+Fk4UzjwONsUkd/nFccSZwu6iAcSJwvUkAJvENgFRSdb5w1+MEHfhDjGEMbeeYOIcR77kIIwpGjjTnhS6QGOXEgaxmRD2I8vOiLQ4nzh4w4qKT0x3GkjfH0pxxCiFFW+uGQEvVgLuSnD4QTj9y0UyaFJ/1wwHGSsR1y4PAyN04/8tMfxxnZ4IPeIYTrHsyETAA+dGM8fCBkBmQzF2NrUAxPnHTamZtLIqmjH4ABuSgzhrSmxx57TFxOy/1p/N4o9chKik6kyFKPp1yvMe3oUMuA7WijHlnhw/pSph9tjMcu6EZ+LXECgvWmDpBWAzGALbzhQ1utQ70ezINtIfRlLvrVhM2xGfsAPgAg6lgDbF/3I4UnsmF3yvVc5G9FzInOpOxP+qJvCCHepwvIRT72BilttT6sF/2RBR7IRjt9kRee2DGEEJ8OHMIAqLMuyMk+ZTxUrxP1jGM/sH/Qizx92LekNVEPr7qMncgjCylysLfIQ4yHP3lkZZ3SNKUY5WMc/NCHFPkYT98QgqiLnVf/YQfkI6WK9eHzBPnZu9RBtDOWetaIOmQNIYjPAY5hTpChD/xI6Q8/+kLcz8kTr6kjMoqs8GMs7ew/xjAXxH4ipY01YD7yEPxDeOHzLISXXx/GDen2t8Cd4O2+rBXjVa/sTxP5mq6FhVz/knlzjkDT7aXpxZFOzPPSFAwWIA1fr7EFcGFfDeEKv5iCNwZ0o3LeJtdtpRvb//jKAx0Dl5CvoVc7n9WMTxll7w+ocrkycB6QPNcLcwxkoG4gxwstr1mOp0q/GnrNBH8dTfziw0fXDhJd/6o/Ta+vff2WcAbRDgcbIo/Ti7NFihNGHc5y7exRhur+OGA4vDhljMGRI08doASHDScfnvDBcWU8Th/z46jTh3F1G44jTh/3iuHA4oAzH/zhy3iiEoAVZKzHUw+FEGLUBjko0weAgg7IgMxc0sd45gUYIA/t9GNMTcxHn7oML/pSxgFnDLKiBzIhYwhBOLfU0Q/5SdElhKAQAsUIpGuda/3QhTkZj1xEWpkP5xobrnXGYYKTjkzkmRuQj44ABsYxhjKycY8r9wByKSTjuFcUfdEvhAHgxmaMQYaaJ2mtC2tDO3UAOnhjB8axztgWPZmbOvjU8mEn5KAPY+hPH+rhR3SwBmL1HLShV11mfvpC2IwUHtiKPMCWFBnQse7DnNiWemSqwQbt1FPHOAidsAn5WxF90DOEoHo8QAtCbmRBXuwUQogPkqI/8qI7/eQXY7ERqYvxjT7ISn8qmIsx5CHqsSF6wQf7sEbwhhf7hzEhDPYaY0II8SdZ6IuO1EHIiI3JryXsRxngSPSc45Uy+5l1CsHftGUZI/nISztzIxe6MJ7jgzHIiE2QkXbkp425AYy00S+EIPYueQh+9IMYSx3rxXGDXNiIqDH9mJMU3ZiPvlxqzX2dXHrLvahc6UB9CEEc/+Qh7Mh4iPGsHfXMg6y0IytyQNiQuWmjH7a+cX2o/+zScLZXY4Hk1Qy+HcbeCC4Bjvg/dRrbVwWlnuyLUldwzydE+5CGFvhcsIC3/aegJmDzxu7UQTfWD8ufMxb41DbRNbPwxQNdq3idZnAcUa12NmtnCyecPE4UTiQOHv1wuHBoSSlTj9NL4+FXAAAQAElEQVRVO3khhAimcNhohy8OGX3gRR3EeBw25sehCyFQHYl+OJbIAGClEmcPOYhEhDCICpKHP+3MxzgI3vQnTz3ttTNLG4AHeYkG0g8dcC7pS5n+yExaUwghRmcZTx28kZ98CEGMxQlFJpxp+YUOIQz0wmbM4+r4DmHAD/0ZRzsNgARSCH2Ri0v5mBdCrtoZh3+tP/IgO+3YDP1q55c+yIdsPHyG+wep475bHHDmqu+LQ3bsztpTzxzwJY+cdQo/9AcEU4dzj6yscwgDnbEza4ssyEc/eCAHeXjTn/mop4xcEOuFLuhAG3LVctS84AExN8AGW5KnH0AkhBD3In3gjRz0gzd1a8EG9q/Xhzy2rvvR92aEnehLO/xJkQMQj9yUIexEmTWFLzrTB0JH5qQOHrSjQ20n+CNbCAMghn2wLfahH2X4UMbezMOcEGNZq7U2Q2bqIOalD3XMzxiI+Ugh5GGd2IfoRrkm2pmP+Vl/5ocf9awZKUCUlHb61jIzBxFt6gCMpOypWlZkYxxrScq4EALZCNzJsJ6MIw8xHnuQRybKPHyKnzDh4VH81BPrzgkA+tSEPvDHJhDrQBv1pHVdCIOTMsiIvWlDX3QJ4cXrQ/uQ7hwLfMa/8z+bqgMmy1CqFwpHZaS+4zKUC5cGaRXjM7jE/bLQSn9FvaLvutI9pbIqfdZMynyM+a3E//wWhB5Ef0hfkirXQk6G79vXAt1OR7rVQvpDTLegotf3eOvnta4K7xtT3Dwu8wFaeF91uh1B7Cf3jO8qdpJojxUv8e+F/olba2K3vkBFv6t+rxOpLHruN2iryr563a7Ln503x8SAKjuGPZU+jj47M7+6WfjiWru+lPnCZO1i/atjPxx9owUGm+TGWrFfoeBPXzkizb6O+Rf1fH1W1M4hTwzFyfryL//yeAlcCEE4mThcaF47pqSU63ryOGAQ+Zpfna6tI08/iDwEP4h8CEH8zAEggad/UocDiMNa53GAya/lz/gQgr8zkyg75XoOnE/5RR1OqrPxDV+IQggvvuyP+prQlfGUQwjxPkTyEDzqNsoQznftxJMynvqa1pZpv7Eeu1NHP3hDa51r+Nf6hxCiziGwwRkl1TaqU2p5oA2fMTwpmIdCUQfh8JOGEKJezEmZOWrb3ShjbVv61X3I12NrwERdCC/IRRl7wZt8TZTRB6r1RPZ6HtrpW5fJQ/Xc2Ic8vOs1rmWpx9K/5k2+JvZW3Rc94UVat98qreWpxzP/2v7wqsusaT1/CAOboOPauWhfy4Px6AUP8tinti396jbaIfqQQjXfEAZzUUc7RJ72tXnqoFoX8jfKQ7km2tcS42p+dQrAW9sHW6MDfYlor23DliEMZEU22uoTLJQh6uhHeiNRD++6njInWNjvPDyKhwrRxgkA0prQp+Zd15FST1pTCCFeOVHrRj35eg3IM3+9PrQP6c6xQHLniHoTSX3sEM3kckBjAAFCrxHOzSoFo8ncFAxOgwFpJZz3vnB6Ihm4arVvPZP3fp29U9PPebn5QFS9kAaeRd8nHIrCAK6nzsrKy9onzTI7y2XsX3jc2gFZkgpqNpoxxdGoyjKeyCj7hbq9bqxnTOCf6bq0ZMe68hZvPmBphndp3rX8lNMUbgBQevxx0IB3WfYicC4NFPoGmuiGLH8cM36meYYQhM1YF3n9kRubpmkqyp/p+T6n+bEdbzAAEZFOZ1mALIB+5TXg8xbQqRs+b28YOiwOLTC0wNACQwsMLTC0wOvEAq8LwInbXtl5sas/+L8GPFYGl8kqZUkSo5iVo1Kq+krpV6zY73EUzE51Fakv2bGWOb1O1nioxqoForNrAJKkqbI8j2fSxB64FbEPHE2sHF1MnI/Osstxj8RrsEtRl2WJwWWQt5j3lUS5mWdiH9E+SMvryvR1xS3fISTmlfuseKbM/NIsjXs4Sb2X01Sv9mVzKJhJTalLUKJKifPUp5bBKFqJ0yzNlKdBmUnu46G399sKcqKAtZfzpUF7YsMHE/W3t/B3gHRskJpWxR18Hg92R7OZx+OMCEjL+RCf8Ob9k+WDDqtjhsnQAkMLDC0wtMDQAkMLvH4tkNzxqtm7WevvoFCyCgxSO8RhFVwOnP6+EoOL1GAzMQiVqeoZcBZcmthX8Di5f2FwUZqqIfC8/beHIyYxUnWTlMvGSiKTbud+A6Is/V5PRLwK6l9OQ4+jC5fWJLmdZIMWImaFecgRyt7yireMo+XuV/S7MZom9pEHlewhA5wITl2u6+tyCOzc2HDzfx5feq7SkVlZXvJcStvnUmFHUW8+8OVbXsHsUTfu9eg5WltZP1mnvmVBhsrpy8/y2vcAYCZpGgWJwDPmpNK2Xc0Ok8+ABfxR7E/c6xmxVwY1pYqujxP2rO1esZ+8rwdtw/9DCwwtMLTA0AJDCwwt8Hq2APjsDtevVFKVwp2MRN7Of2oCeFbdZRVLCyoX56WuwWUHWpJWlqV+zwGuvnGACZBgMBoclBr4plV0tgfGKQfJ2v9469DaumH+tbGA19wIUi9FI+2WkoSFqtRo5GoRJcQtLvoanFB4GZG9j0KWCYo9K4kgDWQGyhuZkpTDqBLRxxj4M++y21Fhpzr4BEblsjeTLKDf5QvEnnPtLd+eKMlTJZZBBqhJEpRbj8x6REFuOfiVNSbuVlNwHnIS34mCbdZQq9lUSDMpJI62psod0Q3YUbfB6xbrj92zLB3Y3Mc7nxUQ9SGE20D4O1sEHw5xF5DWmniH11mfIylEVJmTNKRirQw4gxIFopx64TXMDS0wtMDQAkMLDC0wtMDr0wLJnayWffHoc6f2duxSGnSWBp+VMns8iZ0aezrKHJXKKikQjYkPgOnLSOAadZbm1DUY7S/OSkQ7cYjMODFySCOQMDMNX7enBbw2XtuXk21pfl5zV68qRgXT1I5uFom98XJjlfgQMegsul0tLyxoZXFRIQQNop2e3PsF/vNXr8Q2IxvJcyQGObn3nryHiKouzM6os+QTHYBP+WUgGvu+HOhMPL/n6zmiOWMdFq2LR8tCDEifhZfBpYLP0Vj/hbmrg4cVBcuFbJ+F6W8+xStYf68d4xfn5nTx4sX4yHrZnpWjxVF8LyHtQ/rMWMArch0jHvaAndM0U+6TFqDT7uKSlr0e5ZJP+g3tf529bqPCUJShBYYWGFpgaIGhBT5jFrDX+Bnj9Zow4jY6iDPnDlBGABp9eBwZez/PP/64Pv7hD+lD73uvHnvfH+iJP3yfHnv/+/XYH7xXH/9//0/nT5/WqZPHdOr4MZ0/c0orBgZEPqMydkxj6n+wg5wdvu8gC8wapPGDxI899piOHDkyAH0+GQGA5LLQV6LKioHi6ZOn9PzBQ+Lx9oXBCqCFExpzs7M6fOignvjEYzp6+Hktzc34xEVX6nf95t7gvi5dOO+2Qzp14rhBqSPteN3epBWXGL6MAL2VlQh0mf+Zp57WwYMHNXP5svn3tWy5Xmb4yzaDx6Aokjc4l5xCotLEHGWnq7lLl6z/QT1rGc7YFss+TnqfgflfVsDPRAevFz9MffToUQH+ZQTEGiZp+png/jnPwx+z3s2KVBuDujofU69B5Qjz8vyCTp86pUOHntPzzx+KTcN/QwsMLfByFhi2Dy0wtMDQAne2Be54wFlprQr2mOVQTASK1Jcab+YaS0s1uW/TQKN0e69M1SkqdfqVTp45r5MnzujM8eO6dOq4Fi6eUTV/Rer47LsdJJl/ZQp2pyDJEdJI5Q0rT7luc4ooaymOcX1M6VsPJ1/X91W4mpIhS+w5mK/nWqhf44KYunLNe8Cn8qjKssaGev5YKD0GzjXFSrky0nVd3UQZWSDyropv8lA97loa54Q3cgykNtzSC3q43msg90M+eKwl5llLdVuc9No/83CetkHfRFWSeolMwQ2ccUhCrKuSXDJNTI6r7C1p6fJZFQtX1SQc7j6pI5Cp94IcoYSQqYiyFVYJMm+vu5lo0U7y2VNHdfzIczp/8ZyWDSYVEgfKS01MTSgte+rMnFe5OKOG+SpryOEcZU57y8u6fO60Th1+VpdOHtHy4oIUUrPN1PV+rJR5vkSDF/qhnclvNyhvtdRu5Eq6K1q+fMGRoatKgxvNuz064WFrx2J/U9TJTe4GD2wu9ZyF+k49j9v8VhEUSa4NKjxIik95Jmc+7ZGmzZgo8dqtzF7R8pXzUmdJrUZbueevbCP4iH/uI+8/KBbN44XUctFGH/OlnhpmxPay7d1dkY8ztNMGkY/1MVO6FWK0U9bcNbIcsi3ldWFZFRjZcYt3YHdBV86f1bmzZ7TSczm42mA68nT2M/+2XFGfl0pfarYb+71Un1vV3Tj+ZuWb8XD/2rbXpTfrf3194iLk5Lq3uQ7K2NodQp6KS7GL3rK6S/Pqrcy5nc81aLCeTH8juZPfcHuB2DP0c8PwPbTA0AJDC3x2LTCcbWiBoQU+ZQvYDfiUx9w2A3CMyyS3Kx3E/XilHdlekqmfNVWlDcmO/Ujoqjd7Tml/Qbt2btX9j3y+Hvj8d5jeqfve8sXadeARbdm+T1PNhpbOHtPK6UOaO3lYRhEislNVtYlwdnpypSoDmOWVBc0vzqlv4Fp4XlkKe+KSVlT1lw1y7OwyxFQYLMh1tEFV5Tb35N3rLTpxuVyyA2YnzCVDXc06vcIDWkrzWiGiZaDiOXplpRV7WmYrZyP1ir665tMtF9xjxUCmq27HLpnZ8hBefF+X1PEc/ZL5rIcrO8tdg6RFi7Zk8N3zWMms1Ot6DoPxjj3yxX6hnufrdkotLXa12O1qqbOigntg+U3KFfNynapu1JtLk7vWF2nPW8BL5jFv+/CQENnR7BfLnqcP9JDF02JhWQ10cDfRa8mKGRJEoNp13tOr0+lZLmpLcyutR9dW7puPNOfIyXKvr2rJFvOadK3XjNfk0kopeK30FlQsX9LeiUSTPUcfbU9ZVkLhwUBR8/PqL8xpvrOohWpJS5rTYrUQ+c73bA/LMDk2rqZbtm5sK2lU6oVK7L201Va5tKKGjTxRzmk6LChLg1cuqCi9b/K216Gv9eNtHdg0pmkta3J0xHujVGVwFBqjWjT/FdvaCkpVocK8VhZn1Z9flFa6sjpC1rZPgGwfaajtPdEMnsP7sqpSLVlJbFTahoM92PO4BZUzduYXOyoWrL/t0ilmbevLWq7m1LP1Ca4yBfMveX1VLFnZRVUGcIUBQtcnWzorrjO4VHc5nrRZlxfanHbVv3hKIWlK1gEbIaYcBZXXXdWybCGLXXoWReqUXa/ZknWzTvAzCF+0zkvmsOwec16j5ZVFldbNVfEd94YVm1leiZqZobwRbA8brLIG1YoWe/OS5ZXNwVKWRVDfx3yf/eY1VDErLV/UwQ+9V93ZC3rTIw9p3eZN1t+Sc6LC+0qv8tXxJl3pFOr1Cn8GYUjLZ9upZw0Kk3X3mQlpFWgLRdzN5xrU7fY9u/tTdwNVLg9ItifEnhlQaYvUJPe7ngrzhbmJbwAAEABJREFUfClaO48iT3dU33JCUca1vLwXBa2tW5u3DjDxoaBIZpasIWfjO9636VzRtS289tlYU3t2b9HEeKbLF07o4tGnLAyfeN631stW1Jz7ureWLbLfHs3/F6iyHOUqIYY7DN+vwgJc0XD16tVrHHhIGIVerxf3dL2GlKF+v+9juRApVwwwnhQiz9ghDS0wtMDQAp8tCwznuTMsgI9wZ0j6UlJWFt/OZhWjGnZI7HySx40rghs8Jk8qtV3fSqVmnilvj4jITD4xoebEpLbu2KN9+/Zr3+5dWm8w0Ju7rKvnTwkgktiThQ2R0BU7yeWyXWQ7uyGX2q1c46NtZUlfITqVi6oMansr8/a9l9Xtl/Jb9kNj2icqZsCl/opCf8mYZ0B5aiFxgTvzBiJL6tpJNVbUSl/ii77sLikJPRdW1J+7qoW5GcmAKvGwvoGA1VOeJHIQTA1XpuqrtIxuln1vj5WdShm7LKo06K36i5bTetgpbtpuSbNpHYIKe+zIWOFkOApU4iBb/yQLkUcjTzTSbjiy1VDmfGQKwAhSYUey7CwohL4hSGn+HXWMXAFmpYL65lVZD3RPAHvASXuKmaSWncyG6zITPHsGr0tLPS2tFHZoCmW2j88FCL1sNHPrKDdgTw36C+vSTFPrnilYDvVWVJWMSZVmiQoDp3a7qXZeqm2g2zIhgw0tS62Q51KW+Z2p5Uky20Nei7Jvd9eIsunm+dmesnZLD993j970+Q/r897wgJ3lScWXwW6iUrnnbBrIQhZAMp/Cxq8kjU5Pa/te77H79uue/buUjI16RKKeN0fpOTqdjlaWF7WyMKtqaU6pbdhyVDFrNYRDL/eWHf+G907qfol1bCRmLBSW2u1ENoF63gtdA8uon22aGHTZgEpbTaXNRER2W470B++lwnvMprHekkWwOfqK6+N1QZ8kSE0fK00D3MqAxI0CdPYc+U+W5zXG/G5HvzSXeu7fX1qQIMtZqafgNU9sH0+pphlCqevjSQfvL+NNNKNGKJBlmRKZI/NZx6zsqJn1ZHyi1HJVPq6Yo1oycDVQXDbIK2znylwqI54QUkVdzKIMUvAxL6Kc85eVea+0faBl3hNu8fHhDnRyX73KV8OL0WymSlNLudJRxxHs0ntfSSkrJB90EscjdfycjkF0ZbQZgtRoZJ7d/YQgNbnKOvH/Uyd4MAqea4k6iLq1qZR5bbI8U2nZuNy1x0kG2NimPU4q0f1mhI2jrObrMVbpRT1LBfMuo33kzxL5OM/yoDF/dnpaLc76ZJr3/QDwFuZWKPjzLPJKbmRXuQJyMnx/RiwA0AwhaNqfUzAsvTeb/k4gPzMzE9cu8XpQDiEoz3N/bmRxPTMfs41GQyEE7+VGbJvj3lzzoP+CT3aRDmlogaEFhhYYWuBzxgI3VTS5acsd1mD/6JrEOCsAMdkhCgYDdnmEonkaFBqZmnbm23bEW6bELk7eytQaHzXoyNU3mAMEyM6sWiN2FmWHNygNUpKaS5AARsUSIOGK84tKigXJoDMEfyE322q1RlU12lq0b7TiIVWjpSxvyt/M7tf3GIPOzoxCZ069WfOwE+1GNQ2Gx9NUI55jJJWm8obBlAuO/hiRKGvnWjc5pnZWKdiJzR0d7F+5rN7li5IBi+y+pwYbOY62gQV4vMqlKump4TEj1j1v5Ap2+OXIkTy+unpZRCUz8xtxnyyv1DBobSZFTMlnLnfc79LJo3YQzxtAVErtaNu7Fg51abBTGiREJ7uRur1Uy/OPWI7MMuUGOIl5yOuReJ7E/WWAnVmvcOmswhVHoFdmNOro2bpWpamRUmOtvlqNropyRpLtmxgkd51fuKR0eU4tU3txXr2Fq6oMdiPQMu+c+ezAN2y2HNBl4FIYCHWXF5QYBCm3Ye38l16/3tUrKk3F7LwKg4WGZ2qZcqMxm0E2hzLzksvyGBmMJ6bUe8aqqE+Y0P1thLi/Yval/jkiEHl4f8gyJR5Pt8yirDMgnh5ves+kCnbGS0daAWVRH5+cEEDd65TZlql1S6xPBFJe59IR5sLh51B6zdJKOUL5xIEMHkTeB0H/ygX1Zi57e85ZF9vUc7PWmXVqJpJ3pXID+MQnI5irtF0X5y5p7sp5dWybHvKkltbgs+k1Ty1HYpLX09P7v9Q1zwqAxYkIHyOJ7VLOLap/eUaaXVBY6ipYXhnccFYEkNoPfS2b7YqPtzRpK88siY9VdRekxQtKl86q2TkrzZ/w+HMev+D9nyq02gqJ++bjyrJJz5yZixS83lZJA1+3coWVSxItXrqiXrfQ6Oho/D3IQkFgTRxrfQZentYcJU+lnL3faihpWCYL01+Y1+yVS+JhU33vm8p19ZTIW+cHaXACWW5BLl73pm4trW2s6xkP1eU6Xdt3kKeXVDoo7VVgTxr9tUdHlKUew173SY4sT8V+jTQY9sJ/9te1Uqm43/TSrz7rymZPzI8zcP5cG5+YUu7PxCuXL2tp5qrkE2Cin22Upe5nVpbE/298h2hvRRu9dI8bRwzLN7dADTTpQWRzdnZWS/H7SNq4caP39cDG7N0QAt2uUd+fax2fMANkFj65FELQ5OTktTFjY2PX+g4zQwsMLTC0wNACn9sWGHybvE5sYP/6BU2CnU6/y6KnMjoz/YHzhFMD2bGRneDEji8RJLyY1I4OVDpUUjiK0ndU09+jPpsr5c2GjFhUGHhdOHJYh559Ws8//ZQ+8r7f1yc/+H6dfOITWjp1QiIKau8ztc/ZT6TSaWL/qerZwb5wQZcPPqujH/uoPuExH330/Xr6icd19NlnNX/6lB3teYthof1FHvxFnhkIzJ0+rqc//AE9/YH3afH4YXUun9fxg0/r4x94rz72R3+oY08/qdMef+nkCVWzl6x/V1lSKjjy2gMEe+48lwFz38Dyiq4ePaSjjz+upx/9Iz353j/Qc089oZNHD2vBoC86+wY9Cj2DrZ5S2ycQmTUYmTl/Us8/+XGdev4Z9RYN1BxpPXn4kB7/wB/q8Y99RAef/ITOP/ukOlyOvDCnEes+YW1G7NS2DIYEEDLwuXD0OT39iY/q49b/E3/0Xh194qM6+fhHdcFjuxdtg96S52XuZeuypKRakcKy7TqjuZNHdOKJj+n5D71fz9keT3j8EdvvlG3av3jay9mxs1MqLVcUbMNWFiRHafqdZQU70Sl7wnuhM3NFx48c1bNPP60Th4/q+OHnde7YMS3MXFLqBW9nuQFz8IkEGfg2JAOHw888pec+8hEdsa27BqtWTZmd9Bc549c54jKunhf3B5/2XKeOHpUcwQ0hKLMDnkpm0/EmWZYWr+riief11OOP6fGPfliHPvkJHTv4jObPn5EFU2ow3fAGz00COENEYiEDwGBgvOAI+Onnn9NTH/uQPvGhD+ipjzyqQ5b7edNp79mlmQvGBR1jbtvIY7xN1CilGLG0nfuXzuuU98eJQ8/piG367JOP6/SJY6ounZNsz/G2T6Y0M8Wop6PahW26bNQZvL9yR6xkwFnNzeviqeM6efCQ9+lBffQP3+s98n4deezjmj1u/e3MhjxVM0tsulJ5SJUbPFSLS1o4c0rnDj6p5x57VB//o9/Rx9/3uzr0iQ/o+LOPue2YtDQv+Xjmsr6VTj+C3b73l3gF/kk4xoOc//sYv3Lpsgqv6QRXNKxGbtyiAeD0JqXwKginu7INZDkSALWp5xMh50+djA+p4sm4cz5W6Bf8+aIsKBjUlZVHmF7F1B6K/C9FwW2QE+8wRdJLvp588kk9/pEP+bPsSV29dMF26Q/6WbaQZYP8Lf97A11rL180U5J4nWn3Oltxdb0W4vgyGMkNOFd8bC3NzSoCTgPf1JSHJPLx8jHSlMjb21Tr5LL3jBuG78+ABYhkdv251Gq1YqSTlLL8qtNlfxem7F/X8abMMdT0McWxtbaNdoAo6ZCGFhhaYGiBoQWGFsACfHOTvm4o2GFBKVJ7KNarlL1sZwvJDrIcLRJOOtEjUoMq4braoa8MFqrEMMAOEWll57HraI0TySB1+eI5HTv0rEHKQc06312eN7uu8cisLhownjtyRAt2NHGMg3kG867sWVYGfguXL+jCsaO6ePy4rl44pyU7WpV5FgZAVy6c17HnD+ns0SPq2TltGhiN2CHPHGWYGLGTb4W45LG7OKuFq+c1b3DYmb+sYCC46AjW7IWzuuDo44WTx1QZNEkryrK+Z+9aio59tWUtu/6Uwcjx557VlfOnVBgU9hz5W3F60UDv2KFndOy5T6o6d1LqLsqKqeovKbXsckQycV1qWpq9aAB1WEePPqtTnrNrHnIEc3n2qk4efk7Hnn1KcwZ/aW/RQKIXqQk4cjRz3sDl4pkTWrh0RuXSrFLzDwYQcx575sTxCPxmzp1SubJgoFkqteSB0PLiYrTvSQOWi+fPatG26zki2TW4785fNVA7orMGv3I0SXZoc9stNV85Ze3H2y2N2Y5dg8/l06d1zOtw3jabs6O7tLyomUuXdNq2P3/0mPpXZ2TUosRrQDARoOUQmYOOSwbac5ZtRYnXzZ65+3lvSdE51k1eudE+ss4a5C7NA5gK+92pgn3nChlt2/LyOV06cTja9YJPMFy8cMaqXHR07LJOHD+imfOn1THYSolwGihG8G6bpgafmaOO6Lnk/XXO9uFJuFetz9LigroG2iveo/OOgPNArCunTqlvWwv5HcEO3v+ZT2rIfOV9cMEynD5ySLNep878rFYW53Tx7BkdOXRIF488rwXXcTKjor/XPF2VpY3ulqe8eF5Hnn9Wxw4+Jx6UtDI7oxGDy75luXD6pMHs81r0+slyjXhtRyw/YDcvVrSEDXxCYe7cafUMnDlRkHmO0sD26vlzPkFw2Ots0Om1bxrEZN4XpcOZldeb6WV7xtT/QnABHX3SZh6bu25iYtIRzrZhYemuwcdGJS+yW17lmz3GMWKOsg2uGrQ///xBnTx5UgsGnplBG5TirCPX6nSAqcrSWAjXBJMPckHO3uJdum1ASRxtLWxJrRLj19JavmvryZuR3xNjI+KE3Hmv83GfeJr1CTXZtojSiydWPIOPBcXZmNmDbnxfa7+xQZYrKEkArpYlJHJAW0pyJQ1/rrW9cwzWu9574sSWpNSGyZwGk7eHXpCUXE1aU++Ow/enbYHCxw9RyUajIS6v5Snc7FXKHR8/XQNRmPPzNqQcc6QATfqQv+TPG1JobfuiP7epG9LQAkMLDC0wtMDQAnyDvw6scBNHyE5SliYOKoToQwWXhSMayWfyHbWRIZmRm1T2jSFKlUaXmc+8Z2PjytujarUdvrHPVdopOnfyuC6fPa2G+ezctkUH9t+tt33Jl+iRN75ZOzZvE8Bk9uJZLV86q6o7p9GsUCvpKunNa+XqBXUNOsZ9RvievXfpTW9+m97yjnfo3gP3aWpqSvOzczp79qwWHCFK7fA1s9ReVaXu0pwyRwhLg5NzZ0/qzOkTlrXQ9m2btW/vLm3asABhOOcAABAASURBVF7TE6Oqej2DstMGLseluTk71aUaeanM+nUN4Gbt6M+cOyOA5O4dO/TQmx7RI1/4BTpw4G5tXLdOS3OXdZKnsJ46aj2WpSzIplDSyIxvlm2iFY02giqDzssGrKXn27Nnj97yBW/Vm9/6Zh24Z79GW02tzM1oxZHMYHDXsBOeEtnsdVXMz2n+MiC5r11bN+uND92nh974iO564AFt2b1HwQ7oxSuzOnf+shYXO3KFLIRUBF0+f8Xg9qwWl7vasHWnHnj4zXrwi75Yb/2id2jn9m1q2T4zBjtRPwMzJVIePLxrPl7XZitXnqfinqKzBvfLyytav3697r73gDZt2qDJyXHr19OV02d0iRMGgBSfuADQWWE5HKd1tvHE6KiaaWrAyX4z2Tn2LC/xLpW4LbgFXxwHDgeNyIEFEYDWzcK+XmDxZOSrjmRmKrTTa3Pvvffq7rvv1u49O7XsyMLs7KzmZq6q11lRap6CKeCl4b3pExrLVy7rpAH7Ba9xq5nrngP79da3vUWPvP1t2rt3rzZvXK/Unv7sxQs+UXJRMvi3EObUlzgWFma0YJA745MXMsibsj2279iq3bt3a+vWrZKBwpUrVzS3MKsqBDW8J4QdbCMi2Q2vcWWgcvLYYV04c1Kp986OXdt074P36MF3fqGPj4e0aeO0+itLYo36PlmTGnROWN+WlpWszPokxFl1Zmc01m7p7rvu0RsfeYseets7dN/9b9D0us1amF/S+fMXtMLaNFJNNFO1HKIlah1UiRdmSW3U1Lu/8Imi3sKCiIbmBv0TjnAmBn+FHWwp8RIEhrxKKr3OpUKaSD5xNGdgf84nnthn0+umxDputf0m100PrpDwolcGyYWPZSYO4dXKcLPxlsc6KhIz3YxK7fdx+8hb3qIHHrjPvSsdO3ZM5/0511/xXvMa32zkoL5U3IvyqzL5c9Ebisz1ZPvQXFZBeaNlsVIlWa5xf+41/TnXMTCpfPIo7kXvKS9OzHrYgA+DLV1c5jrvlsQUTMP3q7NACEGcmPkLf+Ev6Ku/+qtF1BuOSZKovix2ZmaGKgFCydBWeT//wA/8gL7ma75Gv/RLv0S1z88NvkcptDmhQGZIQwsMLTC0wNACn/MW4Dv7zjaCHRAczYESdoAGmWv/OUse7AglJtKBQ+R+dvzkqKaC8wZkPQOiZQOUrNFUY2RM8pdt306kv4vNqzQgs1NsIGVfV7u2b9G23bs0umWz1J5Qa3qzpqY3qqk03ve25AhfWLri8oJaWlTenVfXUcmeI0RjrbbGNm5R0040Y0c2bNK6TZs1uW69giMBywYVvV5hV9yK2TnGQS4NmmT5AS3T69dpp+feedc+Te/bq617d2vHnt2aWjcZAcn8hUvqG3DKkZfMTlqwl7Z49armLlxU6PQFuJ02yHJGMoBq79ylPea1zSAw9awLXJa7MCMPsw3SmGLDyhHhfmfBGhYCkOywDFsP3GMettX4pMampw18J9W0w9/F0V9ainZrJLlYn8X5BQFaOnZkx0dG1RgdE6BFm7ZrbPfdGt2+Rxqd1lKRq9O1JCuWfClI3Vxlv20QM6WJDbs0sXWfss27pPVbTJu0Zcd27fA6jBnsLsxeMbC/LDmSnabB4wyoDIy5nLHTL9RzNGXE827btds636NNu/dow7at2rNnl7Zt2ujtYNB5xsCHM/ZEwkGtzVzKEpuzUL+7on6vY9MUikqhmOqX91GdXZN2eysGPQbcXstr1XbUKq+ncZFWDFKuOKq3aKA+5vXYuWuXduzeq3VbtmpqwxbtsowjIyPqOtLAXgh20JUm8tKaXfD6lIr1np6fKpn2OmzYtEnZ9DrJNpnauUPbzGvCNu8vrmjx6qwqR4fldYp8DBbnDFQvnTurRgjavn27diHD9l3aYjvtvPse7TBondqwUTJI6JeVysT7Is+UmMeoQUTW6WrFgHTJwDfNpB27tmrLffvV2L7ZY6RkalTT6ydljCj6zJ86rcKR5ATg1Z8XT5LtzJ5Xx9HqVt5Sc3KTNOb1baxXvnG/pjffpfF121SGXEuO2Dpc7xMEs3K4VglRVluiflsFmzXY5r3oRFPfMOAMtqHcaNyt4MoQ/B9y/tW8bQIP72vF0cwrly56zxXa7j21b98+jXgtmmNjyhw9kufCQXdnZ4OJXE1JnbmWBucGVCqodGnte9BS17ANI9UVTv3p4X0K3xto0OB9M+jUcfTZE3ivrdNGfy70/Rl47NgRXXLEPGl6McXcUD2QfGneHn/t7ToEWFtezVfumSiTtw04UllzVHI5eJ03rN+kZpqq4xMZHUfTfXDJ3VX5867is9c9r38nLposChZwYfh+lRYIYWDJ06dPR6D5yU9+UqdOnYonuvI8VwhB/+f//B/9zM/8TDyeMp+0qacs/R369NNP6+Mf/7ieffbZCEapI7JJmiReq7rzMB1aYGiBoQWGFvictsCd/Y0Q7OhcW761eSl+jdoxKau++PKrHMkJ/oKUnX2tnkWXX3OnT+rMES4RPaq5+UWNOBKyadt2yVHOqsRxLVQuL2ppYUalo3ZjOPFTkwKE9GcX/CVrUNMaVWP9Rq23g9lIpK6dp6XZi+obdKpaVmfxipbnrqrqdzVuwGPvTvDvdi2gAdn01h2696GHtM9RrcmpDXbkM8ufSmkWLwNcXu6oaxA6vXGTduzbr0nPpZBIvb40NaVk80aNO2IX3L+/1JGIEPaxR2W553Xl/EVHHec1PTahHTt3KzW4kgGDvXLJDmaYnNQOR9amJ8a1srSomUsGbQsGAgZplSNFsuPRzBsqHKkcaTYiIGlv3Kie5RLzhCCNjmvDhg0aA9gY0Mw5Ilc4Oqf4SmWsF6nVHtXk9Hr3t+OJF5q31TR43HH3/dp19wPasvMuTa7borQxqqpoSCn9N2nPvgPae89Dmt6xV2qNq2untUhyyesECN+wflqV13bOYLu0TkYicWZlDfuwifoWIG+2tWnbTm3au0/5+JSDi8vSSEvp5vXavHmzRq1bxw54vKfMwFLsryxIZVeLjpxim2DHOnM/2vqOBsrlwURy1javIF174bSV3ncrBtqQ0WFsqyyPvB+6tndl53qk2dL6dRvV9gkI2UZy2eF1bbrnXm3YtE2p7V95zdMslwtS8P5wWUmmsal12rNnj4iK7ty1RwlgMwkqvA5y/7w1pnbWFNis4PHHxsveYJKBtAzOZx15X/TJkNHRUe0w0BzfsFVqj0mNtudqqumTKVM+KZI0WlowuOz2zSDN3JYpDUEyQJCPDVmP0VYz/japUlfblqUj9Nh4ese2CMRGvZe4VLPnqK3cLgPIamVepe2NrSa8/zW9SWpNqCoblnFCEzv268CDD2vvXfs1MTEhObKZpIVaWSqm15qX1Y6lwsdG15HsLEkVnWTPS2fWwkedjJNFWa/2lZiB15dL5Nl7jWYe91JoOXY7NysAXK/bt5l9rLprSBIlJm+W+LkkwcANL/MOq+1re3MiqK5fbb6W3Kz+WofVTNP27HpvV/2+tu7Zo/vuu8+fOc14eSVRztVurzDBstd3xd7U2ESqoq5IZi2ShhqTU+Lw6nvv9Ihwev8ofk5X4lhm3DWqWd+YXuvwOZL5DKvZ97oDEInG//Zv/7be+9736iu+4iuUpmmcqfCJsp/92Z/Vj/zIjwhQmXMcuYV1pc9/+S//RX/0R3+kf/AP/kHcNy3v+/HxccGXk2TuOnwPLTC0wNACQwsMLRA9gNe1Gfji40uS9MiRI/ro+9+v9/7+7+uP3vc+fcRflIeeO6jz58+rb6CwZ+9d2rz3brXXb1CxtKK80VBmDzbJEp0/cdQ+dF+TYyOSv1Rl8JWNjfpLtqWi05G9WrUM+viC5kEhfNlmI23hWOI8jTnS0W63xeWR/hf7582mPIn75EpHxjVpQDniL+skTVXKDrtBZt+ZkGQCcCRpLmV2wg2yBFk+2cGXozfp5LiaBntlp1B/wfJ0PLBbaiRrafbirPIy00g+qmzLNikkqqyX1q2THJ2suoUy8xkZH1OWJ7p89Yo0OinlIwpNA4+8rZAmSlJJTrnsWHlL+Zj7jI5bUNdnmTIDup4BDDbI86bH5G5IVQWT5Uiao7JImllw9NNzqjXisaWBaKXg8eut/4aNm5U3Mo+Tkszjk0yN8SlNrN+k3MC+5xDVisFaERoKAM6G+1juy46wMXdp0Jk0W3ZYg5JGU8py9b3NS/cdm1xnMLZB5iyzUWNiSmqkUp5qZHxErVZDbdOCgYJsB4c83beQ2g1l7mc1lBqoc99tYZCVtZuep3If29rgmXV2hctyUkUKIYj9NzraVp+oaTNX4cheZn0x6NXLl9Q3iEuSVC3smWTqFUFqjKnKmpInDes2aOuO3ep5qr6COt6blVJ1QE3Wjz4Ng9QJg7WQeowBjryHUp9IsBEl1qjKlCl3lGLR3d0npKrSTDK/K1dmRL+QNmyfjXLBYD9IWUsyMFB7XM2J9WqNr/O5jJ4ywGiZuJ/f7H0D51MnjplTqcmJMbVsF46PxDZNvJ99VkayPOM+PkIImr1yVV0DcCG79egWiUKjZXkauuQIrBZ8IqDhPTfivRcsY8iVjk1p3Hsj80kTWRN39jESLIBsz75k25Q+hnuAYbfkea7Lly9HUDcxMSGHbNynEnbv2P4NjuGQxPGv5l8EZUmqKz7BMjs/p02btyj1cVgY7LYnp5R5j+eeK200FJIX5gu2Vupxg7kH9RWozLJrlSrvMS+EVSvcrTQN3ol19Tb3/pJ6HetONc2up7yy0qVG3U7PYxUpVqz9x8kUyj5e2TshpC4FjU1MasR27/V6gmxARXHqCd2Ld+DfK6Bax8R7jXwldGW0KcmVeV+0vVadxUUvpHXJMnMtlbreh1TUkamjEpWbVinWlS7fAW8uV+XS+FpUrvSo83V6Yx3fIXUb91ZCdZk0nrwis4YOHjwYS3z+xoz/vVQ/V8c330UN70tONFEB6HzIJz7JU0/K99i4j+F1/q5YWFgQ/PguTRLWUeLYgvhuoz/EU24ZH4LXmAoT42obcGLm+eefd+3177jfXDUzM+P/178ZTw08XqqdtjIeP+QkZBjk/nj/D7kPLTC0wNACQwu8MgsMvjVeWd/br1e1Vvy1eUX/RP6+y+2047zg8GTNpjgD2zQgSe3YhBDEF2phVFeUQaXLMlCSnfeQJvEyucBltyrUbqYaMfDAkbWHK5BT1SvUdfSzwHm2g6aiVNpsq7TjvuBIUs/gT2qrNT6tEYOdvgHC6TPndOLQIV09dVIrC3Pq4Wj5rL78xS8DqmB5+d7EoUqQxUqUdrBLHLWQeQ1MTivXVXbYCjvNVZqqNLgqk1RGV5atELK4syNHHmkA0ygSZQYdSjIV5rucNtQPuSpTgTOYN5QZWMuv+MXfr5wzP5ksN2DqGnlOea6ex1bIkGRSSFRdvwTiVVr+kLfUHp9SarteNZg4cvyUzp04ocXLV7Vw8ZKDwIvNHc2bAAAQAElEQVRqGny0m5lye9N927U0VUmhwhEwOcJodZXkwYk52tbd+XkDl8taNtCUHevE8jdse1K81MIyyzIiV7SR7VegS2Ihbb9YF5LBmntOe7hq5Lky1/UNoKKjnaUimia3lwFtoJJ/Hre6x2Lphn8B271Qx1Cz4NxDrKQcM/5XOoJM98QnEhLPr6ShTshUmMq0JSNxU3DZslqHyvKVTgvbtQjBkVc76gZa8t6RT2rIe5s+y45cLC0tq7/S816o1MhaGnPUsN1wZNnrXUhaMTgDOLOuSZIppLkU7dO0fpkUchWJ65xWtl0RUgHcK8umENxuW6aVbDS1DNRHRlqeJzNO70sGXAL4zM0rpl4jI26rl6uyngvY2MeL2lNqTm3R6PRWdT3XybPndPjQQc2dPqHeApfNWr+eAShGym2PzGR5Oj6B0rNMlSyHSssilwJLFWsqH0Sl9WM9QwhSSKQkqJLcG1sG5179O9rMrEZHx8V9wS0DTAQIme0mzxmnIIXc8VpdbIifP0jEnq0qVsX1CGnZQ0RcWrNvSlirfsEtZe291lW/IzmfN3wMpZ7LPDI+4+rON0s5RqA0EzYKaarW6Ig/68ZcpM7HQGAmSXWqm70G/fhvCV7UqYy6J14DWqGgzGsSLHfFXoC8OiEETxXi+NJJZRIUa/yv0nVF3cavvtdm3IANQAZY+q7v+i594Rd+oX7rt34rRgy/6Zu+SX/+z/95feM3fqO++Zu/Wb/xG78Rtdm4cWPcG5w04TJ56Pd9ovQ7vuM7YgTyC77gCwT9m3/zb+IlrQy65557SAYnCmJOeuqpp/RjP/Zjestb3qL7779fjP/FX/zFeNnspE9I1Q/8AeD+iT/xJ8RVKlxWC6j7oR/6Ib3hDW/Qz/3cz8UnLn/bt32bkOsd73iHPvaxj8UZvud7vkfo8F8c6Tx+/HiMhD7yyCP6/u//fn+EllEWwGIIQdjgV3/1V/VlX/Zl+rf/9t/6vOusjvLkbnPiMt4f/MEf1Fd+5VfqrW99q772a79W3/d936ePfOQjbpX43u745BY8pqam9D6fMP7u7/7ueLUNIPnd7363/sk/+SeqgSy3IZw5cyaOHf77nLHAUNGhBYYWuI0twLf+bSzeKxDNjkh0SGLXF6uDw1K6Q2KHfmJyWtt27NKeffu1d//+mO7YuUdTjmgac4oH1syfuygZBCSNtiK4xAm0w9td4bLaeZ07d0aHn31Oj370MT36oQ/rfb//u/rEh96nZz/2QX/ZHdKcIw79fMygYVS9dEJdtaWRDZrYvk8bPVdjtK2rMxd17OCTevbxx3TsyGGdO31GpQGUmMsOl30wZehjxyq1azWgTMEOv2gJzidNlaEhu+LqCSfejniSy6FaO/h2XP2W+3E/aHS8q1SpSQYWhR32lSTRkufomWdl8KlGrkajER327krHkZOeSoVIMvrFIQx24nGKsaksR98ApWtHom8eskM/qDdTj+K/PH6lZ/CRNtTetFnb9uzXxPrNmnGE7vkjJ8T9P5ePHtb8scPq8XTcxRmFYsFu6YKqsCAly45sScqWVSxd0tzZo7pwxBHp55+JP8Fy6umndPLoEV29eEFLy8vqGbgXlrGwvLrmRKeS5asg6sxdcp3Bd+F8P5GcSAYIjbzlbFCv21XpKJg9eJXB7SYvhTOyRlp9JarcmwJYiPRTo9LsS/W7KwplpUbDczdGPF/D65mpb2ZlGjyHZfWsVfB8IahkziS43sPdB0cM2WXHtn/5ii6ePKnnvaeeef6wnjJw+9DHHtPBp5/V6dNnNT+7oB4AtB8GANaApONoaGWemU9CpLaBkobkvVF4bSuvcZU2pZBFoFl638h21DU7Sn0AZ+hr2YCHCMj5s2d16Mmn9bEPfFhPvO+D+sQHP6anP/GknvvEE3ru4BHNLC1pwQa76ujdnHl1kjFVEzs0vesebdqxT3m7pctXzunQwU/omU+8X6ePPq7LZ55T9+o5qVjxOjUsy6hWNKrlckQFaym/ghRCiCS/iqKwSfpKrAskzyX3DTF1B95V4P+rotQ29KJobGLKUeidavqkimzPxJ83ivwT84ecrHkH56FGI3OOd7CsXutK6i0vacWkxD0MxgR5b6t+2X7BTfLEiS3gRdX81SvqzM+q7Kz4Y8QnGUKp1PuHIbErGcj13nDkpNjg+VnzwNyu8LrzOTkxNa2oAxMFyw8NBmjwKgdJ/O/269pipai9kTyDe9a1UsNAN1iPorTM8ZjzWM9ZWffK2eve1lvQaiW8VrO3bZJ5fxCdvOITYxyrAMdjx47pf/7P/6m/8Tf+hriUf+fOnVrnCCLgiktXf+/3fi/qQ2S0jj7+83/+z/Wt3/qtEahyj/Xb3vY27d69W//hP/wH/fAP/7AOHz4cxxDlCyGIk0i/+Zu/qTe/+c3x/kvm55h49NFH9Z3f+Z0R3B7yic/169fHcQBJZOXy2k2bNglQ9/a3v11/7s/9uQiQmfNbvuVbIpD863/9r+tNb3pTHAfPZ555Rs1mM8oDQEWW//2//3esy31yKU3TmJdf3O/5oQ99SIBjAO/evXuFnH/6T/9p/cf/+B/FrR1/5s/8GaH3L//yLwuA/n//7//1SCmEwYo/8cQT8RJegPBXGqB+xVd8RYy0Ar7h8+u//uvitW3bNpIhDS0wtMBrYoHhpEMLXG8Bvvmvr7kjSzdTw+6YnfmeQYiSVON2Ctdt264te/Zq86492rB7r3buv1s7du7VyOiELs/M6+jJU1riEkODljRPJe4r4qcrTIkdo6Yd4tbYuHL3b4yMaf30lCYnJ5QYsFWO8kxs3qqprTuUjU6pTO0U9zKVwU771DpN792n3Qfu0ZZtm5XYoZq7clFnTx3XMX778MjzWj7rM7KOlvK16mbJHldiooyfFSrriWNoqkyyTmV0aqUkS5UliZKissO56gxmiQOxXdEl87+sSr26iYIy1yXiEs3YM7XTaacgT2krVFhnHInSLiMkzxtUyYxd49RcKudK5ne+SPxv9R1st6CSVte4l/v0y0rKWrbLNu07cEDbd+0WNgRoLc9e1vmjz+vwkx/X6YNPa2nmghJHNtO8VAgdKXS1Mn9FJ489p+cPPqWzxw9pmQearCwpL7rR/8TJ4nLafq8UcuNs6dorKFzLk0n8LyiE4DSJwE5y3uU8y2wZ54muOsJkqWWzDZolA3ZTOSAXb/nGBsEMoFt1LBytDaqU2v7KUucAmwEYYSvKhLyJHcjCbMzQNc5Y4mAbWxZARWdRV08cNbB8SocMMs+dO6e5hXkHfrsaHR9z4HNMEwZCI1nD+mWDyIPXpDCQ6Xl++RU8d2IyYymxHCGNM1XOK3j+QYMSlwNKrZ4cwT79oq+u90xIE7UcZW4zlyOt7UZLjbyt3CnnHUrvzwmfeODYG9+8RdnYtOaLTCueKx1fpy279mjvPfu1ZcsGpQaxswaZJ73uRw8/7fU/pPnzZ1X5+JBtFTwXcpW2mMUX4oWgay/2BHsh8ZxEOUUj5B7IXPLP+Vf9TrFnZQd5XNM+mRLBvzIpMYXU7Fm/4BRycuPbx0tpcFz2vNdtx7krl/Xs00/quWee0tzlixJ2LiunpRRBZxn3/OBzoZT4oPBxcMW2OXzwWZ0/fVLLSwvX+t443fXlxGscJORMc+8L5y332MS0xienlFo3N+rWL48RdOteN2tlfUIIntu6eD9GVuhEndlac5Wkpms82H/XCrd3huOLqNzExIRCCDEKTsSPaOfXfd3X6Sd+4if04z/+4yJC+O3f/u16/PHHY/SPyOjY2JharZY+8IEPxPaGTwjSH2D20z/904IAnr/7u7+rn/qpn1LXJ8qwJ+APPv/sn/2zGFUkBQQ+99xzAsS98Y1vjCf7iJiGEATI5DJXPjeRk5/0ofylX/qlIsoJCCTSSgSUezV5mi1Wn52dFU9hZl50oo4xX/zFXxwjooBc9KCd6CTzAKaJ+H7VV31VlJcxP/mTP6njjo7yxFv0AFyjG7p+9KMfFRFZIrDoT///+l//a4x8/uN//I/FWPoDPgHSAFVOZNKfvkMaWmBogaEFhhaQdBsYIbkNZPiMilAFnCiJVApK7UhVpR0aHEwcqMzgL9gZLK06Yc2spdbUem3atlMTk+vV6Zbx4UHcg1Xi3AYcob5wHdvNhjZt2aztBk33veGNuvehR/Tw296uAz7be89DD+mu++/Xjgce1K7992hyapOFyO1wN1Q6mqbK842Mqbl9qza7/e577tO9996v9esmlNm5vnTutE44enfl4mmJh9FUnteR1WCwnKw6mrruFZT4LzelUgSawd5ZHqQMEJK50rL3klKlo1AhuMFRJQtjq8ijgoKncC+FECTmsOOaONLAgzyMVRXsDKdymxknliet+gpuT5xnHE2wKN0uQ7dklVLGIbdK5bZ51440kRcliaY2bNSeu/brvgcf0BsefkgbpqfUaqRamruqsyeP68KZU/GhS/Jc8Fy+eE5nDabOnTqhvqPM6w3u9zoisP/uu2y/e3T3gf1av3WrRtsjMhYSDlcaEutjYxg0SlWM2rpGaWmpXe0qJXbirZmUBJXsjUJKvR8y97G5vN4B9RRV8xjG2pTmYU7un3hPDXqYJ+/YkcwaigY2Q9thTe2arO0TpMwCJdi/rJxzsxXxlHFUBfR0m6VUartDwXYOrk9MlSOkF20bfkd0cfaKxkeb2rVzq+49cLceeOB+3ecTHNv27tZWRzImWy01PENgPbwX+uYnzxIBpFNAmmeXvB+CbYgMIVhA+eU15chKnCKDkT2Vymy/EIKwO87xhs2btPPue3TfQw/rbh8L9zsSc/fDb9RdDzykPffep63e89v37dfouvXWQqryRCs2EQ8iSgxSJzdu1q679ume++7R/Q/ep4nxUa9FpZkrF3T61DFHs8+rMjhrWiz2aYg66DV6JVLwKvjYTvhc8boVRam+AaQbJFnISO6nG0mDVwg2ZSEccyq4n/fcmbM6d+a0+jz8ymsvQCeNkO1PAsUt52OWTbqyMBt/M3VxYc72olUquGzZ6ypTtUqDFv7b6CQh9/+4A70zBjJmjna32qMKBp+6mdwe9cJ7MG5t3+DGlyJPorXkw0g+nMRe85D4phzrXUJK2iAX17ypgdZU3YbZPM/V8nGXZVlcY8AcYu7fv19c3pr65All+n3jN36jeEr0+9//fnE/ZtNRQ4Ap0dDz58/HS1f5CRL6Q1w2CgAcHR3Vf//v/101b9p4suwHP/hB/eAP/mD82RLqoM/7vM/T3/t7f0/f8A3fIGQCDDIeoBlPVM3NiTxt9IeI0AIWkbEuk05OTsbLYgGbgE/2MLpyqS9y/+Ef/mGcA/7ocsyRXaKhDz74YNSTE0L/63/9LxF1/VN/6k/p7/ydvyN0on7MYJvoKgAW0IlNmJPPKMBpCCHqQD/qsSPR0H/1r/5VtCsRW+qHNLTA0AJDCwwtcHtYAE/h9pDkMyAFTso1NngtXTDKgwAAEABJREFUQcJpqqJTGOzUxIro8HDpZWXQWTkqJkdhJqc2aGR8wk5BoaWlJfGll2Q2Dw6fk1D1DEaX1e30pbyhrD2mpDmmHtdklpnkiGdiMKWRthrmM21qebqGpNTz+5tXahnsjkxKk9Ma2bxNm3fu1gMPPai9e7ap2Qi6cvm8Lp07ox5P9jSYkEGBvetBdMuONZezyo6jWV5759Yqdd/KzmnodQXgzPNMSio79H2FVqbEgC6xd1o5CiX3sYus3PbBzYRR5MvPdywvCDAy2syUNRtuKqO7rDQx39LAqIygRxEMlnrhRb6031u5v1PPHEyyrKUpeO4kSxVtkGZqjrQ0OjWl3CBow117tcfgaNO2rWihSxcuafbyFcX7/sxt7spVLczM2u1NtH3LVu3cf5caBu2aHJdGRmXvSPboJDvlFQDTDnkIwf1LV5WSI77yGgbIfcirdD1lzxhCavtWUren3nJPxv5qp7lkOeVXMFkF6y056CoAKWWb1/pKsV2rrwgwnTc7/3/5t/uN2s65ZS68fqXXoPJ6hlWuiE7Zinj+0rV961XIEjstnZZadvR3/sp59ZfntHFqQnfv3aXdu3Zp47ppjds+zWYa5agcyewuL6nPJZfYyUokiZQ5ip8m5m3b9L03fADE/jZhTBPPapEUbLPgPZgwzvIaDdnmHmchU0sjg2WiGB14N7x3RkcU16fVdNpWe/202hs2S+NTko+dPGura8a5Z/H2srkryftU3hv0Gdm4Tet37jfofKN2792vdmtUs1ev6Mr5k+ovXlZTPdOK0mjz0lwsjuWLGf9LrFxuZ76y3DipXmQ6uGXwDiGoDIP8q/pvsBmUSsFkO/QL8y3kV2ZKVsnJLd65j9eGSUkaAfboaNsnqlJlnDiyXYVeXp9BWnpFINvLx1VcB+/lot9R5k057Yj2yNiI3Eky+JVK3epVWWbEraxD5SO8clmmsKoP+evGs/ZryX2va/+UCt5NXh8ia6yXUuxlic2/NB9r6B3izOrbH1mruTsrAYwhMftwampKXEa6bds2Ef2EjhmI8Z2zfft2ff7nf36sP3HihHi12+14jyb9vvzLv1zNZjN+P8GT/J49e8S9mdyvWAPOmZkZ/cEf/AHDxRjAI3NznySVRBe53/GbvumbImDs9/tUR96JjxvAGsCPOQGTyLBly5bYTkcunSeFAJPc90kUlHmoIxLKpcKAXuat+/M0W8pf8iVfQrfIDwDK+h/wSVzmoyH1cYtMFy5c0J/9s3823ucJKKUN+Xbv3i0A7V/9q39VZ8+eFdFY2rDpO97xjnifKWXmIh3S0AJDCwwtMLTAa2+BwTf8ay/Hq5ZgrTOCoxKdSTuDfRfwu3BglGQSYMJp6mhK8JnnALBIG0qaTft7uXFO319mHfvP/hJObZ7Ossck/nLMxRfjCk65J0sb7p9lWlZTK9yn2Z6QzKe7uKSV+avKcAAN8NKVjorFOQOCBUXnMDHPpGmoM2JI1pBG2lq/cZ02bphQkvTtTMyo40ieO0sGAnJEEdAZosNZSHbG5JdFUHA+wyHtdNVbnBc/B5IFN1pNOSS3rI4SA87gcFBICpWWx4hZRNPatktTwX/ub96VI2UdA87EIHdspCl7vG7Daqag6MxmobB7CZWxzSwYLF1z+vtKzSs1IE2toXCUzU9+YTt1uyr6KyodYbNXJWHbdeukHTs1ZfAdWm0tdQsDv0Lqe9JeqtA19RKbaULTG7dJ0xuEc79igNghkmQQpeVFFS5XnithTg8NTgPOtuVJbKPEwCg4FWPsoCcmL7I4GVDZmH2fSOgsLStxlHPEJyCU5LZ1GKgmyea03RKnieQTFcF0zRsOpXt8Ou9KY+2W3Xzr7Gh6b2XZIvVs4wEvq+M8VjZhU+uSrq5BsH1TlcpNlSPh2HtqrK3WxJishFY6897L81KWSgYzDbNshaBmmirxJkkNVkpP0Gwk7pKo8L7uen45eijzpF1WMNrQZXnuxHsxtRykcj72XVxxt1SjedNdSi0bOMtTaqShaqypWe+rBYPdMm1KmW264ONppStsPOZdlGlZoXfJQHhG8t4Qg4P7hjHPygmFrVq3da+m12+xLYKj31cVOlek8rLy/hX39l6RX15b9hjkkvIkFQ5waUADqaoEFdaJdiiEQPKqqPC8wZ8hlXlx6XhlKeW5PZtnSq6RqI+0Ot2gg1XuqOr3fWh0xTGRJIkmfbIqtW3OnTvrztZvVXYXXvy2feXoZsfHQKuZa/30pCJwK3pKfTJhMKAcJC/x3x+R8qERb/0urQPn36yS5ba5Qj0gccECI0fpSsgfqtGusYvbo26kseKFfx42YOaqG/OuAlhQHdinaSqr7Z1dee0ViTakZ0rxiseaa0gh6m5jIjI4MjISJWw0GuK+TIAhdXmeC+Ky1BBsV/cCQLKHiWiSQtz3SJQREOcu8T05OSnAIAVAKnz4LU3K5Hl4DkCQE6fUsa8AheQhIoPIA7iEz8zMjCgzX/0gIfi0/B0JAerow9iaD7zRh8tX4cEJJ9r37dun9T6Z+J//83/2x20hACv1ANBdPhn2nve8h6KQiUguugBSmQ9+1HPsou+9994r+DJ/HOR/X/d1XxcfLgSA5Z7Nv/23/7Z+4zd+IwJTZHKX+K4BbCwM/w0tMLTA0AJDC7ymFngJD+E1ledTn9weiX1nyZ5TFZ2eEp/FOTtqdkhwnnpVsFOVyr6n7Fk77cUvQjp27DjJ4ER5S6PtUbWy3A5wLz45VUuLUvAErbZa4+tVpi0tr/RU2smu3JYYQI3aR0qC55LUcWT09KkTOnvmlDHQVam7pKqzKCJQZ06fjD+/0uWptHYu7KMqyxOVVy9Ijp62x8eVOfLTs+R9HDvcrdTt9kNwAnDwc/dTuWQdlgx+uqJOXFIHcFvuOluo4zHKG5bG715fTTuwfHlTvxJKjzXZwU3LrpplR02P517Ists3QKm0khitWg5skyCHgYY5qZ801A1tlaFhk7BtSkf7usoMm/No2ExVyNUxmO4kLTuNNkwlWUUBZmcundeFs2e0cGXGstteDbcb5MtARyFRyDKFkBpABOXOK0kly9Q3mO7ze6UekqUNRJEsV8POW3NyXA4xSyEoa7bUaI6K9aM9GEwJgF0EVWXqeFim0vtApfW3zsHgJukvqeE+me1RWQ7A0lJIVCAX8vU9KXujDNanqX5oWv/E85mHawTRXnmMoV8h5LPSBmUZaxVtV6rymnbS3LbJPVZ+rfL12iJ34baugXBh0NzsdzWmFY2qVKs3r5TLq60LPPohV1Xltl9qHlJwH1n+nvdkjLyXZujpZYDXMuAYI0Lmkx+au6r57rKWLGvh/SDbtlHKuveVeV2DV7FXZTalB3usUZDn8NraRsE24hLv1PwS8y/KXKX7MrUK9y8l+dhpjU2I42OlU/iwWfF5jUXTvEaabs4KW6Aym47Onzmjc2fPq7Mw7/1TqOE92LF8l703rlw8J44reT2VZkqypirva3lXtHxiJnc0ODiKF9SXN7v5rSh4epm7K2znwrl+rEnZS9at57WJNbahvB6Z02Dh4/mC4K6hlLxenxaZT+FjLITguaWykJIkUZrkXidF8gy3fAOAg/d7njdUeW8mrYY2+ARU07ry8zHyXpdlHsjXNa+eGfesdy+mpddlzie05uZm3NXr0cxdX/mjwe2WxQP8Tkxr39Z5tWhzqnKx9FC/BYDuWY6+C3zuxKsf2MvsdX9mqFyReHiT08THEWzc1YmZsC7yvPSPhOUh2tzlJd6F91DwGmE3rcrLvLIxkfoaeZJQBes2qClDIuglWN5WVUQA8zwX9zOiF+ANkD3uz3sEBRQ1/XlTgzLsAEglghdCUAhB9GccBMiHD2MLf2aQAvC4NPbYsWMUxZxcdgpw5PJVxscG/6vHIpOL8f5NwCegLzXgb/hzFaINGUg7nY4/UnrXgCOgkHpk57uFfC0/eUDzn/yTf5KseMAPMkO/8zu/I+YnmglApQ4duD8U+RlAHSllor5TU1MURT11EPeg/tIv/ZK4fJbxv/ZrvxYvG37ggQf0D//hP4w/h8SgEALJkIYWGFpgaIGhBW4DC/DtfRuI8emJEFTaIS/suHp8MKCww1LZ4UmI7FUdV/a0bM+pn7bVN+jAGZYd+mAnrWPnqa9KiaM98het7PhMjkwo75Yq5xY0c/KERPTAfOWx63bfp6K9UVfn+5o5e0H5gs8Iz59TunJBjWRZWriks4cP6cKp05q9dEkLdqLL/rKCo5YdA89zp07q0FNP69zR56WVGamcdXpRCaEzA42rcx3NdhMVjXGlo/6SZd5eoZC1lWYNjdtzP3vkKXWPPy1dOm7ZFiSDWS1fVffiGV08eUaLnZ6qTZskKG1qvMjVXC61d+tu9Rz5OmtQdfzp56SLFxVlWDgnLTk/d1lnjp/T2au219hmTd11nyy4sJU9DckO4ZmFSpreozNXCmXZhKqVebWqFTXtZDZ6lVS21a2mdDmb0FxjUv1s1HP0bJd5ZSsLmr96WUcPPauTBw+pP2vZbXsBlB1ZdFhMqWUfSRONNRJDNzup2N7yEpXF6S0N/nh6pxwx1sqSEvNUZ0kA9pNPPOHIaDAobqnqBWluXsJB7q1IBkghn9T5pVIX5ld05pMfV3X2qNTzGsxcGNji9FmdP3VM83agFycn1Ny3R6rs3JfLcshZWi5UtTdoIR1zn0Jiz9BmQKa08vbJre+kFrqpyvk5iTY75NX8JfVsp651nana6o86mmsAHU9QFIuSvf3mhm1ayic02yl15bzX4spFNRZ8suLKUTWWzkkXT2n+6BGdOD+juWpEVbpOobBtO6m02LfdgkH2qJrNaR8NRnc91xtNpXYSNXfFei6qc+WCjl++rKshVTU+LTVGlBlkj3mvy4B81577fEJluxZXUp199qB0wZG1ecty+aS0Mqv+0YM6+fST3g6FymxSV5dT62hSkNLEtg6a3nmXyuaE5q4uafHcJTVsy2a1rHxlTk3bqX/xvI488VR8OMgV69i5elHJ8rwPgyUtXV7Q6eMndOi5ZwxGvbdtO/n4lO0QANw+fla81zuOjPcMzqt0REomfOLDqcFvmmbW3Udz1fPSVNa5F6Pkk9Ob1cuaurLkfcClupajWprXeJJqyXurn5TWo6tLJw/riQ+9L9L5YwdVLXlvdBdULNh+BtwrV8/r0BMf1aO//7/19MceVXfWtqk64oRSo5kqSSxOkBp5GgmTJC5DTrCSXvRabcgcGeZYCwadIc9kjzxGhzZuWq+52cs69OQntMw+DT2Jk03LV6X+nFTMem2uamHxqk6cOq4x79u7D+yXN4LkiauQqvAxU1XBtgmWITGtkQKUaQDuruLcikUXcudZUOpMCFJwYwilit6SZDuoWtTi2cN69oP/R4c/+LuaPfW8cWFXK9jVnwPy5+7y5TM6/Pgf6fE//G198gO/q8vHD0m2VW95Tl1HYQdCeI2Yf27eOJg/9RgAABAASURBVLry4dxV69pVBVIjyZQYATck71Mp8aEYbG5/tBt4BBVm0rFey4VkTu51+795Cu3KyorlLwW443JRpM4NRkl7nOhxBnAIiIJcjG+ihQA1gF/izQagpAGQB5AFsFHXbPr4dwPRUUAf7fBlHOQmhRCEHORTf+8BGJkzhOCP+l4Et9TRn/GATmQH8NUyAfoYDwBurAJULptl/hqM8kRdxvBAI3T8HYNNeP61v/bXGCrGMoZIL3n0ooE5kRm+tDGGevrU9ZQBoszBk32PHDkinlBLNPRHf/RHY54+6Ec6pKEFhhYYWmBogdfeAslrL8KnL0Gwt2F/X/bbVQVUgSol0fmxN2JXK3d0MmmMqkob/rJ1u79kHSiyFxPUtetShVRibMg0MjEZzw7LEYXK0TXlDclfqMpaCmPTatiBXTLb40dP6NLBZ9U/d0qlHazlU4d16tBzOmdQ2VlaVrvVik5FMj4iF2KeL+12o6mVhSUtnD0tXTkrzV82zTh7XhevzqnK2pZhSqnnk7WQgWbwmBRytKpnoHXxzDEdffZJnTe4nTcwOGsQd+7MiegstCem1dy4WRobs065KVEwuBibmFI2OSmidxevXNWpE8fVOXNcxeVzunroaR23o3/xwlU1Rqc1tW2v0ol1koLsHUnxEsskgomewXBjZL3kfiFvONhh4GhHKdg5VJXbH2yok46qkxsQ5da9RdpUI0uVZ4mKomdAMqMzJ0+pc+GCCtuqWu5o6ewFnTx2XER08iQ1uPY4LkNrt7Vl23a1Rka14L6XL9vZXliUDNAXL13WpWee0pGDB4UDlFnnIm16KXMpzSy+N0dl6peqbIP2us1qr98gfj7l8MGndenpJ9Q7c1Lzzx/WuSNHdeXKJZX2vLON65Wvm/a6m4ejLIoOYaKlItOSwU3PzrBRzaDdU1WOWAfXpSMTWu6nOuvo3cKJEyoN9tha+cSEUkdfV0JDkLJEwrsPkgyyw9QGjWzcpsbolOYXl7yuhzXz3JNaPPm8egabz3z0g5btiuBftcYtR6pO4cE+CcA2T9pjShptY89CFy7Paf7sRRXnL6lz/rwWz5zWk48+qguXDJBsw74j+IYOntjjsVGaSFlTmWXPvKZF0hCX7l0+eUy9k0fVO39Gpz/8qM4ePyr2dVFKSXtSbR6IZaBUshZZLqW5Mh87rXXrVJSpThw7qTPPPadljofzp7XkqP+5E6c0f2XGeCqo2W6p3WooMaBpec9umt6gCdsJB/WyT9bMnT4pbwbJoLA3c9UncU6Ky/bKNGjUezltem/5tEQ8rh39lI+VJEm89lYt7kUptUxN77++7dSjzvtUBjlcVpyqVAiV/0vdxXnNXr2ky+fP6pKPp4WZKwbWPtHg1pTwvPdsZ3lBnDCZMVBenL2qZUcU1VlWP176XnrST/8d0mQwOElV+U9ByrznACXcNzdjeS5cOK8ly9afn1XlkyiFQfPipQs6f/aUnn72GXV98oCHNTW5b5aol6PeaZ4pzRqqQjLgf91/Hxd+S/wrmdIWVEzlV2kavMmVri9d9Ekgf/4sGGzPOhI9d/GsZi6cts0rU+I+lftU/izuWsaObbhogDmnBUfYS8vL8d9oZO5TetpCfX+uzM3PsCRqeV+2RsakNHV7MC/5ZIJJinKlZu3l8jhXOG8OKoOL3j/kXftav286P3u6BmrtdtsqpiKCSX09CFAFmFpaWhIP7uG7or5slT7cm5hlmS74M5Py/Px8BIaJ9zx9P/nJT8bPQCKHtBM9JQoIWORptaOjo2o2m/F+TdoBb0Q/yVMPb/LIgKwAUOqpQ2bqSSlDXKpLyv2T9AcMIwt18CZl/wIAf/7nf14AYC6nzb2veaou7YzhmOd+VgDwe9/73qhDo9EQ/ehDPQ8+QhYANG3Mhzy0Q9RNT0+Ly3R/8Ad/UOjye7/3ewKEp3E/0WtIQwsMLTC0wNACr7UFktdagFc7v/2PG1gERSfEDok9IS33+sLhJAjXxfG00ymlSpNcsjOa+gtOIUh8OY1NKPeX84Kd08v+UteyHU+YGbg0DNh23323tu/Zq54d3xN2Ag+fOqUnnnxWTz57SCfOnFdZpVq3YbM2bN6uxti4FBLPIeXtEUcg1ivkuc5euKjHHOl59MMf04c/+piefe6wjjo6WXjsjp27tGPnbmPchozOhMPd73TiF3FuB39y3Qa1x6e0sNzVMY85dOSYTl24pCvzS0paI1q/bYc2GKBpdFyyMxIpBCXj49q0Y5dpuxI7PedmZvX04aN64tlndfLsOQMSO35ppm27dmu7508trxSkzDZKTY4mdI025heXjZFsEABPkilZbZPzcp9eUdn2iXqOrCwTiTQwlPPKGlq/YZO27dippuU8bxs8/cxzesqg5EnL8MyRw7q8MK+R6Slt2rlDKYDPIFWqDLTasb5q5HreUef3PfoBPfqhD4ox5wxgWlPTWr9zp/LxSV1dWdbVes1wVRsNlXbUZu3IXVlaVJE3NGLQWXgdztiRf95A6ISduMvzBrHuu37rFm3cslW5wavi+FyYwd6xlu3I921Lu93yQnt9SlOlMDKiyQ0bNGY5Fr1WB322Hb0u8OCjNHOf0jYr1LP94j1+tpNCYvapiqqSvE/Wbd+qddu3qZskOm6g+KzB96GTp3XkzDmVjaZGbI/m1KSWPXbGeiwZYChNpIb5e22nNm7U6NR6R8g7Onz6lJ49elRHvDePnzuryuNbU+vUtm07tie/g9k1IFGSSqyvqWGwN7Fpo5re4/MGecfOndOzPilx0PY5b5DT8Nzrtm1T1WrqotfpkkkhKLGd+j6+WOPEPPbdc0A7fHz0FXw8nNXBY8f0rO3xrEH9iTNnteR5R6amtM4R+PbklLwZJI9Pmy1Nrt+olm1xZXZOjz/5jB599MP60Ace1ZNPP6PnDWBXeqW2btvp/ekTIgYosj0rzyOvU2WS5VGSSEFSSJRZ7xEfz1US1PG88ViWlPrYDU6TEJS6c6FKPe/bjk8wLfsEAGm/lJTYtj7mFFJR7vkf/fru66z3gN9eD/d8Ve9gGa5nYB3Yi+s2ateuPRajoXMXL+pxf2Z88MMfFfSRjz2mjz/+hJ557qASH4NbfWzvuetutbzOPgCtkXmkln+VMepUq/lXknj0arfE7IICtgh5BIcdn3DzUmjFn6XcjhBCoiRZHVGW6rqx2yu0uNxz9HVFVUhc15eyhpQaVPcdrjTXxCf1Fubm/NlciBN9jfEJt/t480kem1hKgq7JHCwORJLwT6II6TZ/YRvAVS1ms9kUgI6H/lAHKKRuxJ8jJ3yiivsSydfgkT5f9EVfJIAcT32lPO5jPvPnGvkzZ84IMEcUtP5tTMbz+5S01w8KIl/fB3nUnw883fZf/It/4cNiWQBdZGRcCEEAusKfdwBhiDIy1kCZe1Dhx72nyAF4po06+JACmL/hG74hAj/689MugGAue6UduUkBnABPopTwoa4mdOb3PAGvu3fvFkAUe/KzMP/pP/2n2A1bAi5H/b39ZV/2ZUKe06dPR71ih+G/oQWGFhhaYGiB28ICfH3fFoK8GiHKVc+jEg6S7KigFpWJcjueo3akp6bXCbDjRsnuCmNCyFSGNFKV2NkZadu5X69xg6PE0YIlwKlBin1bD8mEk7zv3vu19777NGVgokZL/TS3LzWiaTuIO/bs0+679ms9bVlThZ1Y2cnKRse0Zcdu7b3rgLYa0I1Pr1ejOaq0OaKeMs+50eMOaO/d92rawCVGX3CS01S8lle6wuGe8Bzr7rpHO/fuN8DYqH7S0MTGTRrftFnrtm7TRgO6fP16+VtX9v3UD6l6XTt45tO2TjvvNiCwfNObtiizg1fZoW4aqG3Ysl1795vvnrvUmJrylKmdS7t71k3WQ3YaR0bHNWmHdtx2jMxdJ49XDVxs09TO1LQB3cS69Qpprp4BlbnIyqqxYaP27L/Xelr2SUfCQqKuF2HJDmrmKN2OXft0zwOfpw0797p/W7KPKq9JGJnQLut8/4MPa9P2XebbVGWZptdv1s59++PP0EzVzraBS2Y5q2ZDwmG1fInLDUffMoOZUQP2bXv3aOeB+22v7UoNSNrWZ3rrFu1Cf88zZuDTt9ClrSDrIKW2ZzMCyvWbt2nEvKinj5RIrVGNeMwWO/0bDMrGJ9eLda28NsJJt4PedJ/1PhExYVBYec8J5m4LBnvsx4bl2mygtmX3Xk1u3aaxjZvUmlynYCfqwMOPaKPrx2zXUUcQR9y3YYdTqeVKTE4ntm3VnnvvESccAKgd1ycjYxqzXPc98iZttH0mvf7o35ycUtIakUJQ6f0Nyfue/bxt713asme3RjdtEPYKBna77rlXmw0k19nhm/Q+a01ORhBc5ZnsBYu1ZamUZEonp7XrwAHtu/eApjdtVWi2VVjf0GhrbN209/4e7di7V9M+MRLHhkSFgvLxifgbnHd7XXbu2S/2T+4xHJP9KtH41JR2u373vnvUYn+HNO7PkGbWI5XMAwqp68kHSY1crfEx5Q0fh0UlLt/jJE6SeYyNzjHmXmqPjPtkyEbLtlPbtu/w3OviGJmXLJ/cf8TH74YtW7Tdx9eGLVs06r2E/I12S0ynV/HC/t5ukUNQovjy+skAZNzHzIOf9wbPu0dt2yjLW6pSAz/blHtmN9jGBx54SFt9oshCST5elDcUrLML1lJxq0We/lfP46xulDtIcfbgtH5XrgkmYWfbIfgza3J6o9inW3fvEceDKo/wcRxTM80aLR8r64RstJPmzdX95hN5HZ8UchjUXAsD0RVxIqvFMeUIPDbnxGDf+3KwlqrZKr6SgQYknjVW3Qn/MtsOAIesADjS//f//p94UmwN0ABN/+7f/Tvxe5k8dZafTakB2Lvf/W4R7ab9F37hFxgeCaD49//+3xeA8Fu+5Vu0zZ8/XT7v3crPn9zn7ymA5a//+q+7RtrpE3MzMzP64R/+4fi7nsjU9Gf2iPdaCEGjo6NqNBqiLvX+R27yRCqRjyfKAvjgA0Pmp0w/gB91a/PvfOc7I7j+1//6X+uxxx4TejAH/cb5DHPmq77qq/TII4/oV37lVwQArnXmeP3VX/3VCKa/8Au/UNyL6u6RH/p893d/t2hnvvV8Jrjxt37rt+LlwuhOHXZx9fD9WltgOP/QAkMLDC1gC6x6OM7dge+1vk5pZ6eMOqBSosoujewwrnfEb8/+u7X3nnuEw4xD1jcaqzyYPss+o95XqoKIWpJonZ33/Q8+oN12skcMnNRo23ltacVOa99jZGd9ox3zffc/qN0H7tWb3vo2PcjvDNpZ3mJQOW5Qprwp2flLs5YKvHE7iMpb0dG+58E36A1vfKvHfYHe9LYv0gMPf77ue/it2mpQ0LCD74HxcrLoGNtRySamJI+fd1Rz2eBMo5Oa2r5bez3fgQcf0e6779fWvfs0vXW7MuZOMmO1oF5IJc8PuKiURR4ZjrOd/d0H7tP9b3yTHvEfym4rAAAQAElEQVT8O+3E7zHYWrdzj9Qal2wL+gOM4pc/Pp7n37ZrT9Tz/oceluxAFt1CfYMBJamHZKZUowavuw1oiXRt3LpV+cS0Qts8bQt3EE70BsvJfPc99Hl6w5vebHqL7n3oDdpx9z0a2bRFatnehSeFb9P5ZkvBfKftVN/3eQ/rC975Lr39XV+qu97wsCa3bJNy+oxofPNm7br3AW3fv0/BYKvDfmBNs0x77r1Xb3jb52ur22TQx7puNWi/ywB35z33acu+uzVlMNvyeqeNEa14+kWfZSjYQ3bI5EjedgOlfeaz0VE29A9eT2UtFY6KyfnRzdu07/6H9NCb36L7rM+GLVukLLMso9q8Y4cO3PeA9njfJObf65bRk048vtf3ZI2mcgPKzZZjv/fHvV6bA4+8UXfd/3nKJtZJBkVjBoz7HnhAdz/0oEbdt0oSdbzL+0SMrO/Y9p3asf8u78n7fELkfu178EHtsn4Zzryj2ozfe9/95vmgONlQ2D4di9GzjpUBBTabspzYg3n3P/AG3YUeBvVqj6gfUq3fsVtv4Hc1XR98HCw42pq5LfU6dRzV6pvUaGnjrr3a/8CDuuu+h3TgwYd1wKDp3oce1j7vuwg2s4ZkfvGBMXlTcW+kDY2t36Rdnu/Bh9+kN3/hO/S2/+9P6uE3f74eeuNbtNnHRxgdt90SVd6Pcn+xR6yH0MEU2LvUmbeYwzJyObmDcZqZn1eJMx4S8cqcBjJppvUG+Hd5/+33Mb956zZl7EH4emmMytUen9AunxC45977tMP7MAIk5mEOzwubT5e4zBzQGcd7TQU/rwvHvLKmmtMbtGP3Pt3/0Bv1lrd9sd5qeuRNb9ODb3izHnzkzY6ub1a0BfdC+3NNaWZWQYjOGgs9IumlX3SEXrrVgHXV3ratvLaTm7Zpl0+c7dx3QOt9LJc2bqgq+S0jXbV9zG/3SaP9Xvt7H3pEYxu3KPH+RqB+0fNnW+E17Ku7NKvFhRn101TZ2IREH8tZel0K02CVzDJo8Ioos/R4KbgulZSESnU/F2/Ld8maWLLUejoRgI40z/P4W5vvec979M53vjOCLsDk23x8fe/3fq8/OrJ4eTt9iVx+27d9m/UO+qEf+iHxcyDf/u3frr/0l/6S/sf/+B9617veFX+jk751pBEQ9+///b8Xl87yFFfm+ct/+S/ry7/8ywUw46E+lJO45ySin0QdAcRc1gsvZAaUEmEdN0DkPkl+wxO+tLdarXgJMLrQlzr4ZRl7UHrooYdEn1/8xV+MQJEIJH2gGngyDlBM5POnf/qn9fVf//X6u3/378bf0uR+T4Dm933f9+mAT2QBppnra7/2awWgxE7f+Z3fGX9XFDCLbPv27Ys/pUI/ADFzDWlogaEFXrDAMDe0wGtlgdv9+/pl7VIF+y/uNfCZ7BzZBSntHFWALKdqjihz1DB1dBDAIwUVdgIYJ78Kl3FbSjs5cv+GAVLTzj3Or+zwLXc6EViFtKnCjiy8lfgL1Y58a/1mBUeiclPDjlYDxylrSaXlsCNGhAYqDCrKfqHSKY5k0mxL7THTpJLJ9QYUk1LSVEmkwDIlyeqyLC6aV+W2TEnetNOfS1Um5SMandpoZ3OTWgZJI3ZK8xHzs/yVqV+lqlJcssx+Xi67eeqUpQrXJ3bCcfDSsUmFiSmNGCihg5k6ImsQWSCAxyepllf6UuY5Q6J8dFzBY9tTUyqsG0//TLOGqiSR3O5/ShoNjTsKN+YILraL9W4re/2Bsw9AbY1qxFHFUUff8okptSx7c3xKShsSQAJak6+Qh3GuT72WyK2G7ee14dLGQsHjco17LbYYFEdAV1SOnlaWLdey8+MGmZNTG2QB5X9Sa0ypy6nH5Fu2KrEcSnOVnqdQpiR1JMl2XHSUGXsqpGoazDesV3t8UpQLr1XlvZayjg2DpiSVsobQZdR7Lbd9BdB2v6bnG/UembAcqoLAZTJ/eUxoNs0vl2TyGqNfNmagPjaldGKd1HC7Zcu9t6Y3btWI9xmXhq/0K5V27ArPUQOW1sSU1vsEy/S2XconvK8MhHuej/2Y+2TDiPmNTk4LubkcMjUQTZttlZaltAQAuaQ96rGTyr2vmgaAwtYhV9+yNj33qPdry9GowroneVsr7OuQePmag+PD+mKHdHRKoxs2a3TzVo2YT8NzB699aXl6RWkblCo9jnLfPIpuT4XrU+ubtkakpvVutJTb7sLGnr9yuzxvyL1X0kyLPAzIslMXKaQKSWZNgpyR0kTrNqz3tkqjQ809YQpBUgkXg6RKfe/NpNHWmGUct7w562a7yXyrKlEffVymnva219HKykzNJujVvohwQZGPdZTMk8XwvlUlyevMuuTtMaWjE8pMLcvYdCofA/Keke2o3Psns108vl96/0dbKbKADSzN7eZvd/LMtovMQddelWtKU4EdQiq1R9TwZ0/KXm6OKEkShRCiLVWZQ5Ir9fo1LB+yymMK21Jh0K/RyKR+RzOXzmtxbk5NA5nMn6VKLb/7Kkkjm8oSFCZYehmkUCq+kkpBpkoESmPV7fyvBpzIyOWzRN2IEH7N13yNAFRcWstPgzS93wGSgC5+IoT+k5OT8f5H8n/zb/7N+DAc2s6ePaunnnoq3pP5L//lv9RP/uRPXosANhoNMSd76u1vf7t+//d/XwC948ePiwgl91/+6I/+qH7mZ34mgjZAHPxJ3/zmN4vLXgGJ1AE+4fOlX/ql8Ymw/Mblr/3ar+mnfuqnhAysPX3QJ4QQf/KFcX0u+Xdmamoqzn3XXXeJKCVl+rspHo+kgELAL/J8x3d8R6wHEAOUv/mbv1k///M/H3+blL71WIA2l9R+67d+q37u535Ov+4ILvd6EhX+sR/7Mf3Fv/gXlfmzEfsxbkhDCwwtMLTAbWqBzymxkteftqiU2KUMVi0xiOrKCEn+Fo4pflySZHaBMtEzdc4dVRiMKSTq2Zkh7Rug2Q/WiqNRztrJSU1Nt2aqykTCAXNNz05vd6XrOs+X2OGz44SD2LeXhGOdZg0lWcvds+iQF7Heohh19OzsriwX6nQq9Yhe2tlCFjOXHLnii7u7uOxxmbKRSWXtccm8BADw/P2ogR04O3kVZF0ATYnzSbDjoUTdqvTZZbimSpDPwKb02K4jpt2FZTekUiH3qdR3fxnYlbKOTlPL7g6Svb7KTizgj4gtdkmzpuhXuk0eR9ov7AU6XzhdWumo2+na7J7fdcin1LKGRMzR7xTqWIaqX7lfXz2nRoiSdZB506e0TQJ56yNT5bbeSs9rWkjWIcMJJyprWZU2Jeu8UpTxvt0qzVTGeVOtFIXmlpdNK/bfmT9XnKespOjk5l7/RB3LXajyqmZKvI5BqW0SJPMpzVchMc8g5ETHqK/7KW3YhKmWHGVass6se+UxSjJ1bayO15mxsb95BNfL81bec6nlLpR6/mAemagrCue7lf3yUkp8AsNUuk+nrLToKN1Sr+d9WppFqoYd1dJ8erZf4b0lr3HltHAEurvcV459sB315rFsWTqlxBgztz7yvIl6HuOtro5t3vHYwqnY5/KaeQ0yg8XK45FhxnuyZ/2yRtPHR0/9Ugqeo2HgFvKmdbCNzc+MYR6pRCf3wwY97Ox9k3iNQmZb5w0Fg7rU4y2wZUrFOq/ML6nnPcJe7SOTbSb2pNe78CpVtmXUwXuc+7TFKwQp8Z4OyFBpnU9sZJZpfmHBx1lHFo5eypLE2UrBazHgE1y/hhhvPlnT9vdcupEqWT36ex59+q80tawejmPvRErSuAOrOJ/bbJdg+3Oyq29D9yDbrl8G93N70pAM/MTnghibxL0ErwEPcp8+VR5awdfzsL+q0vuBdXBZpKY0YAPbsyhVeW2Rreu0y5p5H1TsIfdLTCF135Vlzc5cVkgKja9fryaAM8m83VLXWR+P8bQ+AcHs5Er/MwXKpbgcOnU+eN3dcFu/s8z2soSsb1EU8QFgPACL378EhHH/5RNPPCEe7vPjP/7jevjhhwVg5JJSxtaRwMT7ld+cJMr43/7bf9Nv//Zv63d+53fEpbR79uyJYwCv9KdvCEGMf8Mb3hABKZfwPvroo/rlX/7lCMg2bdoUo58NA1SLJ4DoP/2n/zQCUSKT1DWbzciD7yHm+dmf/dkoJ1HVrVu3xns/uZ8SHYi4jvvkAeOYF/l7/pwCMD755JPx8leAKTzpk+c5ido+6UVm7969+kf/6B9FnT70oQ/pN3/zNwWYJrrb9Wcel/TWsoYQ9BVf8RXiIUGA0EOHDokHJ/3Gb/yGvu7rvg52UTZkiIXhv6EFhhYYWmBogdfcAv72f81luLUAL9MaXZDwQqdBFrWgVGlzVGq2pcxfcGmqkGZKIA8pTYr/8EMZmSjFoVVw92akqfEJpUkunOSykAoDiAgO7XArbysfnVTDEawywbFI7QTacQppnCfNctnn0rKjN3073InBBU51buc9NVgCDLTGpz1+XEne9NigvhHd8tJSdIYzn+HOGs1Bm/n3cPbkeQxyCs/f7VVCJntqSBwpMehKQ+7x5uUzzXnIlLp/MNC0EaxxqsTtjcaIGiMTBjX9yCPLG5ZjRMG69ivztWHzZm5HRrJ/q5AlkdI8U8P2DGnDuhUGKEA0O5s2XxWcyv2wL/zcL/HceaOl4LLkTkqlJFXWanm+dqxvjIwqtw2plzLLLsm2Sqx7zzr2+4VlDLEv/VJAgB3eyrzsw6njSGyJkC5naUsj5tW0o77UWVEWEjUsa8P65lnbyqS2caWe0VWlzKDXIMS2hWeeNQXPoNQtDTXdP/F4xO76BIH8Cm6TX1naEASYrNwh8di2o4htIjsGTsE8ZVs0vP9yz02+ijImyvNcvFY6PW+/REUZVHqexLxDcFtouHtDiUEEbYCMjjdS3yAwyxpqW/88S1XYqS/NKMsy5bZx6jbKvX6lynwatgM6Stg0cc9EuXUCbKWp6ySZRaQ0pMps04bt1jCASZE5bRpMMi5T13P3izL2GXE0PXjskk+0jI2MKEnRoVJZyesk29dp5R4eXxgMe5T7ZEqTXLnt1PS6pmkqd4+00u0LW3S9zhW29F7JbcfW5JRIGyPjyrxfkjQXfZZ7Xe/TVG3vG4sR5yyteOGCEymkUiW/gpIxH1u2FevUWV1DGdAEtydO4Rm8VqXBNfasLK+8brL9qJdtF8tOaS/cL5bdzli9yleapAoheM9bIHiRd11lUpZLIRFplreVmjKvXwJ5n6/00TZISm37KoJ/TngkSaLU6xvc8tLvm7fU/ese/X6lQd4yWmc+G/oh1eAEUlN9y4Dtg2UIWcNmaynz/mnEfd/y3krkTROXw9tcvLo8abfXifcMjvozLoyOS0mquPej7T2XO5ZV33XOBOtZk4v1Ow1BoS7cpmnfn8GIFkLQ2NiY1q1bJyLt9aWvtAH2uI+SPG2sX7PZVM+AjTHUc8lrVVXKskyAtDp6R4SQOQCpNQ+tecFr3ECw4IPS9VNTU5GvQcMmQwAAEABJREFUsxFkkvLUW9Lt27fHCCd5QDEpxJwQMo+OjopIIvXMC23evJlivE8aGSkgS57nQq6Wj10AKhFeQCB8ar1CGKxgrU8IAzsx38zMDKzUaDRiNBabUBHCYAy8ar0A8MxDZJQ+zF/PQXlIQwsMLTC0wNACr60Fktd2+lc+O19s9OYLjJQvH/L2U+z02DFxZQ+H0o5u36At2AHCOcWRUbCaaSbldogSHO2BQ5NKGjGQcotGcpcqKTNIsjcluR9eElG91PWNEJQHtye58qzpkR5lB0CeR0mu1OCgwllyC+/gfx4mps78xZs2cjtHiUo7ueYihcxkB9pemLGPHXtFCubXtLMR7Fi4s+YchWyPrdNCt1KnTNRbAiA1ZH9dIQQldgIjPy61dTt+WVJKzNZKM34mMuZzhcFVae4j+jLOMkRH3iCjtKBEiXAoS/ctNJCnCsIMqkqnlYRzaR9UfbeHNLcz0BR9K49P7CCTLz0eoExaKZFCqmB7xjxlKNY1ZKQ1IIxVDiYLtkGc1OXcawawS5L0Jfsl5tswwEOn0roFj6nMKzGNGITBJzifeXwjbViyXEloKMuaYt2abTu7lh29KiubKnOfhGHiZelJ1Bo1WHUubzX8X8rTJKbYgIcj1TYpPBoqnUKeWpnXn7S1ejY/Y209Ov40iNPcsmVx3sylTGncT00lljdxfepyM2+pZUpDIvRhT+ZJEPuTS7VrUmEN3D8xlbZFAEB5z+VJS3LatizYpmlzwmMwo5sQsCrZcl5r8/XYypRaBtKWQUSSuHdVyhIIHiPNhqpKHiyl1tc5hZAq9dzBe6vy+GQ1X5ZSpGowB30Zawyr1CcxMvNKksQARRFIc9k2UeWyrESefqWC6JOmuevcz23wHNQFmXWcg75VkkrIa1vvvmu/ph3pPHb8pE4eOSZPoCQk4oUM8JXLwcdL5Tkom7VuTGkP5lvXe7t4vvJVETIgCzqQt9BKrB9EvvIk1+arpApyRyfKVz9zKiUKIVPu46DlkxEhJO5x/bvS6p8ZkBu0hlWG5sa7Jje6m0dIaRoUbeG2UkEV+8Fz9T1nz+XU9qVPSDxn8EDICe+Sfy77TU4hpFqYmdOli1eUGZx2DVY37rlLClnkW3hGZEsV/Ce1/HlCOYQgwd9TyKuCEYLlSdyr9AZ4LUl+AaAAh85azESUyUMc651Ox1uuoCjygKFY8D8A2lpqNptWr7J9skh1G6DR3WNbXUcK+EzTVBBzUfdSxP6q6xsGcHWeFGBGupYAwWvL5JGbtCZkYl6AJXWA0VrGELxXvIlCGKS0AwjpcyMf2tbKRxm+gFDyNxJ8qIPXjeO4t5O2IfnIsf2HdhjaYbgH7tw9wOfp2u8TPju73S7VdyQld4rUIYQoagiDlAJfNnx59rsrBp2FuFcQUFg5KrawuGSHrIl74i9pf+nZOfHnr/NsvhCddpwWnNRQSKQROeGt2okR5PrgieiHc046IMxmsgOvGxxCD5F9ocG8Hlu/Edv+dyzSLg1ATenxjIFq+ULpHq6X+QOIRibXa2Jqo1pjE5IdNbdG8eR+jBF9YY6HB7kDOq0luS4KRTt9GQMZjioJUrCbZ6oCeRdJTNHPS1xepVimXpKr/F+27EtT5RZb21PX/4NFqEykUCW5z4DkVzDxfuVpMCCDEkuDGsiUmW1qNtkqxbzraBv0STxrFkkep+CyKXU+9l0dlzhlG0DRztF2rvRiAfSgYJvJVAXXi9FS8F9VU+W9dQuyMVTTC3ME13l2r1PwyYHEOiaWDdlTySWJfCbFNISgEKB0kFqOsEqVeURCwFr+1ZQTE6nknqs8lfgvmFIF166lxOXEtYlbM70wJgsSNNgXbnUmSTIFg4i1RB3Ha2o70x9KPDZNpNSypy6EJFVqStJcqZ1o0iRNlaSQ65JUgz5BSeJxHpPGVNdkCIkkU7AMSjOBTBMfM2Pjk5qYmFDTJ5S4PLx0xKfnD+4QpMBf+PTSxIK8GtLLvSxgqOULEsvoJI4apFY2luo0Fq77R79B6+D/oJHaQa7+H7xPIU4m0JM8VLezbWTjVpEMEp36UOBjSB4qea+JTWzyO9b1fSaGj1T6MS7NG2q2RzTiz7LxqWmz8xqF1FMwY4qm5iqlqzWVD7LSH8yVSsG7Mte1DtSrsf1nYiwRRoAPQMciC57cs0gkkzIRuKZBZOo9zElTACf16EAaQlAIQwphaIMQhjYIYWiDEIY2CGFogxBCPEHJ9wu+C98XfN9wtQjAkys8qLuTiG/521re+ov5xrQWOssSccazmaXqrKwouCGJC9VTp283B2fGTqE9ASkJgqIzEySUx+nGlwn2Z3BorpHBHHkcrhvJUwzewf5s5QiHpyndP0YHzQeAUlN0vOyNUSbvrrIPFp008saUsriR4lMXPVkIZhwpVXt6o9Zv3aktu/Zp3eYdytujsa/VVtPomm5Ck2CRVikm/kfbNXKzXHeN4phgFUt88gGhC/LX8jpvcRh5U4JltKN7vFQqPORbkP1+n/3Xp02e9tobWWp9b5SlrqfPtQFk6OhKv0Ufu79YJhL7hBAiTi/7r5QN4zcJdonraQVwKksvcFEW1qOyLV8gpoAifzIvQXUbPOGtaC93JHVSv+mHuGzjKCcV3nfBTvk1stMf1pI1CZEkukOMv0aSW3WtLazJra0lT1uQYo8oh6SyqK4nb+4YbX2J+sJ1UD2mchkbWoV4PJD2vQchN6km6svV+kHe83odyFsEyfmYrv6jCAlJDV7bExPavG2btu3cqel1GxTypoI/F9Ik16t9sS9eoEqfan5gzzKqgMw3kreVriN3QO8X7FaKMvaRbcRnGW01wTj4OL5OLu+PynvrBULuUpXHm71Tm9QZvxl+rfwCn2AIGFyP9DdYkEGrVQDX1AcVH7/0zB1db42M++TZem3YvFVbtu12z8RzpBY7UfBOTCT/l/ODNHEuhKAQgitDTEOoU4+tkP21Jfm1yAPenPJZcOrUqXivJnVcRloDTS5T3bx5s3jiKo5D/TRYDxu+hxYYWmBogaEFhha4zgJ8d1DBdwlp5e87vkf4/uAkJnV3EiUocDsT4WOMzhc5hiVPShman11QWfYVXLlu0hFAO1etZqb16yaVG4RWdqzKNUS5slOE8wTYTDwuYTCEhxTJhZi6o9tdGkREnb/2dqXZikVP06BgSs0oNUMIQFindd7NqikERZk9TJCxo7hEEn5KDXXsKCttSk1HAybXaYInaI5aP3mCslKUX7LTZyI12XMbFGwDe3B6EVXuZPJ70NUKhBAUwhqy3p5Bqbu62gDKGYMIe5gCKQMYAFaVQY7hleLljkYGsf4lUo++6Tu4JXgyHNJPl8xCA2Wcu5neN9bXBvCQeix7gjxpcAayG3vNNvEaUi8eJwhqQnbWNrHwqQsQ+SQJgmgTr4gkyTDx2lTCBp5OL3rRtSbkJ38tdcF7QKaEzZN6ta6RORI+pJ7UXSP/tSl8bkV1X4Sq86Q3jrGxkuvWL0S9k1X9b57K/UwWmz3m7iLlYTAhBOdfTNW1+srtEmM8XCUnlQz6/REQ92qMplnOeHm47SMFyVG1ken1mjLYzEdHJSUyO+V5IsAve/fTSRkTQjCvT5cqy3Lrt9mbv64ROl8j76s0JKopIZ8oRntZ+pqSRKItkgvs0eD0pcjVSt0/DYp8bCKxj6+RBUpNuYLn5SiRjF8lNhkfSrLxDVyD94ZZuN5vV/k/PRT8mZY3J9QYX6dRr0lZhPgZUnmtOAERP2f8OSJTWfQ8pvBnnMGwG67/nvLcNl8IQSHchD4L9Zx9JmpJFBMdJ3xygzJ52rhcNcsypT4+OTP9Az/wA/q1X/s18QTWLfx0Eh2HNLTA0AJDCwwtMLTADRbgOwQMxK0TNHEPPicxyVN3/Xdi5e/K25uSws7a7Ux8kfOFTRQTIxNKJuULfHx8VPvv3qPTp06o1+mq2+lo9uqcZq7Mu1yqz82RdsIUMslpskq1Q4Vz5SopkZTeSK6kw9p6V8V+Zkca3G6fxwMlmm6k4JYb6+qym+K7LjMN/YXDFrm5FFxrZ62yk6asJXTwjlLlNQtFV+SRn24QMr0Som9NsiOUpKmyNNjBDMoV5KywEc6mmzSoUEzT5P9n7zwA5Tivev8/M7O7t+nqqhdb7omd3igh9Bo6eQR41BA6jxp6h1BCh1AfvQRCaAFC6DwSHJI4zXESJ+5Nlqxi1Svp1i0z7//79s7VSpZtWbJjOZm9e+7Xz3fO+b7ZPf85M7Puk+Xum6e+LZfTWA86U+pmPRhFSGalyHXOZHHNRCcpnK8J49b5OqWuprrOabgunCZZzTRLVCnVZzqZjsjq5VduBYrIbY9shSR3SZTZXR7yMx9JCVBJJ1P5FSbzF+koUTdKtFFOaaUhAHaKk38KmV+MUC3M6Sm8qCM9Z6qETjLwGZLnfQheYbmgYV+PtX0Q4SRVttuQDCc0SnnqO2yr+yfbrixQ7nkBRZlTmSI1FuqBQKnwOolLbH22wHhIVCNLvrJvc/dn/z6SlLHW+FF52zTW94GskBGySmghi3mSGFExpvS/0qXSnwly+uAk638K1RPXKfwgaZXPqr0lIUc4hZykPqRCSGi1w0D0sXlTs/GnUqSW+bO2VExIrUllXpM8y1VA7swaFlaSdcjzXFlkicJpZJlqclZQYv44/uMLn6sbcAoQ46677tIll1ySiN+1pA4AipNQ3+d56aWX2hZlioLS3lBjgcYCjQUaCzQWOJMFwD98x9DGE7l5uBtXypC/kLHbmWTLUOZCJr6oiWrWX+iEkjE8C0DbXXfs1Kd/6qepM9bRxvUbdM3VV+vSHZdoZnqtpqbWqMjbpsxUKCty5ZkdGFNupwdqG8wVRUuFwwG527NWS4lSPpS7LXefvOg4D7mdNlO0zM9pnreUn4FarssiV6LM869Q7nqI9lbWcmSz5T6RKIGXDAfMdU6jNWZ5xlS0x1UUY2rZCWu3WxrrdNQprEueKfJCkZmcZlBRKHd6OqU216e+qX+mPBtS5rTIM7XME74t5/MsUzvP1TGNm0gpF3moaIVarVyF63MTDiPp6RSRKx6CctsiM51rGlnLug8py3JlOTKF5TLZcU2yIq/rs9ztI/1jNZ8rAgpFjJD55YXHtGpyG2XIMmdOC/NsOW0VhYpWIdJ2KxfUalmuxM/jLUvmObLR1PnwHCflaFn+9mlEXW59Vnh4TOIDL1PLcxeer2B+yDLkidrKi7YiL8zvVMqzTHmeqWVexQhlzmdZrqFMTsM0Uh62h+oxyJHmZn7PWbQy5U4h5HlgSntmO1mfNGZEp5W5mf/hKZRkidBYkSVqWc/cx3rbx+qYj9W28608V3ts0mvi4yYztaeU5CqYf0zttj8fspb1cdl9i+yRpxFx6p55ROVcuefNi9YwTXnXWb7cejyAUr8VebNcRR5qtTKx5zrWnzQReRO6ZllmW52kPMuUZ0PK8kyxQpnroDwbtuVZoWkppAUAABAASURBVDwKFRnzrZD3fGFqQUWuVtFSq9VRy/bOXS7yXJ2srU7e1njW8mdHaKzV0ljbtje4bBlk5o42Z51xddoTGvdnWm5ejGOednhM1lHHYzvWr21quS7P2sryMRNpS1lWKAvnTRG5IuJxI2zGU1t5SmpE6IUvfGH6uZFdu3bp4z7u48RnwLp168TPfnT8mc2DcHLbibPTAE/GN5R5TRtq9kGzB5o90OyB0T0QEeJ7gu+QiOH3y5EjR9LvM3/iJ36iCny+JxBl99xzjy5kwrhHjx4VxOPbKfOIeMr9vs/oS5ow2MycdpeX0oODMoWW+SmSXs+1D3yHz+Bnroa4LLQU/5Vii25yLEUnydGjKpHrQuLyscopZBaqfNq+KvtOz0we4W6WsxrIoclE9CfP2XFXuL1SRJikkBK5xplcsvMWdh4HlXs6TMBm7OBoWvgiXIcylk8rNJS11GhaZqWguk4uJ5LHq/J8lVZl8RwuuKFKFA4HZSrdp1RKXfa0StNWMCjdr3S5TKlKV45QrIytU7k8JI/1u6xsN9O5pZ7TdlMiz5vSWNHIqQVlnRK51kLqJLnRIGdYdp6xLkdEYmdlBZmrTn2V5gRxqV+lkvV3uKx01JnLO0kH3pc1hQdDTk55e/lGytZjpVSZ+yhJHm2ZqpWUBLlq8lQpWpcubbbdudwZGcpyYNm85zy8ksx1hcKye/Eq0+hexkaJt+uVeYTnlO0hUqiuc56+kKyE1fY8MlUrNJy3luOU1PKViehvsngW7bzeVk8QTBCdNBGVkakz1la7XSjzoWStVPhYyqJwl0wR3iPe73GOVHmcGZ3yfqQFWJxKlQ+/EWJ/QT5GKlKTfAwm8rap/MEAYVfSyuteU8ninMrc+8A6a4XqNtd6RqFPSl0OfyYm8udWrJDg7bwgr6MYb16yHUf1zlyIFWr5s6qw8VumMEDNspYyA8gqbyuRNxJs6rmzNG8lJLQYcmZIktxVVZ16AsouPu5v7q+pT4RyVrfOU9/v98WJUYRER767SDmBWnotyTfkXedN0NihsUOzB5o90OyBk3uA7w2+M+oHBGGb+vukMNC8kLHbmWTLOPN6IRP3uXD2mBDymjVrxH0w3CfDUwGnp6d08cVb9fp//hf17QwtLi3r7rvv1v0H9gvwWZVd+0hd9RMgKJUAgb/kB6beoCtoYLDIFz/OWb/fU6/nehN5qOe6waCnwWA5EXX93sD9BiIt7XixCR4plZahSnP3NUxLA4eBenbmoIGdSmTr9ha1vLyQnJb5xQUtLC1pzvKdWF7W3OK8SjuVPaMOdKyptL7oWBNlqG4HqNdjSs/XN3FPJrz65geVtidty4O+Fu00LfSGKeV+3zZ1Hc5U3/aBsBPpsK6vOi1tn1GqVh2LgdKcbu+b6PPI04FBTneF+rZf33mn2M4O+sA6rJLrStt8sGLz0nuj7z1QrpY91nYblge2a0/lim59n7joJRpYrxWirwkdoLK2oVPyQzKPVH5gis2HfTzXah/6nUaWE5kG1gf5S+tUej+WyG4auH2wkvasy8DUs57ke+7b9/r1XVfWZJkHri9NpKM0rPNx4j6l+zOWNJHrBuZLvh5TIkfZU5/U1PfeKU0p9Zr2TaVpmNpubhu2W0f3Lz22WqWBhvmzT8uql37jlt+57bEnbYduf1nLPairLnt2YVHzpmUfMz0fw0usI32WFnxMHRf7tOu93DM90pSx1ep+rnQu+dLrgE1SmvK1/bvey10lm1jP1Xb36Seb2p4pP0zTWtdl7yf6YPsH0sB8h4S8qZ118djhPq7cXvnzdEjDvVSKdJDWv3T7Cnlv9XpL/ixc0qA/EPtg2WuwOFjSgtNlrzFfjotL81pcOq7u4jEtOQ8tLi06vyhs2Ges16/n9VqCul2Rdlkr8xiYVwn5eCyR1Xux9L6HkBk9HoT0wag/cODA6jzvete7xE+K8D21Z8+eVN+zHocOHbK+S6lcywQgrfNNWp1im8YejT2aPdDsgWYPVDp27NjqZ+Nb3vIWcZUMmOj2229PV85cyPjtdNkyEPSFTHnu0IQFZOM5SYYn5b6Y+flF7d13vy7esfK0Q0dvptev0dhEW622e4XSCXKUdNZ5cpIzp5Lkqkz85Rr+ka9pOJY+cp8h5c7RHjq/16njMzOrSZZJIopZZFKnJY11cuWtwg2ZlBeK9pj7ZJZYluYkheT6B5JHrfbLpZQf/h+2hGuyFSKf2iJ3YmIdMqeUTZlnhSKzHCaZUj7PFCP0AEF06itczEznkzK2JrNaecN1lIbVdT9SWklHSdYfCqdQ5hTKnULkh6SkGn3Ph0JKfB4sTY0afWUuQLnTfEWqYZorT+Xcg4Ykl4cU7n2SMpfOTCf7KI0N9xwlpdqTY8PlzPTAdNgzJLfKEtErOyWN1JJp2OMcU5/lE5SZv1lwvLRCgshHPYf3bGSFLIAik9od6eR2doXHR34Oqc735TlrGZ2G2Y0S8rpKKT2l4dRx8thTSXrAmJBOqZNWipnTTEo8nMQIOetG/ms11fBFt9xZiLwYbzsr/GGVjGue/tywaYVpnVXLTQ50yh9fqXvmRijZHkYQH3g5Y1kvp6Iy9/TZCsnpkHQBvNrttjgLjSgtKwjI3rdvnzgDTV2ddjredFR82FKjeGOBxgKNBRoLnK0FSp/kpW8d4ayfYcOTauvn2tD+RKHsiSLog8uJCqZY6ZFSLrxaKTtJVU5PeVMJjVSGHaYHkk55MWSUTml8DApnngt9TZaXKUf7kKfuTETb6XR6v7p9tb6uGE1X5l3tQ4Z20nOgeui5pucwZRpSz5cKD/g3tG9Y15OkVUf3ocdq5QUPsg+W0nYuBL8HUi0T6el0LrPA46HHDWUI20im0PD18OlwnDzmJDGW+keYhvvXNJIdqXItfGty8UxvBlD/SFPGPB6EnA9GyEMb6flSzadOT+NHNTSsrm08kp5sHHZ5qP/0PZ1O2SPwfSgGTVtjgcYCZ22BpmNjgcYCjQU+iBZovsE/iMZupmos0FigsUBjgcYCjQUaCzQWaCwwaoEm31jgQ90CDeD8UF/hRr/GAo0FGgs0Fmgs0FigsUBjgcYCjQXOxgJNn8fAAg3gfAyM2rBsLNBYoLFAY4HGAo0FGgs0Fmgs0FigsUBjAaUbZM7NDs2oxgKNBRoLNBZoLNBYoLFAY4HGAo0FGgs0Fmgs8BAWaCKcD2GcJ1JTI2tjgcYCjQUaCzQWaCzQWKCxQGOBxgKNBS40CzSA80JbkUaeDwULNDo0Fmgs0FigsUBjgcYCjQUaCzQWaCxgCzSA00Zo3o0FGgt8KFug0a2xwONjgaqq1O/3T5n89HK329XS0tIpfT5cCr1eb1VVbLWwsKDRutXGxylTyzI/P58kWF5e1uLiYsrX//itvMFgoDplDOW6/XxT9kfNYzRf1304p/WxVB8/dRmbsB6kEHlsx/qxz6gb7Uv5XOnEiROCZ82v3ivMd648H8m40XlG82fDo5YV+c/Uv66vdaNPvbfZ55QbeuwskGVDiMb+ZRbKo2tB3ROJhto8kSRuZG0s0FigsUBjgSeuBT6MJI8I4STIr9OdYhwHnLd2u62xsbEEWHAYP5wcuaIobBkJvSNCExMTarVaqh3h1Pg4/kMWpq/XJCLEeuEAQqwh65vneVrnOqWOcY8GsW/q+eEP4GXuGgw8GnM8UXlgB2Sv9xHrQRmbYSfsNjc3l9aGdYNof7QI/mvWrFFEpD0M38nJSRLVMqXCY/gPXZGDKR7p/qhlZSzHHFTbkDQiaEr6UeY4rW1eHxupQ/OvscBZWCA7iz5Nl8YCjQUaCzQWaCzQWOAcLFCDj9pRA1zCJiKSI0ceiogEZj7YjhxzP14UEWlqnNlDhw6JCBQVo44w5ceLOCHA3ABhUtYyIlKUEyefdlLWFgBIWveh//kS/MbHxxMIr3kBKh7NOWq+T8S0PlYiIkUZAUToAbBkD2GrqakpqsRaAT7Za1Q8GoCQ+Wt+9R6hzFysEfM8lnS++wOwis0iQtgLQm50wHbsbfpERALQ2BWdAab1sfpY6tfw/tCyQPahpU6jTWOBxgKNBRoLNBa48CwQMQRXtaNWO6U4jbVTNyr1kSNHRosfknkAAIrhrG/cuDGBBoAbddiF9PEkHG7mx9Emrdep0+moJhxw1hLHHZkjhutMnjGPkE7pji3gT+XRo0dXI3WUieCRfjhTRKQrA7ATl2PXNgcwYZeI4VqQpw/RSOxJ37oPbedD7InR8cwDWBute6zyzIU+8D+X/cHJr3rfogd7anZ2Nu2ziEgnOtDl+PHjCbBzPGA3iP3PvA01FjhbCzSA82wt1fRrLNBYoLFAY4HGAo/AAtzfhXPLECJVpEQHSGsQQ0ShzuPQ1UBz/fr1dPuQptppxUbojQMcMbw8Ebs83sojDzKwLjj3RIAiQvW61gAHpx9dkJl+NTH2fAhnn/HYh3xEaM+ePSnCWu8n2j9cCeDD2hCtZG1mZmaSKe64446URsTqPcGc6AE40cAJjoiTYJS6M9ND1wLS6ggqa05v9gBrBJCj/FgSewL+57s/kJk9zJ7ic4fyTTfdJOxIPXZlLvLYOuL8bYfcDX14WaABnB9e691o21igsUBjgcYCHyQLEFHBuWU6Igd/9Ed/pCc96UnpUlpAZkRo7dq1wsnbvHmz6P+c5zxH//f//t8PiwcJ4cBim5/5mZ/RZ33WZ+l1r3sdxXT5XspcAP9q4BARad3uv/9+/fAP/7A+5mM+JjnkgM9RMYl2RoRw0PUovJgfnuyX97///frUT/1UfcmXfIkOHDjwKHB/YrMAGEVEUgLwyUmLf/zHf9RXf/VX63u/93tTxLzeY6985SuT7V7zmtek/o/G+jA/zACzrBH51772tfrKr/xKvfzlL6f4mNP57A/k5kQJQsIH8E5666236oUvfKE+5VM+RbfddlsC7diXCCh9GQPIJf9BpWayJ7QFGsD5hF6+RvjGAo0FGgs0FrhQLXDw4EEBNJGPKAHRAS4j3bFjh772a79WX/7lX57ocz7nc/QZn/EZ+uzP/uyUfvRHf3R6kBDjPtSJiO+9996r9773vSKqgmOLzheCQ0vUCnlqcILDvW/fPl1//fW68cYbVy8zRF6IiGcNQiifL2ED+HEigmgrESgAwC233CJOUJwv/w+F8awRenBsceIGEIV9OM6OHTtGUwJM7K33ve99uu+++9IDfmqAmDqc4z9OAjCUfcEe4eTDPffcoxtuuEHMRdtjSee7PwCONSBn72JDdLrmmmvS5xYnNThBRh+AKIQ+jKtPpFFu6MPTAo9U6wZwPlKLNf0bCzQWaCzQWKCxwFlYYNOmTSlqWXfFQcShA2AScfmLv/gL/c7v/I7+8A//UK9+9av193//96n8vOc978MiwolduBTyF37hF5KT/l3f9V0pugnIuhAcWsAmMiIPAAXA9+xnP1tEye6880499alPTdFp+uCw0w+iXDvn5M/x+HiEAAAQAElEQVSVsAEgAPAEjy1btqT5sBnlD3fC1jXgrG0REemniLZu3SpO8lAPYPrpn/5pfeADH9D3fd/3pfs+GUvb+RB7gvmZJyLSsf6DP/iDetvb3qY/+7M/Ox/WZzX20dgfdVQTXhHDe2KZnBNB6Ied2MvsQ67GoK2hxgLnYoEGcJ6L1c56TNOxsUBjgcYCjQU+nC1A5AOnFEBCHgcPIIMjBwCljYgB7diJPkRpiGhxzxntOHy01Sn3jsFj//79VKenu3LfGA4iFYynDxEXyjXxYJEavNR1d999d5190HR0DBG+0Y7IhJyjdbXMXOJY1x8+fLjOCr0ZRz8qL7744hRRwemlXNPovKN5xtZ9SGt9ye/cuZPkrGlUxnpQbTeASi0T68OTdOkD8LzyyivJJiKShnysaarwP9YZPU+3DX3dnEAR+rMmlCHyjCNfEzyYjzJrirzoSxkiukYf8hA84Et+lE63Wd2HfQQP+rKH6oh8zbNuo57oKv1qQpdRWahnnnofMha7UQ9xOTJpTchQ27SuI61tQDu86jnQHf70qamWEz2o41iiD2tBXT32qquuSlcNRMRqCn/sxTiINcTGEOV67Ggf9EFv2iNOAjTKe/fuJdG6deu0YcOGdFxSgYyn7wPqa/7kIeaHyEOny4cctW1oh+D9UPuDdoi+EDZEB/LwZ49zEow69MJu2Jx7U0mRh3aIPoyDRvOUG2os8HAWaADnw1moaf/QsUCjSWOBxgKNBT6IFsBJB7xERHry4/T0dLq3D1CJY4wTFzFsw9GTXzjLOMrO6t/+7d/0jGc8Q9///d9PMYEUMoBR7iPEif7TP/1TATwvuuiixJt72L7zO78z3ef3yZ/8yfriL/5i/dRP/ZQAijjCOJI1+PuHf/gHvehFL9KP/MiPpMtZf/VXf1Wf+ImfqOc+97n6oi/6ItGO08kY5EKXbdu2IUKKSH7rt36r/tf/+l+JPv3TP13f9E3flPhERPqJFy5xxAl/yUteku4J+3//7//pX//1X0WZy4Zxnmn/3d/9Xf2f//N/hOyAEuZkEuZ9wxveoJ//+Z9Plx4//elP12WXXZbuz+PSRfpA2BLn+a1vfau+8Au/UN/2bd+mm2++WUROv+qrvkrPfvaz9REf8RFJT5x2xgAqcPiRkfL//M//iAgr9nrBC16g5z//+frjP/7jdOks7TjmrAsgisuhifjcfvvtAkgQ+WFt6fc3f/M3qu3y8R//8Xrxi1+c7E90jXb6MgYdIyKBE+qxL+vDPAC73/u939NHfuRH6tM+7dPSPYF/+Zd/KcDCU57ylPQTFuhBmbGAYsDCP/3TPyXbsIb0I5L+S7/0S6KNvYa+EDowP6ABuwEq0P8rvuIr0l5DPnjCOyLS/aLcZ4ve11577ervpKILtv+t3/otfdRHfVTaNx/3cR8nbP76178+7QH2NdEy5iFCC8/f/u3fTjbics3P//zP10tf+lJxfzNtEDZAPuzNsQJRj83Rg7Ujivj1X//1yTboCY///u//TlHNyy+/XOwj+iMfxyERzs/8zM9Ma4os8IsY2p9LujlGPvdzP1fITz/uA2Ud6Me6YCvswpUIX/AFX5Du44Uva829ju985zvFFQ3sce7DftnLXpbu+eWY4Xhlf6APunMPLmvLHmN//MEf/AHTiP0OYS8qIobykT/X/RER6fdtkXV0f3DZLOuN3pykwcasJ3qyZuwJ5m2oscCjZYHs0WLU8Gks0FigscAjsUDTt7HAh7oFZmZmEjio9eSeKKINOP3U4RCTArxw9MjjINcRC5xf7gPlQSQAFtro8653vUsACQAlwO3SSy+lOgGzb/zGb9Sb3/zm5OwDnHDcuWz3O77jO9IDQOhYzxURgv8b3/jG5PDzUBrmZBz3vPHgldoZRkYcZ8YDhr7sy74sXToILy4BxqFGTuQCANMPZ3v79u168pOfnIAolxH/4i/+YroHEpkBD9iI++qYG9vw8yg4v4znPjgugXzVq14lwArgFjB87bXXpof2ACoBH/TFZvSh7vd///cFiH3d616X7tcDtNOHS5d5IBN5nH9kJ0+/H/zBHxRgEWAOIEFfgOvXfM3XJJBMPy7TZB7asCvl0ctbsQtAgxMFOO8ATvoDplgXACp8sFW9lpQhQCAp9x8C7r7ne74nrQ3zsBa/8iu/ol/+5V8WD3QBAEGAZfgz7id/8icT2GQOwASACYAEwGEdsRP7jXkZQx7egDuAErYAdLIO9TrDlzzROgD+ddddJ4BurTN7h5Mh2BS+7APWB6AGKONEQc0Dm5L/8R//cX37t3+7ODkAYOQhSIA19ueP/diPJXBMP/YAMpFHVtYLWSkzljmxK1FZoqTcV/trv/Zr+tmf/dn0JF/swzrRnz0G6EauiEhAEHvQBkAEMAK8sMNnGpSyB9ljADIuc6/lYN2wBfMDUgGWAGsAGjZBPvgCdqljf2Nj8sz/Qz/0Q+kkCCdZOM7YH9gVm3z3d3/36mX0HDfINkrnuz/Qjz01uj92794tju+f+7mfSw9YQnbmjoj0kyij8zf5xgLna4HsfBk04xsLNBZoLNBY4AlvgUaBx8gCOKs4y7AHIACKACM4d9RBOKo4peShOk/UEvBE1OMnfuInUgSTdiJ3OLgve9nLRCSLOpz2P//zP09Rkl//9V8X4O83fuM39Cd/8icp6ocDzT2j9MWxJoKBXIBDQNaznvUs4Xi+4hWvEBErxtMGSMMxZT7kxPH9u7/7uyQLzjjgChBJ3Td8wzeIKBPgiHlwuEkBDOiL8w2A+/d///f0RFpACJE07AGwIXoK0GAM4BMZqCd6hVNOlIo5X/7yl6efJgHgAXroDwEGAAsADYDZb/7mb+qv//qvhV3oC9AnBaRgU4AXoAyn+6677kqRUSKqgC4ADLLu3LlTRBeJMDEHckGAD04goBP18AQgUw94+Nu//VsBgIjaYhdOGPznf/4nXRMBSrAlBeyAfckTAX7Tm96kyxzJfcc73iGIMuCMdvrWc9YyIS9gEQAECGPPAKCJxgFssBlgC9uy5vBhbtaT/UkZ27M/uby5XreaP+OwLTJyAoH+jMeG6Mj6/tVf/ZXYdzXQf+Yzn5nuYwQsM549jTwARaJ77BdkZE3ZL0T7kBM+8Gdu5CMPMQegFuDGmrImgF0AY20jQC4/5cFY1oF5sRfjkRUQCvikjN7owAkK9t+P/uiPpnUG7BPZZu+xZv/1X/+Vrk5AfsaxZ7Dhe97zHgHgeEDQf/zHf+hpT3uamIs5mLvuX8+Hbhx/ROk58QJxfHISgWOYPcqeYQ7G1PJRhi+2J38u+4MHXLGH6v3Bfgf8khJBR0f2PccaNmYedCRtqLHAo2WBBnA+WpZs+DQWaCzQWKCxQGOBEQvUIAtnmWqcVaIxOMtEvAA0/ITCN3/zN4uIIdEVLms9cuQI3YVDjBP9SZ/0SSKSArAgugKI4Qm3RCLpyDxENYmccCksTiT1ON440wAenEkinQAA2nCIcWzJ8/AbLnMlYkcZwoFGJh6O85a3vIWqRP/8z/8s6uAJ+AD8MD+NAAh44Fxz2W7tvALMmO8TPuETROSNCBxONMCQcUTN4MEYyhBtRKu47PIHfuAHxJN9GUPbJ3/yJ6dLbAEvjKWOyxABzgAS+gKEuIyWNojLj4m00p8+1EEASy7PRCYup0XmiBCAHCDE5aHoiS3pzxqiM5EggBlEPScSuFSS9eMyS+roFxHp5yVw4IkkA1Zpoz9zkY+I9LAkeAKmuPyRiFT9JFpADOvN/mAvRUS6D5a5ketf/uVfxNqzXugIT2xOFPnrvu7r0qW4PMQGvRlPO3qQAsJJmZt21oEyssOfPYjdSWlDD9oh7v9lnbAPJ0c4eUAf7A+gAoBecskldE30p3/6p2KNiVpzD2x9soCfxGHv1OCezsjJnkE/5qeOMnsP8IR86FbbCHtyPLH/kYN1pn9EMDQdS6wpJ1GooA82+LzP+7wElAFgzMl8AEZAcUSky9rRnTHYCH2xC3oRlWW/04bezIl+nMSoZaaN9eRBU9iXvQFv6iGiq+xv9OG4oY5jFdkfjf3B+rI/ODbYH1dffTVTpEuO2fNc0kuUlf1BX+bGBpx8SB2bf40FHiULNIDzUTJkw6axQGOBxgKNBRoLjFoA5612GqnHYcWxBAwA/Ij4EPXAESfigyON043jR/967Jd+6ZeK+9KIchLdBFQAWHGY6YeDCJjBsa3BJsCGCA/t3MPI70Zyzx+ROOpwuHGkkREwRh3tRFbI40BzyR99iBZSB+FU08Y4HG/mYF7GwZNIDA43MgGuSelLBA3wCA/GU894yrVzDi/KEA4yPwfCOMpQLR8gmvsUAT81gGBeADSgAn6AaMZAzMUYLvdETuTCPshBhAoQwU/S1HZAfmyP3ICBHzDgJUIGr4hI910yBwCFtWJdyXNiAD4RIS57rvVhTkAjZWSBDwQPUvYEKXIxjj41H0AKZUAQ0THWnDmxNWOwIdHLiEjRbeoggBj2IXKNDQHW2IA2CJ6kyERKNJH+6EJ5tD4i0iXagCBsRTtysDfYi+xbooLUw4M1AEgBkOmH/uw7ToogC/fZUkekHV0Yx3pRh/7wYC7qsQ1l8hCRYYAq/JmbOvYFc0ZEupeUtWINR8fBjz3Cnqrtztgrrrgi3d9LHn1YR/LsaUAsx2PNh5R9Q7QXeclD6MBeAaRhY+aB4ANxvHOiCF3qy7vZ38hNO2sEbyKN9957L1WJajkZR8W57A/2MZfRMh671DzRjTr0IKrNvPWeYA8AnGlvqLHAo2WB7NFi1PBpLNBYoLFAY4HGAo0FTloA57x24qgFNBAJ4vJIACbtOIAAH/oBnojM4ZQTscNJZhyXRXL/IvcacgkhD+chekcf2uFbg0IuTaQOQAJoALBQxrHECWYMjjUOJY5sPXdEpJ/cqOfEYSdyBRDBwYcHxKWEOMsAjIgQfQDDyIDzziW16MWljVzeCiBiPIAjYhhtYg4cYfihP44w42tnn3ouT0V2IobMERHpPk5AChE0Io/kibJxOSxj4MF8yEwZOUixAykgAoDA/NgHGQAwAJ0aDCNrzQdAwFoAJBiPTUixGXMwLiISGKOedqJUXCbKZckAfaJI3/It35IikOgHKGYcusEH/VkHxiMXtiAyCYChrk7Js37sE2SkXBMgjQgnD5JC14hIP9EBqCBSzXqxHqw5Y+CBLMiLHtRB8K/nQ0bqaoIvhIzUYVv2IJFu9CDayL2ZnEQBOKETIJB5GEMf5kV/ytgWPqwBKccF93MiD7IylnrKzMtYysgML06gsJch1of1pB37sb9JmZs6dMHeyEx9xHAf0oacAHb2GcclEU/WDRBIf/ownpQ5mBt7Ig9lCFDNOiIbwBGZiMRSxzhsSh/WgsgodaP7iigpEV/Gwpd2QB9zwQMZqcNuyP9I9weX2yPz6P6AT0Skh3lxyTzz0Yd5ANQAc/INNRZ4tCyQPVqMGj6NBRoLmwFNeAAAEABJREFUNBZoLNBYoLHASQtExCoYoZboYA28uEePOhxKHE3yREdwKqnD+cfhBSDhOH/sx35suuwSJxRnmP70IYW4LI4UR5GICnkoYuhcU49TiaOPA4xTiSNPWjv99MdZZg4iZMgC4cDThjxEc2jj8lOADvcOckkq9yfyFMy3v/3tItpKJKd2nnGucXDhDR9ABCmEM42+zEkEhzoIWQGPgBj4AkC5Fw1ABxGx4543wDfOOmMA7IADQA02JU89clMGHAAmaactIsSc2Li2AcCAMegJkCGPHvRnLGVkwy4ADHRhLHWcLOASRcAL7VwWC/jk4UOMjYj0YBh0Zq1Zv4gQZWQESMKPNuaBP7yxA+2sF3zgTTvE2F27dqUnkXL/IWCPvcAacK8sl0pid2yGPugFP3jAK2K4PwDe1BGJhS9rjs7MSZl9wxrVZeSkngcSca8jOnL/JU8bBrjx1Fqig/TB9gBI9iA6U8fJCOrJQ8zHvgQYAp7ZL9idvY9cyE0/1oq+rGHNq67HRuwl1qKWkzrG0xd9GEv/mrjflYgrYIy5uYSde3C56gCZWQtsTJ614CQH/NhLzIM86BER6QFh9IM30eiIoW2xA8c+oJo2+tT6oCN1AFHsi+6UkReKOL/9gWwASvZ1vT84ScP+IOrKCSKOYy7Zr48jTsycbidkehBqqhsLnJUFsrPq1XRqLNBYoLFAY4HGAo0FHpEFcJYZgKML4VDjtOJw4tDhyEaEcIpxPHEOSSMi/YYf43FsAQM8mAcnm8sIAWHwhXB4SXkgCClRiho0UK4JMIPzDNionV2cc5xLHNuaD3nkpIzTjlMNwKQvZYACgJZIKnNyGSoRISKoRHB4ai6XriIDc6EjjjS6ASKwQ8TQEUdX+KI/RD/kpR5wQp5oDvyJAjEHl9ISjeSJqOTpC6CiL/IxHzJjO4h6iDxONyAO3QAN1JMyF/NTRn9S5CSF0IN+zAVwAHRgQ9aSlD5En7nkmctqiULzsCZ+8gNgjp3QDcK2NVhDd8bCgzpkhCf9qEcuUoh25idft1OOCAHo0ZtoKkCPkxncJwixX9hDrBf94Y8N4AOxF0k58YBdsB1l7FDrTBkbsP+wIbZhPZEDHVh3HtDE04Y58cBP7XCpMuANMIxezM04UvhB1AP4kR2+7MWIUA3MmJM5mKu2BesUMTw+mBs54YWO2AhbUkcbfUlpZw540YcyxDFI9JljBuDFiQ0itTydlvuE4QkIZW7WjTHk0QMij71qnuy/Ol9HkxnDJavIRF/KrAFEvibWBH4cI9Rh+1p2dIIv9mIcetCH/qQQ7bVt63bK8GF/IC8PJ+L45IoE9gl5ZANokiI/vFhn5kYWeFCHLeHFscY+IU99QxeaBS5ceRrAeeGuTSNZY4HGAo0FGgs8gS2Ak4bjhrNHiuNMiiOHg00Z9cjjTNIWMQRjOJY4ybQThSGKRLSMJ7YC+Hi4DG04xTiYRK8Yg9OO84kjz/xEseiH44/jSn/KOI3kmQPHmzz19GEc5dppJo8OEcNLNelHFA0e5KEazDK2Hoc+OLHIQx/0HHVUARR1G7Lj6NIPu2AjnF0im/AA9BLBxGlH13puxuHMMw7d4ck8lBlHGjG0KbJRrtspA5gjQlzGSRsONc5/3Yd5sBFt8AZIAz7QFyKPbQBYEZF+95RLTekPAKMNvQAH6AM/7E3KumGjei72AHPXl2NGDIEVdfDDdswHUUYe2gAUlOGHLdCLMm0AduxJ5AxbUV/vCfLMSUob6wwAZQ+Qso7U046cyI390YlxyAEgq+ejD7/HysOciPSyR/gpFcYDuiMiPayG8diClBMYrBN7mv7YirVnDATPiOH6UeYyYdaAfRER6XdQuWoA3WlHLggd2FvYiHpkpRxxkhcRcnjx0C5OFCAPtkIe1rweQzni5ImhiJPHAXPBH31IIyL9pAi2pAyhD/w4huGPHNSjM/IxlihoxPD+YNogdEL/x2p/sNeZBxuQIiMp8pBnD5Cv60jZX6O6UddQY4GzscCHJeA8G8M0fRoLNBZoLNBYoLHA+VgAxzIi0qWwOK0QzjmOHHxrZx4nNCKSo8oY2nA0cYC5/A0HnqgEl4/yNFkifFzKSGSGvjjGRPtwBonSUIcjX/Pipx+4hA6AxOW49MdppD99AVuAHPLIxDjm56caiHwRwUL2iBBRM3jTBohiDFG/iBB6cFkll3ICduBBOzrjPAOyKNMPQIBTSxkiTz/yyEaECf7weu9730u1iHJSR4F6ADhOO2UIIAXVfJgPGwIKkKWu5/JQ8ujJg5Fw6K+99lpYpAfvRJwEJTy9lJ/f4LJEOiA7awLQAlBSBxBEfuzJOlFHH6JGtHGPIOCNPLoxHym2Ri7qGcO9qVw6TZnLlHH26YNO2ItLijmRwFrQv6bP+ZzPSRHx+iQE+jKWcYBEftqGnw6p+5NiG1L6kkZE2qfYhrUCJLH2tAH0OWEREUL2egz387Le9T5kX2MfQBTRM3TjJAC2Zgy6EWnnZ0Tog07wh/hZDuZhHKCSOghbQKwjZZ6ySgSXSCrzsh+IiGJPbAzAZW3gj+7owjjWGj613qTIGhHpdznpg12xN3lALPyRPSLSzwDBA57oVe87ALL8os2JkJMxHBMQdZws+YzP+Ix0JQNyUwdRT8rDlFhXTlSgCzyQDVmYC7np91jsD/Ypl4JzSS3rxzysFVF8dGIPUYd9sSWyQchHfUONBc7WAg3gPFtLNf0eKws0fBsLNBZoLPAhawEcxlo5HEeceJzkUYcNBy8iUjccWsALhNPMpbQ45vzmHx0AXYBNwA4/r1Lz54ErgAHuHwRc0hfi6ZM8yAVn8kUvepGI6FFPpKoGUaTw4r5I2gAdRH/4+RUutwNkIg9tPMCIy1kBCERecfLrCAkPygEQ47wiC/oyBseVtC6jL840oKiupwwxDzqR5/JGAAuXpwJU6AvxEJQf+7EfE2AHMF3bEsAHT8Au/SIi/YYiQCJiCJawKfJA8otLTbkEmCetog9ggfVBDn7WgzqABwDM3dPPpbCGOP845dRBrAtzcw8rZR6gBIhARu6fpK62E3nmwR4RkX6/kTXmhACX4CIv90JiW/piD36Ohst22R/oST2EnVhXopy/9Eu/lH7fNCJW7x3+kR/5EX3nd36n+EkddGIMBGggjRjuO/RhbwCk6v3DvNznx0kM9hEyoyPjkAMQyk/HcFkqunIigrVlP0GAFSKHjIMX+5b9xG9eAnTYI/B697vfnX4vlv5ERlmbek1Zr4hYBYX1ZaGASu5PrfcFT2LlQVb1iQPWA/5jY2NMsXoyB9tSAYBi/TgumJ/jgXoInTnu0IfxrD/1AEh0xubISl3Nr44WYh/mZS1Z71oPjk/WjWOk3iOM58QJdfBj7eENsMOOj/X+QFaees2+4anZ2B2ZOH4A9ehBVJa6iOEJCWRj74zuJdobaizwcBbIHq5D095YoLHAh5MFGl0bCzQWeLQsgJONU1fzw1kDzP3DP/yDuIzvK7/yK/W1X/u16bcpX/rSl+p//+//LZxyHFIcTpxRIokvfOELRV8cQRxc7o0jYgIIpQ/8eWonv2WII4hDz/2D/C4hoA2wwk9UADzoi5ONI40zzOWpgA0uZwTE8XMc/OQEv5fJg0y4n43LMnF+GQvwQlYiUdxLStSVKCAEuAIQ8FuItfMK2GA+xtZRJfIQDi3yAqxow17oFxEJKH7Xd32XkBvAw4NdkJ86fp8Tx585P+mTPilF5uQXfAAigDd4wd/V6Q1YALyyHtwTSyX6Y2fsyD1tr3jFK8TTgPmdSNYFe3ApKPMCHhhLRAvgAKBC5lo3IrLcawpIp/8v//Ivi4e0sJbYmvkYzx4gX9sH/QFV6E09T0nF/gAodCNyzfpzAoAx9AWU0BeiTMSbB92QRxfW/Sd/8icT0ORpyEQWAaXMwfzYh3VkfE0AHvYVPNCb38akjA5cvootkRUbM4YyQB3eROhYJ2SA+BkfoqrYDtkAd8zJ77Cyx4mMYmfWkn2GvYiwY3N+KxL+2Io0IkgS4GRNKaAL+5/9zs8AYS/4cPIB4M2acgkxfSHAMWXWij1AHcQ4LgEG/PKbmuhNNJvjE5mxNycf4Ed/9gB2Yw/ABxmxCW3Uk2JjxnCs1mVSnqqMjKwra8Tvcb7sZS8Tc95yyy3iN1yxDX3hUfMlZU2oo+3R3h/cu/r85z9frDU6s07oTdQce3HigycR8yRo7EAfUmRpqLHAI7FAAzgfibWavo0FGgs0FvhgWqCZ6wltgYhhVAAlcE4BHjjERGVe9apXCRBB9JFITV3mgTNEGunDpW4AQsAMPHAGSaEf+IEfIBF9ceAp4BgS4QQI4PACIgEGOPc80AYwSD9AB04lIANHlifK4uhzuSKOJdEaHPm/+Iu/EOCSMaNEJAZAgdOMM09Ek59lAWgCcGgHaEIAQC4zBWwQGawddWSAJ3qiI3NHhGinHnsBeH/8x39cgGbkBZRwrxtPAGV+nGT64hgD5BmDLugPwKSMww5QwXboD1BGZ8AmKeOJPnHZMqCWMvNwTyY2I/rEGOpx/EkZh+NNFIs8dQB+wAOXRb7lLW8RgBPbY0fWhTVEB+SiP/KMylA78UTmmJeH8DAfIAqQx3hOOqAfQJdLPrFvPT/AAJsAUAFQREOxCWvEOj7zmc9k2hT5ZO5U8D9sU9uckyAvf/nLBVBkfYhGYmOeQMvJBQAwOmBXeHDpK9ExdAUEEyX/gz/4AyEbkW7KtXzsffSBPycmiJRzmS97lMgqIB+wB5hHHuyLnhZx9V2XsSknG9iz7Cn0ZP8A6CAi8syLjAwm5aQJ4BiZaz7MxWXZgEHk4GQB+5815AnDREDhzx6FDzZhP3EpLMcIJ2GI9tEG0c7xwH5mzdCD/rQBUjkJwB4h+k1UFfDJuqA3J5oAtPTFlqzLY70/mI/jG7l4IBdzs0bYBQDMWvEZwSXhHGO0s/YQ/Sg31FjgbC3QAM6ztVTTr7FAY4HGAo0FPqwt8EiVr51NxuGgffmXf7m4Dw9nErCAI4zzRhnCwcQRJeKDs0ukhfsrv/EbvxEWoi5l/I/oDGNwYHkSqauEo4rzDEji0kLA32tf+1rhUAJU6IPzHDGMGnEZIWUcTCI9AFzuMQPAElUEFOBw4qAjJzKT4swD+gC3yMg9lqQ4zTj29EE2wAmXJQKUcOCJ1FHGFgAQ5AFg4dhy/yFOLo459TUA455TLgv913/9VxHtBdwQdSMaRCSJvsyDkw9QArz/3u/9nigDCJA1IsQ82JXLZD/3cz83RUUjIj10Bh484fWVr3yl/uZv/kYAJX7uhUgU4BV96INOpFxGCuBgDkBl7YzDF9DHz0wAYABR1CEXa8JaccIBHqwVOkYM16LeC7QRKQU4cRks4BFgRiT5BS94gdCPkxTc60dfiLGsIeCQy0pZQwAn9gLMMCf3RwKAsAlrWuuEDHUecEWUkUuYORlCJBkQim24bJZ1IrLI+pI8jtgAABAASURBVCE/vNiTAOp/+7d/E7JygmHnzp363d/93fT0XPYYdcjJ/KwH6wzQY48yjp8gATAD4DkGIPrXxL6r86TMC/h9zWteI052sFd/4zd+Q9QRAWT9f+7nfi4dD/RnT3HS4ud//udFO2CWei4DZm3QkxM9yMPYF73oRRobGxORXY4h7mGmP3VE/AGmrAO2o76Wl3aiu1x1gGzMi76cZMDG7FPWlXXhXlPs/Ed/9EfpKgfWEz2xETzhDUU8dvuD44ifg+FYBjjzeRUxnA8Az35FV/Y7xyFyRUS6+iBi2E/Nq7HAWVrgQwBwllb14chdHuRdub4mZ4fvuqJOh7Uj/880H83UP5KUvivEXCvZByajfMmfCz2Q66NV85Cin9Uk1icxOYdUHvOQdDYCwIN+p6fUPQjV8qa5++7EWEiiqaaBW2qq61w18mbM6TTSfEr29H4PVj5l0EjhkfYfGfpoZzHGo83zUeKHaKOU2NYVLpAdXVNXnfMbXqfTOTNrBl5wFsDZhBAMZ44UkEIKSCAdpYhYdZJpB8zgXOPQ4rjXgIdICu2MJboD2CCPU0taXzJKPeAAZ5L+OP4ABIAFPHHwcZIZB0/GAhi5PJD5apkjhnLhMMOPfrSTUqaePPOQR07qmYOIDyCTyBu2oEzfOiUPAWpIkYUUXqS1XMiJ7Yi6US9pNaFvPQ6wRkQVxx2HnU7oQTtAi2glNsUWtFFHWhNghLmI/lCHDuhCvtYZZ5xyzR97UaYvKfMxBnm5lJM69OPyUvKAP1LWhLQmxtR5wAdRakA18wCO0IFIFJFa9MPW9Af8kWIrxlFmHanDNqQAbnRjHLaPOBlNriN2tTzMx5qx/+jLeOqIUpPWAJs8utKOHemPbSljK/ghP/sM25CnjT2LbdCXPUodsiMbPJmbkxzISxvgnhS9qGd/UUYOeHJJOClt1BNBJK37kYcnUWjmrGXjOKANwpbIRD/WnzqI44V0lIiS1mXGITNldCClnXUgHzF88izzUkYXbIqd6EddvRfhhY7UoRv2I19TzYMy/M93fyADvCDWh+OTPUaZNj5HWFcixqwzsiMj+tb96NtQY4GzsUB2Np0u3D52oKtK7TYS9pz6jEvVV4TrExAYSU/36lz2W4v9JS1WXfWqnkfYjSxda57qO+15vBM3pJv6yYrCCpWeq9TApSFVzo22nylPn3JkjJgPYk7SmirLAj0cT8sgqFzpz5hRerjxmO48CJvYSqeALOpqWmVd6+W0GpSq6Uw2eizrKttjlB52rlFbniFfqWvdob7TQeLulVDfindNy17rIfW0pJ56Xqe+aTCwFH33TDzpjRVPUuX6UXqAnKz5KHnm0T6jY8mPtqX8yti0h8u+cEqGayKvzZBSnfdlaR1qqlyG6unqdT49teo+Zvi/QmfssNL2OCal12CUWBvWaMk6Q6zIUF/nrLsX2S3SsjOLXkfXnrP0mMQ7wLtCiSd5+FH/YEwrG36UHqxfU3/hWQBnblSq2rEcrYsIf4+lL7RV4ImTiYOHQx3h7zgPwCGux+Mkuyq96UumdmTpFxEpIkF/HH+tvOCJE4mjSUpfHGEcWboAHmqZyVM3SsgzWiaPk4pDylyUmeP0sXW5TukHMY601qEuIxf1D0XwqsfV/Ygu1Xn0OL191BZ1vzOl6FDX43zX+TOldV9kZ076bN++nSStQcr4H+DPyeoan56nDNganQ8gNKrDqH70h7AVc5OviTWp84xnHPaiH/m6DeBXr1tdR0pfUihiuP9qgE1dradE6SSxP0b5YZu67+ierUcg+6g86F+31fXwoD7igXJEhGhjDLqQRgz7kR+lWraIM7eP9j0T4KznGe1HHh3qFPuSP52QbdSmtI/uxboNG4/abzTPGGR4NPYHvCD2xmhKvv4cIc/aITt5qO5PvqHGAmdjgexsOl3QfdLnBW4aZElXwSZuG+S6h3hXWajymFN6UuCDCFoZW6V5VgqrCR1lF5CKlflXSnXtg6Xlaj/GPhSdzpc5R2llbIzWjeZX2tN8Na+67vxSZqk5wBmqy2edwgRCvnNKGXQmqiVAKqgun57WbWdK67qRMfVUK1WB3Ku0UumEkXVXUled8g5vqKzy4ZcaR3vTjTLpg1Ea5Eb61UQd5OokD+mDUd1v2M7+H+akcBMkv4ZpzX80dePDvMFmD9Nl2Oz5hpnH539E+ATVqSR/JkghJdLw5X5akZUWsl7CYduj8B/rPgpsGhaNBR6RBXAicRwBmgzE2aWOMiecqGuosUBjgSegBRqRGwtcYBawx3uBSfQIxUmOn1BjSNVqHrcQov7MTGnN7VSSQnL0LfVMBanC8fTwkrK9y9KNzOfEjZWdcxrcYXXOR5o3G1gkhif/eark21apquaZCv7HgBEKtz8UPUA2sxh5M8e5Us3GEqzOUtc9ILUtk16IPpqn/FDyP2Tb6CyJkSvqdFQq8m4645u2B6fTbePtolUSr8xFU5V5MTPvCSnzoNxNQwrl7lGsUG7gktsQmfxy3v/9phROIfKnk5vO+B7tx1hotK7On3HwAyotlmoabYTraHk0T9uZaLTPhZyPCEUMSd6XEc4rlKlaoVJKAN4pC+sS73B7hBeawnkQHMLjWSknzbuxwAfVAlzKx6WXAE0uz2NyImJEagCilBtqLNBYoLFAY4Hzs0AzWvapPiSsgLsGoUz4H+TkLNTL7GACCCBGrBLsTGBQACeXuw3bXJn42iXFOx9W+j/1TlKbUwCIE9VpXX9KOhxTsyGFGHb2BI+aGEW+Tus85cefIup1kSJO5nXOL/Q7Ex/qT2d6prrT+zx8GYAArfakwBp74YaShMKNYBPS3O25AUtKwSymoL/7pDeAOo1IpQf5h+yjBGeI7qQQ+Qej0bHk6W/I5DWweKcMogxRaZVITJUlHJLCClgfqUr1KUll6l3l91lHN933QnmjK4QWYX2wUm7hhpZypn6v6J/bIhD96qZzScMGhLAnc50vv3ORoRnz4WsBnvLJb0TyMBguz0uXj9sc3DvG/VrONu/GAo0FGgs0FmgscN4WuID8m3PRxaDPwyo7fyeJupOkBPCsZrgj5GT0jdNY2NOMSuZit6/2lj2EioHH4IS6i91QJRI8DRoyU8qnckik/p/SIGMmdUpxtN3Ma77wPp2U+np8Gsc/8memaqUvaU0nx58+Bl6PHoVZnYlcnd42q11qrZIAOR6AvspwtYdrJT3yNE2Q/kX6P/xnfUfXxXyVCBnclvKPJB1yRd5TyNWUh7xX+KV5aZDYT7mVT1S6l/MhCdLoy2OqM8pEz5pGB5Af2qrClh57ruPhVFPlqU6n1GaAhS4nqbIOZWpK/2Ll/tPKdZVPy5giHUOVmyEnF/TbexA7Wn9rYEmH/3PnOFGg0jpB1kvpTsvSFi8dtTahs/ud69tTep8MEr/MnyzhoyTVnSvDZlxjgUdoAe7f5KdHuN+Mh4AQ8YQFEc7R+7Woa6ixQGOBxgKNBRoLnKsF8JTPdezjPi45yLhrKUpUWB7UGSWDDDu/nLWtKT3JxHUpdfgysyd9upM35Cu7gLILqJQO3VBPUb8d9qxMorNd8Lr6rNI0hp7MTKohm2H2EfzPVK30HqboTkWdkj9HegyHhe2FPaF6mqH8tsNKxdmVT9fTZQO4FRanJDW/UyrPo5CWMM0VFtrkfSjrxYKkNg1fmeuGe6xyrpIMblLXzMMghqp+uaLOnpLWnWiHVhrT/Cv5lIy0pXL976HGMwaS93kmtjRkSYUePjwkg05aT5JbqYMqr2LZl0hrSvUDcczp4V61aA/X7zFutxayVomkUpl1CX8+aGDA6Tx13HddpR5VApxFWSrc99xFq+fpp/mYUwnYnjvHZmRjgUdigfohLIzh3k0eVMK9mzxtEzBKfUONBRoLNBZoLNBY4HwtMPQ0z5fL4zy+sgdfWga7b3b/zuwC4jhDOI6jFHYZMULYqQwiGTjL5mJ2ybUc8q1cU6X4BvWpIWXk0bKzqNVX5Rzk5JQ3dVBdySWX0JB/XXsyxdmHzN2VSOjkDG+w88D1pKOErwy56dQ3IKUm2+3UxnMsoVhNKyzCKeQkvWs96zRsOSg1nu8/5q55hDOQE9aJJojiKNEFos8pNNrJ+conMyBnT3mjB+tT2YZVFCoNJEszHHipSGkTjNlPpwlAG33oW9kOFXPA55QZTi3UpcqZ4ZyZ0jjGQuc0XhoeE1IpmZ+J1FRaFw1rJSZNefdKeXeoyxwzEECJJ9+6fvhUXK3yFi/4QeQvIDp5zFRWc0hBpcGk0Asa8BTfvgG0QXT6FBgoBqUy+pynLuFZw589guBNii1X+FZORym8zkOSd46aV2OB87IAwJLIJj8TwZNqAaDcwwn4JH9ezJvBjQUaCzQWaCzQWGDFAnaPV3JP2AQVoAcqUPu3tVMtO8PDXnacU54Ud45ap+6I8xduG5Ls3pUP4dideV64nS3BATrb/mfqB3A9U/3Z1MXZdHqQPmmszXZK82nl1McdzldHs3jwt9fNfvuw/bT5h5Wn/q9lOrX2oUrlAxprfaoE9rxbzHQAuScilM4Pn/7qsciHgKQGoJVT+tb9PORxetdaMP0wj9xQZTmpHZJ1AAglgLWSRx8AUtmTAJqkPm4ATpHa3O8UHkNOF9p/orBQaZkH1qcyoUMCm0Q3AZxVz601GWyqlAbW2yq64TxUMgPsiv0SuQxD6rDleXBuhjYWOBsLACx5OBCX1Nb9+VkUopx1uUkbCzQWaCzQWKCxwPlaYOhlni+Xx3O8oxEDfjPTMnR7pbj3atDDKZT6/b59x75SqMVRg97SgpbmT6haXpZwnnGIHb1Q384jDl5mlGAnc3lxQYsLc/Y5lxI/LnUrk4PZF1FDyEhUDmwlMJp5mN+ey2z5fUXIviNTaOVFe030rwmGjlWZXXVGMkdzKE31myWrSep17QhboJpfnSJMiW71sDqthSB1Xb/f1WCF0LEq+9apfFiS7dntLqlcARoD5xcWbFscZ9sSPrQn6i2p1182z4F1LBPh2PfLrt3rylKcfBNjGuDkn6x6QI52aGgbj2CdWR/L1Pc8g14/jYFzt1uq1/Ns/RKTSN4vyA5V1hU+A9vPXGQB3VylfcPekV9h579yNAvKLG1N8lxEBrqee9nyehp1PWHPunc9pm/dBpap1+t6I3p/GWRWLi8uL6hvUFOa94Ll7Hr9et2B+l4rqNfrqe+6yvvQxvU03stJZg/wuzRvZPaUqowMw0JDbjr5thyM73e73vqVe7ipMq280ZWxpTdoRHg9zCFkqSp565pKj3G96/pe1978gu2m9KqWFp2Wmjs+q3dc9xa96b/+Q+980xt1dP8eeTJZeJXWOQzE0UUrL6aHZJ6JVuof7yTzAQPgHHhtw5bITGV/IPEZYfvtuf1WvfMtb9Hb3/423X/wftvBPa2fPyCkpSWX/fb6dN13wJpJIh3V3VVnfmMQHxvH7t+r/ffeo6VjR4QNS++TLvOUrlr2AAAQAElEQVR7L6l5nYUFmi7naoEaaHLPJsATPtSd/pt/1DfUWKCxQGOBxgKNBc7VAiCXcx17gYx7oAqx4qiRpuifAZVc1xob09jkuOwLqzd3TItHj2jh+BEtL55Qb/64BiYZDnTG2hof76hlkJDZDY9BV3llJzxChR3mLDup+mC572BHP/nQ1Od5CCIPaeVl397Ap6dut6/ectd++SCNG+2z0jUlAB6eFJgKD/Gv02ml+ewvq7LjWwGODIa4LOpsLoniDDf9IPKMY7rKAiND3wAIYGLmotyzY40zXdq5tinUXbTT7QF5u62xVtvd8KKlsGJt10GdVlvtomUbhckrYVsCpgoWQsNXDBNl7oEMdZkUgGTGqQfliMAvN4tSswcP6JjXsd9dlof6BEGofrmbWq3M5HUrMlkkhdeUwZVtVBpwonNEJJCAnhEhbAHJeyYikn1ZU+SobBdS5Bxrt9QqsH+eeMO3lF+eg7nyXGq1kKdvVj2FwQ11A4P0JfW02F9S2zza7UJFXqgFmV/RzpXluSKX7SHRn3Vg3yQw5Cky88oyZ1be1XADiEQ+kRIRytms3hMD79+0bt53AwNk9gljiyxXcHl1mkUPeIVrinZHrYlx56Te7KyOHjwoQOfU2jW66qorNFbkKn18LcydcAevQVpb62vb5T4W0sAL9R9b1dgS8bBJaZmxYyE3eN9rbl4H77tP8waC2GvMnwuKgdB1AAjPcw8tvadCecorvSIi1aXCQ/3zPqF59tBB7bzzDu3dtUt92zHLM+/BkcVV82os8ASyQCNqY4HGAo0FGgs0FjjNAh8SXk1YKRQBXJJ30e9SRCZFxC2RPcvBspZmD2nXPXfojttu1u2mD9z0Pt108426+aYP6NYPfEB777lL5Ylj9vJ7yYEORz8LO+04oZAZ445Knqh0ZKyEt4GLEYtkhzU1GsxUBn4DO+JyH7kcdsTtRxpUZGoZ/BSm3FQ5WkI/0go+Dl2l1GME6fRX6YqTVDmSBtE3PD9EhKTfW1bP0akkk+tPph4+8gbIML8cYUt9LGea32XSAmCDY2y5ePhNy2X6H7WTvOueu/WBD9yoA/v2aOC5gn4e13cUbLAMELUL72gNssG7sq2Qi/HICb+e+yEn9cjNnGEZ6E8f2QbhMrxT2bpQ7i4v6vixo7r7ztt1YP996jp6LfoVmYKNsKJj6XUoHbYrHbWCd9LTuoRPJOQsiPnJFOEFTWNO2jYVvfZ1WhqsAWyXFxc18LqVBt19p0Qou94nRCgBh+hZeQ4jMQ81P8vqsxop324VKrJchUHexPiYerZP1zy6jmh1bcOBwaHMyxOoBETb3rnlLKxXy0C01fJY1xkpemuVSmM9vu+oaIpWM95rgL2y1E8GQ9lwz7UywQccWHmjDiy/rB/LJr+CTR1kwq2VM7YMdjVQ7R8+lEDRHY747d1znyrvr5npNZqeGlflfX786CF1TxwXLLwCku2d5wAymZce+ErzPLD6g11TcnwyqW3Vr3zMs4cyVyz5s+LIEbWd3bRuRhdftE3r1q514HNRu++5R3fffIsO3377qnLoGoFSUpbBwAMf7o2JffzOH5/VscMHdMIpx4I/uMwjlNbHPLyDvEOdad6NBRoLNBZ4hBZoujcWaCzQWOBCsMBZekYXgqgPlCE5ynbaanwRK25ZSnEc7epWduhxgmVgc2TvHt156612nG/XkQP3O1Ixm5y8I0cP6OChfdq/b7d23XW77rn9Fp3Ys1sVUQwDHoBRy84kfCEkSQ9+Mf+Wo1N5XrjKghjcyP1FX/vaeVGo119W6ahYuJxluQKL88/yASrCEaLcjnmEFDUAcHtRtNRxRFYP+SoVliHQ21EtkdoYuXkWjm4BLlLdg/Io1WoVynMLhQAJJJknshSFWo6+KTnP1s3AJKNfnpvlQPv379ctt96so0ePamFxXhGhMBjKWi0VTtOU5pdl7h8umUXmPujVbrUcicyEyERo2+3CY1xnJBSeL9LCeoz1qTxv0o+iyySVgfnS0pLmjh/TPoPdg15LopxGnW6ulDGf+zK2MFDLzTezPQKbJ94I46623cAgMvOceZ5b1YzKIXnevkFVxXq6n8wz9zq3HPEjspl7ksz1RCXb1rdTtDSWtzSRtdSOTB2zYt8cufce7fFJjNl990mLc5JBd5gyy1co8wmIXO1WoZZ5tJDVfAUZEIf5y9FQ2Y5y2YMlj/M/v0sDkp7Htk2FI6VDHnmeJlYyLuM9Vz3e5tfo+L51d0V6e9ugYsqP/isNHCkDaLsL8wIM57ZhWMZ8rNCG9dPWodLskcOONB+S3OYKnXyVJ7MXYs6AM4/MusdJ6SxyacA5Z8A58MmFmakpbdiwzn0qsR9KA+wl771D++63Ob2XVkZGnOSReU+VPu5Xmh488UmFwmvLHOtnpjTmkwqAdX9oSBwgq+vtqdS8Ggs0Fmgs0FjgCWyBRvTGAh+2Fsie6Jrj3yayIqT42DjP9gwlA4zkAhpsHj10v/bu2qkTjsRMT3R0ycVbdeWlO/T0pz9F11xzta558pW64rIdmjDIOrp3n+7fea/mDh+UDG4EY1PmfIkDbyfQPql4sMqygU/fUaCS6JQBCs5oHa2s3D832EkACtAAeHGd7LCKvo5KCX8VUGwCHFfdrko7ofAoHbmyANaM2YZUee4huZq3dQS4lktz6i8c18Dgr/L4pHuG9kzAWDorTUcNRA1zyhG1ysR8pdOB7dV3lLK/uCAht+uqlTTx9ZyTE+NaP7NWF128XTMz07LPbizVFfwG6OL+8KR/ZX3RySHXVX59z7E4d0KqJXJULs1FaqI/fQIVIPOT6+kDqJrotDXpCOGWzZs0ZVmYp2uZK9s1rZftFCbVZJmVeTrzqLxW/fk5Lc3bXsjq6qFNHZGtQYLXuzAwrgy4Skf4BgYgFZFK62IllahfKrPiLY9vm8IyVo6iV/0lRwCXJK/Dzltv0f6779aJ/d5LcwZs5lWyZ7qLGpRLBjGsTalhVLYyl1Jij5jC+6W3MKee17Tvucs0t9utU9huhQEqEVUPGI5zHfnS+g08BuqvjO+yRxm/0ofxgFwZcEGBjc0FCZwM3wbdRWHtbAv2Q+l9sGZqQmsmJyRsaZuuX7dWax3l7C3P69jskaSz2HceU3n8kBFSDQn+UF3/eKcRIb9XxchsW9lO/fl5LR075nXsJX2JRsu2K/JMmzau1/TEhI+3RfWOH18dGxFnzK9WPiDj/ea9wCX7E+MtzaxZo2jlnmbgnqUyg1ZnmndjgcYCjQUaCzQWaCzwqFugYfjBtABu4wdzvkd/LqIAUCUlZ9EOY5jsG9pxs3Oeh47PHtXe3bvEJZg4zJfv2KFLLrlEm7du1pZLLtbFl27XxVdcpsufdKUu2b5VLTt6J44c0sE9e6TjBkUAPzvXMt+BAUtffbO3s+h5O+1ChcFP1m4rN0DJikJhqwJUeh6X5fnQoTWQqeywp+hF2Az07XTU5yFGCXiGIvfYIlNmmclnOPvWy70f5O1GAyY5QpLZUS3GOsrHWgrzGAKi3so497PsK4VTkl6vp4Ejq4DizLJn1ie3XEWnpcI6JT55vsLTfDxfZ3xcl191hV7wghfosssu0cz69daxEvec9u2s5+5fjLUV1hEwXBH5rec3EBHt5j8+MSaHgFURacO+EVIWoj1rFSo6HYl6JLbd4V/app5MHYPMdY46fcRHfaSe+fSnavu2LWpzfy783dcDRTSqB4C3zEMQavltm/DcRbulTmG9ci8W/E19j+sjSy2rVzlzn8xjctbEZbmPkaJ7e5xtLq+rzS9AaWmAKY8f/j6ju3hMZvuOW6+1ntMh66RbO8/TvY+dLNeyAXLfNqtYA+ZFX7OW55Vt0LIdW5a18NqE2wbmx2W8siyhUBdwiX4ui/FOk7ydtnLvh2K8o5bz7XbbJihVWb7KwDgsnre5hwBuXPCbOshHjUuy/Zwz6K1OzOnwgYNacNrOC7WsVwLflh3+69fPaMz6cUno/NwxBiYaBZyJ4QX4L8Iao6btFhHiWOgtLIqHhi0vLIjLadeuWy/Wo6dlb81c66anNdkZ8zmjRR0+eFAcQ6erFhGKiNOrH1Du+kTCgk9+pBMCPskgTgAwLC3OA7qfrPBWToU6TYXmX2OBxgKNBRoLNBZoLNBY4MKzQPZwIl3o7eALyP7iUFQ7YEFkxWCQimphXgf379Ps0cOaNMDZsX271q6fkQwi7IG7i71NHD071rLTPGMQs23z+gQIjh85ohMH7pdOGHSmCewJ2iHEke7buSeVqwBVRK16i3PqOio4MADIWrna5ic793JfgFRkkgwa+o42ET1ZMKgtDCoD0EObwVRv0VETRz3EpZSMW1XOiiUZzMPvkjanKvzPPInKEFEDCAzMvzTQ6veX3Wj9/H/4Jj8k/lPXNiDJbYvKMiNXzwC49Hh0SvZJ89PbRB45IdtrYBl7Bh1yXgYhPJAJgER+4Aje8oLt5jGZ+WduJ2rLfX497vUDnAEu3Rbo73YbR+hROvopAynZHstzx1XR13wK98/QG31JAerMT75tQ7g9rQfrbyAY7tcyaMts+Mp9+7YrUT/B37YEeGYegy0rl0uPyQsWVBoYmB0/elSLc3OS65Wbv0FbZfC87KjhwHbSwpI05yjwct9ApG3QZXKfPMuU5pid1YyByZpWW5n5yestA5S+eTJN7gXoWD4ePJTlLnlc3+vWdXSNCBv3fS5Z/xIdzTLaudzFkg4s0sCqVpoYG1OBbOblSqEje6ha9tobyLKe2FR5iPGRh+Rjo8JmWnmxtVayJAFn1pSCJ6wc5V1eXPI8uaPa69SemlIYAIsTArbHhvUbtGFmnZZs38OHD6tn/QBumcfC4kIn1hp5OZ77ttm813fpxLwPgZ6jm1MywpZ6S1o2OCysU+ETG2snJ7V2csrLeVALBqa1juyhOh8RdfZB0yUfaz1Hz7291S68xxjDfmMPe5SPOq+3M827sUBjgcYCjQUaCzQWaCzwBLVA9gSV+xSx0yW0rsFpcyLur8SphngC5LFDBo12JLdu2qS1jmBqYsLdrHqbtFAZHSX/2s6z1sxo0/Ydmlq/0fGM0IFjJzS31DXosPNoZ5D711qOco0NuhrrL+mO912vW254l97zzrfq3e98m26+8d3pnr2Fo56zt2jksuS5SgE4FbmWl+Z09MBe7b39PbrzfW8zMDmm/vEjOnbffbr7lpv1vndfrxve9Xbd/L53a9dtN0ml5zZwEiBAuUpZblXKh2E1aZax9+o297/uf/5Lb/7vN+rGd12vvXfeqbkD+z3eMggaiFek8fJ4op+uXzqm7pH7tfeeO3XL+97rud9hXa7Tze9+u+553zulngHV4glHYg28HIVDh8H8knbdcbuuf/ObdceN79HenXer6zoNKlWOwB3dc5/uuP5tes8b/kOLB/dq4fD9mt23N907e+N73ql3X3et3v+2N2vXDeY/f0SaP6rusSMpZj3D+wAAEABJREFUonz7LbfrPe9+t95+3Vv1rjdfq97RIwo75fLi5o70KW9L/VLzx47p0MH9uu6//0M333Cdjt63S/I6ge8thmR78dbyvE4c2u+5b9ON7/bcb3u73vvOt+uuG2/Q7lver9ygPK/6xmp9GyVTnuWSbXvsyD7tufsW3fyON+m+m96rxf27TXu0hwdOvf9GoccHbnibju3dpd4RR8KXZm3rnjjxcGDPPt1y4y264bp3aOD1Xjh+0BH2O3Xbze/T+zz2rrvv0Ykjx70GslqlJM/tfkv77tN9d9ysm99zvW6wjO9629u8J27VwV33qjx2yN0WFNlACayW4fk81PtjsHxcc5bhvrtv1c3vv0Hvftc7df3b36b3vvU63XfzTTru9ZFPnqjnPVDlimilfVQx3HaVWfmddga7C5JBaWBMR/t6AGCD3jzP1DLQUsuR6dK9ysLA3CPXrNPk9FpVBqYLs0fVm59VPvDeQi/bMjybVl5oO8ySGyVqKZ8pdR3COjnzm3HQmVsfWEtfyC3+8Ci9/pk/H1o+gVIYWA6WTmihO6/lqqepTRul8UlVVaGq9N5TS+pXWrBtbEp1Txz2/jxmRl5D/5dPSPnwdA7+1EHkZUsoWYSalPOJrr5PWrQiS8B2fGqNVHRU9iqfp6rMJjOfjOVxqrQ+KZNskUnpCcOppvnXWKCxQGOBxgKNBRoLNBa4YC1gr+WCle2sBIsIEU3UUqkMMIJGbTuFIXXtNB69f58cgtCMI3lrpieljp3GsXFpcq3UmlKvHLMTaODZtrPXnpaKCfXdlm3apolLLpc2bFVs2KyyaGnJkazMznMYbJ64+zbdfO1/6tAdN6p3bL/a1bIKg5eFowd1763v166b3q3F+3cLx10ANbuNAzvknVZhoLqgcv/tml7cq/6RXbr7phu08+YPaO7QEWV2Qh2m0uzBXdp9543a974bJO4Ts3O51A8tGBl3K4PQuSPS/p26z+Dk3ve8y2DtLrWzUjPWrW+QfMiAcP9N79ORm98hzRv8Gj4P7CQfP7ZgSeTg4UE7rEd09LZ36a53vFH33fI+VQvH1CmXFQuzGhzepWO7btLOd75BC56naLVsm440COUGHNOtjvudUMwe0MZ27uhMR8rHzDu0brKjyQO7dXF3VnFor/bccqN23v4BHT14n4xuNaEFjZ04pPK+O3T8+mu9Pod0eN+9ut66HHCELAzFBv1FtQbzuu+9b9f+977LOhyXbPvSkcrKs7QnJhW2+TrNaWz+kMaLkNpt9S1D1p60nAPPtahD996uu977Th3afbc4UVAuzhvczmrp0D4dvPNm7bz+OnUP7xORq8gyLaboZ1/rp0Ll7E5t7B5Wtv9OdQ/cq1vefZ0OGryFAfhEdLV0ZJf23vYO7b/tnRocuN3inTAGqNQH0MWYAUNuELagrJpT3umpGpeWHfmer6TFxa4G3b66BjhGLVowWLz//derPLhb2eIRLc0f9biequOz2uu9ccf1b9H8njuksM2LUoOlvnonFiWh52Ed3XuLdt9xgw5bzoiecp886R4+qM7BfTrmkwJHb/A+uv+wu+da6ueaXe5pzlG0qt0yDu1rybz6Buy2oq1fGVY5Z3BLZO/wffdqzoB3esNaTQLAvPY9jUkxqXzDpdL4Jk1Mb9Jke0xLRw+oP+v95rXT4qzYy5X3NDhsUCnhMQCevM+gyvKXI8Rl0NTJ+zyRAGsjZB42rE7SwPmTVKGT+zDfKLlatCWeq7wHqgqLaMA5YYA9HgNl3pdH9tylpWpOm67aIV1+idjXg1irqfGtknevJtdp/JKLVK1pabI6rsHBe7zXfELGska3lJZ6kk9KDfz5I/XU8+eCD335I0oHvH+POPqf2pZO6MDOe9SpMq33Z44GmQCzWWtC0MCI1qokVTNnLKI8xUlCKTWvC90Cs7OzqyKmPegSl+6fSFfOeDkd0absanHbQJ2nXLptaWmJbCKi6b2e91cqSQcP+nN8JU/flexqUs/X7XZX6+Z9AqkuLC4upiwPfyNT8yBFDuYmTxvE3NSTpx7+lEf50wbRTsrVAxC8Tu9HHW2n11PHWPQlZd46T7lun5vjuKNmSNRzlQUyDWtO/j/mk5TIBNW1df4+n/Cl7nR9WA/q6/npT10tL/UQfSDmpU+dJ8XGjCFP31pm+lJ33N/vzAvP0bWhrR5HvibsgN0o17zIQ6frD1/qINofjE5vp4weyHi6TNTDh/17hBOZFEzo6SS96zGMp6JOyTOevugBD+og6kjpi03II0etK/XUodOhQ4fIJsKm8KJAPfzJ13XkG2os0Fjg8beAPZzHX4hzlyCzM7aigh0yF8wqs/uKy1rawbRD6chMyzUdojO5vcvM7ZHbt2urzOw0m6ps3H5ey2Pdbme6NbNJmy+7Qpc/9Rlaf/EOtSbWqoxCHS4h9Bf3gqNax+7bKc3N6tJtW3XlpZfoKddcrWc84xm6+qortWFmjeYMPO94/3s0OHJIVQIxmcLzImPHjvxkLNllX9Tdt71fob4uu3SHnvGUp+rpT32arr7mSdq8aZ0qO6YnHMUjyucuKgyqWmE5+z11HbWb273LIPWg1q2Z0tOecrWe/Zxn6pnPepaefs1TtGntjPpzxzRr0Ht8706V88eVZ5laLY+vZIwzq8W9d+uYI3ctA+gtG2bETz9cuuMiXXLxdm33/JsN0BcNeOaOHTUYtWNShpQNx2f9vtqOCLUdBSrssFcG/pUyWRnJ5QkDxknTHgOpviO9W7dutn2epuc+71m21RXaMjOlMPhbOrhHS3d8QMdspw0bNujKq67Sk5/8ZD35qst05Y5tqU/36GEDxAOy5y5eEbnC65kXmTqWAbDQCrdUodIylM72u0taPnZY+3bepZ7tsG5qQldddqme++xn6znPfIYuu/hig8pxnTAwPrLnbi060pp5cQrzlfeLZODdmzf4O6YFgzYu7d2wbr2uefLVuuaap4rfoLzmyVepVS2b/2EHafdLjhbnnZY2bt2mJz/16XreR77AkatJrVs7pc3bNumqa67SU577HD3JbVu2bFdetDXWyrXgKO4B76dFR5onjCwu3rZFT3vaU/W85z1Pl1x0sffTlLHZnA7t2alj+3Y7P6/c69hqj0vHj+rw7t064QjyVF5Zr4u8B5+kZ3kvfNQnfLymplqOmHmsgf+JAz75YuTDPhrz2IiwpqWPg1J5nqsduXIpWbAySAQ02QPWwPu34xMuE1OTKm3zvntE0ZF8TAwc5VTW0dj4Go27nb6H9t6rpf332R7zwpZhuzojtg+pxArVVA2rUp2zQb3Tuly5DFFVdyVfU2obNlR13dmkaUipnoFhZJnBveeZO6G5w4ccFD+uMi+VTY5JRa4qt66m0jBcUNbWwJ8FramOojunzOuu7oJnLQUv2Y5mqDxzld+Z+RMQ9rka8yqU+zjOfIxofk6tyDRuoD7emZAKzxctRsjnC1Sr5i3hupV3tZKmJCS/1bwuWAscOHBAMzMzST4AD04wjnNRFFqzxic53cL+oOysWj6uyeNUA5xoGxsbE2CEOtrgUTvhmzZtYlgi+qaM/5UGqjjzpICWtk/GuVqAX/iRx6kfHx8nq6mpqZQCIJCTccxF35ovdeQjfET7ZAd5BtGv5o+cjEc+2hkDRYTgRT/kASihD/rmfPasyAc/CBABaIE3ZfoxFt0BJgAR7FjLDU/K8Nrg7xHGYT/moR4ek5OTQib6QtQhG3a62N8HlJGdsYxh/o6Pc0AMfSYmJtJ46uiDLMgF0Z/x1JOnjTx12Jgx2AZCDuprGaanpxURQpa6jbWhD+PQF7koQ8iBLck/nP6sQ0QIu8gv5mceZ1ffrENNyI7NsC+2QgdkwhbYgEHUk7J/169fL9YKvuhJPcQYUsaTMgZ9kYc8fdEDHn/yJ3+i5z//+fqJn/gJIQdjaGc+ZK11RQfsEhHauHGj4EU7/cm/6U1v0hd+4RfqW7/1W4W88FfzaizQWOCCsUB2wUhyjoKUK86sSP0lKDuqlfOZ03BEr+wuK1PYqeukL3P5w2rg9oHT0i2VXezcTl5keXLy1C8le3qtVluTE5Pig7M0L9k1j0x23pd1+MD96Sc5xu1gb7/iSk1edKkKR0Q7G7dog8HGpi1bNOWx/V5XBx1hXbIjC0+PtpaeNQtldmRLy9san9S2HZdpraOp4Q/R9tq1mjEfHIm2v4QXfDZ6gaebmldLkiGxwme45wxSOLs9aLW1Zss2rdt+qYq1G6XpdRrffpE2XXyR1qxbp+OzJ3T/nn3GxsdktcWHvaxP33wP3bdPfKiPr5nW1osv1fqLdmidddm44wptuPgKrd92qY4eX9ShIyd0mLPDnhc7yGCkcuQms1NeRalEgqtbcYBNg8gEdfwlv3H7dm0ycGpt3qRsw0a1tm7XtO2ldkfLvYEOW5dxOz5XGWxu8xf/1Ib12rR5s9aY+DLnC5cvfS5XHcovL2Mk8lIpvIaQHNLKXcokdRfnvE77nS5oempMmz3v+MyM2uvXqbV5iyYtw9btF1uVJc3u36MTRw7YtoZSBt8yoFeE2VUq2m0pb2tszTptu+xJGr/8auWbL3Zk72JNXXS5xian/IW7rGMJlC9IXtOilak1ZQfOc80vLmjO1PdeLKzjmpl1mvAYhbsuLolo2DFHKY4bFLftgG7ccbHW77hE67yPWMs1l1+hjdsu9n5pWZ9DjgQfVLm0LBn4qZWLExHLXp/+8QWtH5/Wji0Xpf2Te25tXKvJqy5RdtlWLW2a1PHxTF2DUk+t8UrqLHuvG4BGhPjSDu/JTMMXfWwALTmCMLewoNZYR9NrZoT9K1XKvYetqiJySaH2xk265LLLvefWa6E70JJJXCKqzL0TN535Fd6N2SpVqX/mMUNSZBqS5Gn0gFdizT/3W2m0aiu5kwl1Ph9hvhIpvJgrL1rJEZaPo+WFRR3xPmffrlu/SZt9HMnyRJ4py4b8qzRY7t7W9MxaDbwBF72+ywaPspOvPJPy8MROs3S0WnynVLm2E6Fxf9aET9gsnXDky+WO98MYtvLxILeVFq5CYLNw1qPqtytjhOR83XQBpo1I0mZ/huHA45Sv9Wf7pD8POdZw7AEl2AhnnTx12co+iwgBnGiHcMQjQm1/HsEHHtTRBm9SaO/evemnquCzxp8neZ4L0CK/Fh3NpP4DH/iAXv3qV+vuu32izXU453zOuotw5Gv+lJEJp545IkLwgwAktOHok2rlVcs3NjYmdGI+eDN+pYuQnX4Rw4Oi1qNuJ2U8tqIf9mEexgEiaKOeMiAG+6IjZcZCyIf9pvw5XM/Ndx1tjCWFGEMf8hD8ADW///u/r/e9731CN+y43sCKdgB7bUdkIU89NsGO9Ic/bchMf+SjD/XoFBHpBAJjAJJ8j9OOvV7zmtfoDW94A8VE6IF9WBMq4F/zZD7khf+D6Y9+jGcshAysCXnsCn/kjAhFRFob7MGa0UY/1p8yc9C3BhDIh7oAABAASURBVPK0QehBO7JwwoKUesbRnzrmZDzy0IZMzE8e+W+77Tbt3LlTnKChDn7YnZTv/l27dglb4yfU/CNCyBgRYn2wzZvf/GZdf/31SQ/4NNRYoLHAhWOB7MIR5ZFLktytUHK7AG84+4kAREQQ7OQTcSnco9O209dqSZHbuQ3XoHrYX69cdnXWEs6nc+o7itn1F/Hy8oLKQU8DR0kr85SjeT0DmSWihQZafMhpZqPUnpQI33DNYHtCmzZt0datWzUzPaWjPsPd5R5Ee5CZVoSVLGalnh3UHVc8ycDlUqkzLtlJH3R7UmSaGJ/SRGdMRJYEAHIkRgYHuYFe9PoaLMyr7yjejMHm+PrNUjEhLQ0MRvqSo7TtLVt18eVXabzw2fFj81o8dlxSqRK7WHsiV8vHj6tjYLxuy2aNbd4mOZKr3HwmZiRHecc2bNMGg87xmQ3K2uOq8kLDV09hPkVOyTytVlLfxeSPZ3IEWeoblGw2gNy041Lldn4qg/mya/lsa9n5yscmVbTaySHiqcHr7Zyhu79FpMxMDHKwcW6niS/jyja0xyXS0rYrbY++QSbVQgDnc+sWBgF92/zEoQOa6GTavm2zph1htTGlFDqyoFPTGjMI3rZpg8rlOc0dMZBzRLPyWgt7R1iEQpWjWVPrN2r6kivV3rLDcnXkcxjqVQaiBnhrpmeUZ5lBZ0+lZZLn54sUQI+Nkb20UXrMy/obwFQmM1J4XP/IrBYOHfYom9xyFhdtl5GM+tFSb8m2mpjShIHxzIYtypSrf2JB1XJPzCOvgQX0WhSOtLY1kU+oKCYljzWSV897ON+6QRuffJm2Ps377OKN6rckL4Oy5b7H+AgqK0Xk8ltSaTkMsv0/y0I2gGa9b5a93yYm12hieo3n8rokPc3HOnV9wqA0D3dWy+vZGpvQ/FJPh47Oqjd7TIpMEWFyVhqmTLZClbXSKsmvzCRVHpcyD/cv8QnBOFbynk5nJIXCfcJ2FGmED6lSHLbLPqmzZ//BJHff69VyNENj45LlQBZbSbwAmKqkwm1r1q5TFGFHaF4LPuEgf17AusrCXU3eO5UrhqSk5ZgHT7i1XJ7XMZ9oYSVb4xPKJl1bDI+v0u1V5v4h93YhvT1pSpt/TzQL8BnQ8ncPgGffvn1J/MJrDSihQBt56ijjdPM7x+Rr6jjSxmcgDjx19I3wBnEBAIKz7ay2++TeOp9oJM9ctJE/fvy4cNanHU37n//5H73kJS8Rzjl1WZalzy+AVg3O4AegoS0ihIwRkT576z6lPwcYjyzMQX94kIfQiRSiL/KTxx7tdpvsKfxSxcg/eNXyjxnA1k3wggaDQfrumFoBlfSv+/AZXOfRge8MUuqYHyLPpcQRkQAgY7b4ZPFdd92l7/me79Fv//ZvizHYnr7QzMxMsiP8WAv0pz4ikiyAMcoQMtMfOenP+gOeAEzMRTtAsl4vTgB8wzd8g175yleKdYIHctZ2ZD5syBh0BrwiG3nW5Ez61+sGL4jxzE+eNYA/OpAC6JARWSNC1LEP0Al70x+ZayC/e/duf1UPko0iwt89hb/W1yY7oB9Ak/6QVl7MQRt7BX5Uf/u3f7ve9ra36Q/+4A+E/ZmLeoj14SQI/gF2QB/2G7rCi/XBvvTF58I29MUu1DXUWKCxwIVjgezCEeVcJQlxuVo9uqoGCgPNbIUqg4fCH4YtwFIM1S3t+lWRa+BBXYMWUrkukR2BwpGGtr/gx5wWIY3ZWWj5SxkgsmigB4BsRamxMX9p2qksizENCjunLRNfpI5WdIqWlhwxWVo4rpJ7cAyCZDlkp35gR71nL7c7MHPPoSgkok2ttnJHOwCMfKjKjnzhaElmXRjnT3eF9ckdheNeRD6YWz7zOpiclgx0NT6tbHyN82OSv4RzR0wnxycdER2oP78oOaoSUQngXDnCOZhf0FhnQuNr18thN1vDMqf7xlpSMSWNz+jq5z1flz35aVq3cZvytvlmllmV8qyvIis9plKKcJqvOQuV5C6lbU2kaK5r69p+ALde1lI/70jtSWliWsvu0/Og3PVh593MNO+IWh9w3Sokj+NLJvJMfEnyRSj3xy6Z50N/TFMOMpFn/FC8gbgcubt0QoPuvNpmJQj7t9rma1IueY2mfVIg+ktaOHFU/aVFRVonczKKLb0n5hxNbBv8a2qtbAA3FFqKMZWdaY+fUGusI7ZGpYGCax8jLHZLWZ67PfcUbeXtlnL0cdugGnipDU7NSUVb5fE5DWaPqwx3nxr3v0wyw7CNCtvIA6U1M5pZv0VjRUfliUUNPEY++WFhDXzNKB9T+CBYODqv8pBB3nIlFRNq+SSBvJ/HNqzVmq0bDfon1I2+lr1/hJ55ocwyZZ6vRF87kOy1wMhmIe+/WZ4oXLS8XNa/MybWoLa1uyvv5Op50Qe9Usg8uW6zJr2fBlHouMGxIjM3SA/6qhTuA2UyF9MwrVbG2iAemw0pnIySi5Uyj4dceJh35faTlKln9O23QWeoZf2mN2x1ZHOHptdtkmxv5C8rZJPnUALrlNUaU+5jbMJrNugtav7oYfUW5uSF0CCXX4XJmYp0OBaxO9je/XsLJ2yfoxpYx9zHqDoGnLYD7yrL01ylOfAuGUjGnznwr4njjuqGLmwL4NB3fRJzjU+6bdu2TTjLtZOM5Hy2ASY4tigTFcV5Jt/r9dJnH3k+C0edd+rgxdUwhY9zeFIGIJBnrhkDJPpNG2iSAnggynmei3447jjy1JECuKgD0PDZADhAPsajB3XM1/Z3HYAAkEIb/eFBHrlHU/giP3XwIO37+wg+8GM+ZK/H0Q4v5Gce5EQO6pGbMfABnFMHf+YnWkYZm5MSPWRcRCQwRB3jIPI12CPPPID0+++/PwF39GKeWi7kXVhYSOCcNaM/vLn/E37oAmCC17Fjx/x120/32DI+IsT6s34d+xZTU1NiHeDHOCLTzHvppZeqthPjmAd+8GccNomItIeY9+H0Z2xEpHVGfmSGD/XYfHZ2VuhAGZshY0Qk2amLCLG/kJu1vvXWW4WNaNuxY4dYC/hSJg+xVswDUKS+bicPf9rY66w1NqCeOuYgj1ykUL0+9N3pCCgnYpgDO7A3yGND+pJir/r7CZtR31BjgcYCF4YFsgtDjPOQIovknFV2mnHWwv+yFY8yw6k2IqGcu97esmTnMQw2KjuppaTIhw6h/EofVP4SlAGh4LcyZtX94+Ef3KvV76rIpQ5nXcfGDTYNOPO2Y4+YM5c/hcUHaHLefRa2stMgA0UZJClCzMMlllWWq5e31LcsS6WFBrAWbck6RYTF6KvvcFqfn7iwfJL72MuPXld9f/H1HY2LyUl1c48pW1J0VFqfflgOp7JsLSOtVj80WFyWDK5bLcvnqG3XkSstde3cV+KBSIqhHIOso342Jsk8SScdxZlYJxWuxy7YJ5M6RSjHsIEVddorM1+T5ehZXmUtlVFokLVV5vC2rIUjr3bGC/RltO0ks+obuBStjhS5bAB1bTfsxZcHqfziyyrPc5syU277DRQyjnNLSGnNewrbLbdzz72pHU4MLM5rMHcCC3qaXMugDM+1aLvwhQh/vihzO1HKcsknBCK3opa7svzIM3B/i6j2uOWjzfNm3giVJ+cLkS87L64iQpkdQLUKdQ2eB6xtmGfR8txS1+tA1BD0Mjgxp8z7A+Aytg4QW7g6VGYeq8x7w/vT+bajYOGwV98gbsmAs/Tal16DwlHHiY2blE+u0ZGjJ3TPnbt04u7d6h+cVXl8UTL6iayllnnYOpJCmeVS26Ww5bJMEc7LrxTFH5CRvMfKEyc05xMsY1OTmsJxXZFflgsCCHlHeusUpo6yNWvTvc/XPOM5uuLqp2nD5u2S9Y4IhTRCLrleUOKllZfrU26YlmmExByp+gz/HqrtDN1XqrKUlv6PLYo808Taddq+4zI96ZqnaceTnqrOpm0SJ0dUqPJnBlsfy1SWtwrGh9Qe07oNPlkTZYpwdueOu2/f8lZsH+fdL8LrqbTu4dVseU/KwHT5xLF0yWFukFtMrZF8rIq+CpW5yey1+kLLcrVEhhrShi5sC9QAKH02WNTv+77v0xVXXKHXve51ItJIROuzPuuz0v3an//5n693vvOd7iVxCeGrX/1qfdVXfVX6veOP/diP1Z/92Z+lNv7xmcXn1RqDWD4X//7v/15f+ZVfKXh9zMd8jD7zMz9Tf/zHfyw+l2rgwpzPf/7z9Ru/8RsCEP3sz/6scPI/5VM+Rf/4j/+Y6t797nfrS77kS/Syl71MXHr7vd/7vSn/mte8RszZ6XQEoP2Lv/gLfcd3fIde9KIX6RM+4RP0FV/xFWk+olrI1/LJQj5TSSnXxGc39ZQBWu94xzv0K7/yK/qar/kafe7nfm7SF/mQgz7oCChBRwAloOxXf/VX9emf/ul67nOfq2/5lm/Rt33bt+m//uu/lOe5z7NOJTDGWOb6vM/7PH31V3+1/uqv/kq/+Zu/mfKMpR49AU/Ygv5EGD/1Uz9V3/zN3yzA3D/90z8pIvSUpzxF3GcIP8AgOr33ve/Vz/zMzwjbvfjFL9Znf/ZnC1vde++9sPKxXwlw9PSnPz3phs0A7YAiOrziFa9IfH/kR35E1113nV74whcmu99yyy3627/923RpMyce/vu//1vojD8REYI/+qMTNns4/Vl/bAhhbwg9f/EXfzHtl0/8xE9MtkRnbEQ/5IsIkcem99xzj37v934v7YOv/dqvFfuUCHC9V+HJGOzDfIwBQLP/PudzPifx/4zP+Az9+I//uFhv+rJvI0Iz/l7513/9V7Ee3MMJAKa9pptvvlnYCD7M/fVf//Vpvf/jP/6j7iJsQ4G9zD7hRAHlup78w1LTobFAY4HH3AL2iB7zOR6zCUqcsszOGTM49bcDOaVIk128zF4ZGC+XO1Yu2GusAEDu5Ro7hpJ9dlo1MCgYGEyVvb5KgxyfVpYMFgAQfQNNGaQJMGNwMTDgDPPXREeyMw/A65rnnKN5PYM4C6B8fFyTE2PKPcvAzrsMEMSY8EhkMHjIDW5KO7XRmVK0HOFwnZDGgERZiA/wYE7kMB8ZPMu8qkQ9ZVmmfGIqPcCk6lfqnVjWicWuCHANIpfyQoXlazvfN7CSo3XOSuY/cDRv3F/QLYO7Km972lz9aCvahcoiM+jsiIcqVd1SpcEZAG252xdfQsqDt6rekjLLl9u2Yd1Co6/MhUwdR+rk6OvAupmNlvyv5/6KlhSFsqKlQCjbv7SORbsldOfeW08mnBxhs7D1THKfSrj+4epQpzOukHWVX5G52Y758pL6ywuWbaD99+3Wzttv1Xve+XZd++b/0Zveep2uvc75696md737PZpbth3b4zbVmLkWkgGsLEvP+6DjNcwdgS4T30qV5fRbkGdTaaDI73LmbDLr3/e+GHit+gbPA9Zq2ScmbN/cdg7rCUDJrHPbPAs7ZHJ9Ob+k3HZtj4+pPeU94PZehLq212Jd8BpFAAAQAElEQVSv0ry3bZrX9mpZz9xAWN6fpcFhz0IMDFTGt23RBp8Zn9y0SQvW5957dmnnTbdr3813anDXfdK+o8rnuhrvV+ZgPTxuuShTtBNbh/zng4Xod2Y9ZB26x4/r0IH71bWOax1Fn1g7Y9vm7pmrMHiFS55nml/o+7xFJbOWypC81oWjhC0u8+ayVNuuktfFc558U3Zfc6OuzpFSHqXSBchm0Ch5MpdLleY9JGrceeUNr1FaqXb/YT/GVK5knbsWvu99GY5aFkSzvR80CA04li2jPzY0sN3Zth5iHshvynJNb9wkZZm4h7O7OOfPkZ4Glqzv44Jx9B84M/DnRuGW9Dkwf1zLjnB2u0vqGDCMT/uEjoGnwtY3VRGeQ4kY75lITFiiJqkKVzXvC9oCfIYjYO5jnRTgmXm/4DADsIgqAUCJ5Lz97W/Xr/3aryVw87MGgwCxJz/5yeLedhz1H/3RH9W//du/wSYRPCNCP/iDP6jv/M7vTJEnACVAqt1u6xu/8Rv1S7/0S+l7BKD4zGc+U1/0RV+kT/u0TxMRVIDUz/3cz6WxjONyRIDADTfckOZ5/etfrz/6oz/Su971rnSvf1H4u8HfXQBC5gTAftRHfZSuueaaBISQ+Rd+4RcEsELArqO6pNDAn4mk1E1NTZFN4PqlL31punSVOQFCPPgFHgDzf/iHf/BHZC6iWYA8wAfAiHbs9qVf+qXp+wFgSB5ZYUx/UiJ3RDix2d/93d8JkBgRuuyyy0QUjbqf+qmfSrphL9YBYAPo5LLRZz/72QmkAoSwDzLAF7t80zd9UwKcgHtsAHD6m7/5G/3wD/9wWgfK8ABoIfe1116bwD0gkktRAVkRIS4nfcELXpDWirW5+uqrxfw/9EM/pF//9V8X+4J1YV7WgXUGOAOqkJfvx4fSv5a53oecyPjlX/7lxPuOO+7Qx3/8x+vyyy9PQPDHfuzH0nozF3sL8AbYBdQyL9FUTnxgFwD+R3/0R+s///M/RT/GcHKF+QCNP/3TP62v+7qvS7bgJAQnLwCgnBRhn7AP6M+eYp2wESdGsBsnFuDHfZ0vetGL0vGAnsjJ3vnzP//zBOI5JgDwyEp/aMxBAMroW+856ht6YlmgkfZD0wInfZknqn7+0B6Kjvs4zA3/D1ULO3CU+QDyJ6NkMBHij9ohMdIYSy2DgqzTUdY26MkLN4aKVkvhMQJA2FEAYC0vL/pLdUH+JtfAwKTvnllILY/NzcNFyV/MfKhmlm9gIOJvRtFf5lFlISgv2jpy/ITd0MJztlXlUokXmWfyN60AM51WWxQVlhI+jtxRn1kHPlzDchYGHeFoS5ZZZpOnNM8ws4HGLVOnaKlvUNNdWrIIVaLC86ydmNLE+KTQUco8xkNC8kymTG5QtMaV2RnutDO125bFToe7WraeFuZPGNQpiZbbD84k5WlwNqwvM9upqwob4dBnbRXFmKpouSdUqLvcF1FA7JJlLXUMIKXMuNqg0vNFnglnibn5cvLAJD9plJXaNaALz47idvQ9WKVtZfddE2MdrV27Jl0WxJf9uo0bNGYg1JmY1vTGzSLiOrZmg4qJaUeoC9vfcxuAGF+oY9v0fBKCLzv5VXiThNOyq6Rz5nLPJxIiItkGGfNWW3nRUWabW1DxZbzU7Wlufl69xQWDiDAoGRig2WDeI2FHjD0EHy7fXTQ/q6V2Xli3UNeF0vZgE3QMhCZNHbexfwA2C1Vf1fiY1l1ykS5+8pVau22rehZydnZWxw8d1fvfdr0O33KXdPCYsoWewvYeeEzfkpRZCIwoXlklTJgU8wkNHnQ1e+RIknPMoEgTk/RSRK4syxT+yzNXZbnXJ8S+L8O6OQosjGe5e55L7qeVF91XsqsJ29pTp/1CutrwkBnbbqS9GsmTtVZO6HOShnWuXnnXY8Y7hVqcdcpylUnWXLKOylvKve8VmZexSutYA075VbEmbpOjuuH16C0vqVxetvl6bu17TJic9bvyyYHKmyaX2wZL0tKCcWc3mYnLtXMuo4/CJ3lsv/AAv5mrZC8LSUtLVrqWd6XKRvPhS6GhC9wCADi+BzqdjvdDJe6xBAQBpgCXgEqAEkAL4PGXf/mX+smf/MnUDwAKyPzrv/5rAYxw3OnHsV36swPVAQ20P+c5zxFRTvgReftzO+Wf5+ge0SHACZ9hl1xyiX7+538+ARqib0RPicp9+Zd/uSb8mQg/Lp+cMiBE5re85S0JbHJ/HYCDdvgiN5eOAiIAtMj8qle9SoCNP/zDP9S///u/0zVFG2vwmee5vwL7qZ5/RC3hgxxf9mVfpttvvz1FFeEJ6CPSByBEjra/BxhDFBaAQ4QNXQGCr3vd68T8RNYAaO95z3vomgg9AOsAjzvvvFNPe9rTUhQWWdEDMPi7v/u7qxFRBqHPDxrAA34+4iM+IkXTAO6AddqRlwcKYVMAMjoAAF/72tcKPdD9T//0T9NaA4qJDALamAegCQ/6oB9RwosuuoiqBDyJGAOyWAPaALWAOr7nkeef//mf03oQocU28H44/WGO7dl/5IlKAnaJDt944436rd/6LRGtJlpKtPdNb3pTinTTl3HsJ2xKJJ65sA/3Wv7O7/xO2qPf7GgwMtOfdWK9AZtE4zkJANhnjxLxpJ51IHKPPoBL/DIAJqA68/cKZXgBJNl3AGT27Bvf+MYUZSUKS7SdfYFs7NvaL2AOjgtOOESE4Kfm1VigscD5WuBRG589apweL0Z2yoxllNv5RwT7uVJWSDiNa9cJnNh3RG9xYVkVDqGdNYemNDBwy+3VhccDfTKnlYGkEZAdwkUtHjms2YP3a//uXUPeBloDAzYXBKjoM5HnyWzBxaWenVXJmEwDAxTRZidUjmxExPDL3A6HcBI8Z2VntW/B+p5zYnKN3VA7lYXsSMqyh/xJqcp8xsc7Aoh0OpbQsssAQXaC+TBmPACkaOWqDFpkQpY8t0Bmk96u4AuAD/FWq6XSc2eROXi7rKxVaG5xKV3WxxeyLGfmoZZE4AV3TSyEzMOc7DOoouyoV+bOfGEkoFnKjraUy+Q8xgh7xFArbyvKUCtrqaXCfVpyKNVUqnCbFBofM5hhnGwDU+k5OhPjzkl8mSxbd2QscDycL9odR5+WUzv64Wz0bS9sIMulyUmDIPexTahf5+jfxXY2OBP/rGc9Wx/5kR8pLnW6+qlP16VPeZaufO7H6PKnPketNevVjY5akzMaWzOj+w8cMrvMxFQGwFwOaQO1vGKtMHhQX608hH2RjxQNKrkTQ1qWwfp1HCnFXlC4HBEGkyx4SS+tXTej3Ccf0LPjMW3bpef9AZcJ889s0O7CovdCTxHhKTI7b6WBek9t5C1aiskxtS/eoks++jl6zqd9gq565jM0NbNWm9dt0JHd+3Tve27U/g/cqqloKwMIssCRaWBwjRDYnIibHD11pXjYVt/HyOSaaXFCQ6225Hkqr2vSdUXHsbGwdEp7RpY754SBdfAgtYgWKoO9LHWiVEj/qM80jKpKbG1Y5m6DwinkJL2xFKQ0m+ia6rH1oMJSUg/ZU7ttw7FM3nYUqWlQ9tKYgeu63i/1OCrzLFfRcYSZvdgaE7omnd3Y6bQ01snF8d0yOE2yileYdWjTtu0q2i0dOrjPnzdd7/MwgC6VSYpKTr3Xq57ysAYGm/c76g54mLJtdzzjGZL3h0LK8lYi+eVlVx5w8GkFR0frveUmdw3rXxM1DV2oFuC4arfb/uzMffJtSUR1kBVHn0sEW60WRX/MlgncUABQcflhp9MRY6kjWsTnHOByZmZmtZ4yn4FExNavX58+i+jPZ83vGkwRIYMXn6MQ9+H1vffJz/skGH3ZW2s4qeQCkT++X3DkiZxd7ugXeTcl3jxIBzkAdzj25GljHoAceQAbKQRv0ogQc6ITn3NcMgtI4zOZyBp9IKKCXCILGMZ2yEM9dnv5y1+eQCxRRHhRz/wAdaJ2O3fuTOCTeuYgPXDgAEmq/+7v/u6U5x96vfjFLyabIq0ps/KPzzcIO9TzU6YZwMYlsC95yUtU/5QK4JM2Iq+ARaLGEUGVWF/WiIggJxDQiYghP6GGntgD8ERn1owUnUgh1ouUcZxIyPNcALC1a9em7276PpT+2CEi0v5i3TlZweW9/ORWzZeUS6LRCx3gTR0ADoDJidrv//7vT9+p9XoS8eUkBLwA78iBLswBIEVOLtvdsmVLuo8VflwGzIkTLh8GrFMHYWP24tjYmCJC2ANeRFM56cHlyvSr1/yTPumT0v7nKgHqIezDPaXsE8ZTjhiuAe0NNRZoLPD4WwCP5vGX4pwlsANnR3I1MuLPF/t3KqOQcNYi1/rNW1Rmefqi50NRWaExl8dyqS2Pt2M66C2ovzSnkEGFQ3TdE8e1e9fduuWmD2iXv8QOHzwoGbzkrY4y867Mt8o9h6TwnBNFrlQy0MzllwGuDIyqLLTktLSTnjp6nDw3XywRns2AUzq5BMju0Stvy+YcH/Cl3Utl7sd4A+t8fEJhR2XJgKC7MK8MRzvcy5GUAfOVlXLGmD+ONRFE7gtDHuZrddoac1SlDKUvoiFI7huHDww0XIdf7ihY5vak2KAvs5RxoNVwpRHp/OKy5ucW5ZKYCiIfVWapteJoD1NZMRxv2lkrUrlfSrXySoX0b6XCSWReIZOrq+FMrjz1XdHDtskQFuBRud3CDmzz3qDSuPUUNvYXdcsOnFutUqapcTt6rnMHaXyNwdGMirytnsPMlftXlg8b0T9DAdvSm8C6lrZt1/r1nO85pceQGKckZ4ZU4rXsaOHAcgxcP1zLgcFinyaLFZLXYqHbFV+4rEPmuVi7wqklNIApGam2o5ittltY/7G2Wm07sbaPBpaB/YbuNm4v62m5k2nqkk3a8ZxnaPsVl4ov/fGspYHXi6fXThcdjUeh5YUFazoUBdkAf6nk/cTJlf5y1+aZVLQ7EnvPvcOU2QL0l1/WwP+lcKaUX/RDLipI3d+16T87A3JXV5GT+o76Djddqcx7OCqJdlqd1ZlfzFTaxnLf8DhGSPL+F8ewbResl4GaSF3u+Vjp95aVeVTuYxDnJbOMzOORruW/S65Tkjt3xQrfU3Iu+I0Eqd/UtMan16vtSPri0ryjygdsnb6KPMT2kl+dIteESY66Lx07rGPHZy1RrrUbNkvheTxflSTz/Bp9udZGQIrwiLqlstbD/On9h7XN/wvHAnzW19KQhyhHsKrkhhQRiohh4Qz/GccxVwOfugtRM+px9KmLGPIAlALeACxEoGZnZ2kWwBCgOOmTcjXIhHdq9L+ISHJQB7nKn/s+1vzhD7ggwkfkEMBGG59bpIBdonURkSKVRPWoh3o+QRkRCUjUAAg+6MIllvADIED0J5pIZBYgg4yM5ydKkAcQwtz0nZubE4COMZdddlniT6SUclEUJMpXDsK6DA8aSGkjRQ6I+lGKCJ8LGp74ZD7aiMzxebp169Z0ApA6ZCTFFrRR3rNnjzip0i/cXAAAEABJREFUhHzPetaz0n2MgC0ihVzKTPSZNYAv68d40ohY1Yk61qvWPyJEJBtb04ZO8Cf/YPp3Vr7zIkL0Z0+gM/eG/su//Eu6tJjx1GN31pAy9mDv0JfLurdt20a13aBBSqnn/lXsQRQS2WngRAIAkkuNAYDUAcJJ0ZVoMYCZy5CpixjaGD0YRx28WZtLfaL4Ixxl5uFDXX9H0gYB8LEJfdhPzM2YiKA5rTnlVGj+NRZoLHDBWOAJ7bEk4e1QhspVgw7svA0U6kcuRaGN2y9W1h7X8bl5neBnGpaXJMBUb0lhmhjL1HG0KhsQMQMIlKrsmPYWFw1CTXZU+UBT3pI6/vIpWgJs9u0g9h11MjNN+but8FljmV9mUCA7ugvzc+r2DC4sS8WXHwDVssmvrMgVmV1ff4m7uPoO58L6wFN2viuTpRHAUAYashOroqP21JTCIGmh2xMP/2n1lySHGjMDjfFCmrBhclkXf0j3HdXp5VJnckJFy8BBbszayifXaAmQEpW0co/qmHmk8ebRdl7qSsvzGizOG4z2ZbEldDGfyAtV4Y4GZrKOgq9ZiZcFzpzCOlM5VMdtqS7Vu+B64yOXeIf70Cp5qPkqES3GjSRnJPiXBkd5ERbLssh8B6VsXClvm1pa7PU1OHZCKQTH2i0tGt/Me83N0icRxATdgU8MsFae13r0DRB7bsvYQ+7GPBJ62KZe2zAJcl0mz+kxSuTOq2/r4/VusV7ttviJm6LTUW5btbyWbvWQTMX0GnVt2K6j5GGCb1Zi90UV3h+5QYwMWqvFOS04OrbgvTvwyYbCke6O13FsIBXWMYmRZ1rOSh3L+1oYz6WZMWn7Ro1tmFbfRb6o+7O2haOa2SDU6pWWOjy0snkGwo4KM/QxsuTox7Ij+jPrN6g9MWFZc0O5TGGbhLWQX5UpTJmJNAQvSjW5we84jVwcvs0gJwdQxJ4Q+9Z2FXvTkUiaR8mrQOtKFaWVrJPM8zOXfAyFT5IAxrGnzCczyfZM7e5bp856lGwH2Q6UMv8LyWsn11Ym+bVSm/q6uPIupHxCrbUbHU1el04kHD90wMfLnDKOXe+hJX+OhE8KqFxW/+hBHdi/T8f92TA2tVZbtl+q4Ty2W9TzK71cVJrTNhruv1S9+g+53LRabjIXvgUyf+ZDSFqn5KGIUESQXU0ppO8eZ+r+AMvS+7iuJ2rGJbpEmwAdEaGOP2ciIgEXwAkRyvrBOGaVTm5R5vOAcsRw3jrPXFBEKM/zJA9lQCsgiktzuTRYfsHbSXoDViDAAJdnUoksAAnGU0+55c8vQDB6ANzoRzu6AWrpD1/mpp5II5dlMh7wQ3/qAKrkIa5YAXwAeCgzbjSNOKkj9VBEJN3gO/CxSh1EHvsyP2UImUn5jUee1MrlodxDGRECOEZEeggQD4ICeBIdBPQz5klPelJ68A2XC3M56Cd/8ifrpS99KU1Czra/H1LB/5iznsvF9Gat0J9+gFcqqaNMHnow/dGDdcY29CO6yD2+8CNqzj2kXB577bXXppPyEUG39FuuXPbLOnBZclEUqb5OKVxmkE/KJbeAU/KMiQhxnydlou+kNQHI2QPIhd2phyd6IyPAkjz17AOirkTTiUYDcLmc+Lu+67vEJdnwYK0ihjJHDFNsyviGGgs0FriwLJBdWOI8cmkyO5e5qR5ZRWbHuFAvWlLWUr5mncbXTKuKPJ1xnN2/RwNHGIyg3G6XzYBMdvCzyk4+wOvYUc0eul/cw5aHtOOii7XWzqHMV3mhojOuyekZ5a3x9KEsxhmsFgYCbTuZAEVZHr50BqU8t6NnOOwGQHxAyo50aVcy4Gehw+4zxEJ4OpGX69wkeA2sTQko8he/8kLKchWOqhTTBhHuPXv/fi0dOSQ5Sut/ahtwZNajf/So5vfu1bJ1KybGtHbTBrWm1qhnEFwaJIbr+gY6Cwtzmjty2NGvWeV2+Dt5qdwAXMsnVM0e0PVvfoNufM/btfueO3WCJ9tWlWT58/a4xienBcB3xfAdw8Ri1RqsVNgQzg2bS492QZX/ud6yOLPyxgpDqlZ6rTQ8IKGX7IlzmWRme2cGncN5PYttnU9Mqu11WzK4OgLgHF53rbCzlnmtAga20/F9e7V3927t875YXO6rcH1hO/NFxhfeAyY2e+ZJ5MaSzKoOHmy5K9dVblOqD+FI8WVaOWIY1rt0RLIEhDi6l01PGXSuVe71HRiciJMYnmOsnQk5Jzptae6Yjh7ar4XlBWmsUNnOVZWZ1yvTsf37dfienTp0z11a8DoaOnraUnO9eR33GmqypX4nV9+KEeXmUl1ZDhlUj/skigP6GliWymufZZ7YQK1nsMklvJU38My6dWo7os7+Zx9yHCXVvA8q2z13AXKS3qX/V7aBk/r9kGm0bDMD6e7sIfVPHJfP0sjKKQIucRqnUlrdWVVqq2zPymAyc32GIMnwpZZt26Xjx9S17eT2vF2o06JD6XGlpxiYKlljl8129W15Rmpop4n01JaVWkfENb5Wa9ZvVGFHeun4cfXnj7nRR25vUS0bOPJS9uZ0dN8eHfXnS8fRpXWbt6m9brP7ZeLw1mlzutaylStUycK6L+/wPyRx0ryfUBbIfYzXznCd1gpQjmBtpYhhKr/KsvR/iXbyAwMj0iodf5W4ZHTNmjWq7/UEOBDlAxQB6rg/lKgS0aLEyP8Y72R1noigmCgiUj3zUUHfiCArQB7fa0TDqKhBz+jnJIATIAg4pQ98Wj4uyEcM+UTE6mWWMzMz/k7q0SwAFLy595ExNQ8ACnywH/V05jO1TrFFHYHj6bLUQ9QjP/k6JV8TddgTgn9dD+hhLPNRV8+F/gAoQBOXMHP/Jg87wtbcW8o9pjzI5q/+6q/EPZLwrG2DfJM+7pmTeqJ2NeCKGNqlnpN25qUvKXahLSIEAKSulomUNvhTf7r+EZEuQ4YH8zGeS5iJIPNEY+4L5XLZL/zCL0yXdAOo4cMasL7wJ08dEWXSmuCJrDzFtm6jTH/2JNFPLpOt+xcroBUAjMyUkYk50DUi0h6ICDH2b//2b0VE+8/+7M8EH+TlfmMusWWPRQz71/zrFBnqfJM2FmgscOFYILtwRHnkkoQdXhz4sLNZO2QDfwj17bz1VagMg0471es3bdH6jZvE72Lu3XWvjty/xw6gncJFO7g4h9ybR7jNDuLykQM6eviA+o4s8TucnIHN0xemTWXeYwZt6+0sAmgOHT6iwX27pIVZJcDnCKe6i5q/f59mjx1TtAtt2naxJqbXyt/i6tpvxH+wu6vKzn0emUFFaeBQOnWXSn7xr1xJnWShnlw2CLJHqyVZ27Exddat15gjnaUd6oGBoVGjVC5I0bcsXXWPHtHhffsMOHsqpsY1tXGD1G6ZU+65c+VrpjW5aaPHVOrNH1fvhG0BaDV4JhqjxaM6cWC35g7tc8TmuFrZIIExGSzJEbVuL9T1VAPLV1kP9BlIGmT+Z8KJhkq+S01Eays3KejlgZaE4pA8wBnaIWvr0tm9BwZLJaCf7lkmos/KCnUMNtdv3KbOxFqdmF+2PRzZs5OmPFNmkte8cjRq5x236cB9u7V0fNai9aynsLDXpPIuqpzXEBBYB4XljDDIziWZKLuXC6K3Um+d8sJZkvt0l5YNgpYEsGvlYTFCMuDX9Bp1Nm/QuAH8wsGjmtvjven1sCWlatnJspa8X49a1o7DzzMXbVF7ZlqAP9mMpSPwR+7fq7133qFj992niW5PPrWgja1JTTsK6gk1Z2A97/XL105qfJ3HGnzKGzEsl/ziyz8iFBHiHub5Y7MaOMo5OTbuvbtG7BssMUj6Su7l4eziQcpThrTyKp1WiXfmXHkqVS5CTsQesPxHfbzsvP027br7Dp1wFJC1kY/tLOhYmlPNIw065V/pkweV15X5mU2OlvZOzOnQ/r3avXOn9tkm/RPHPCYUWW57lipXnPYw/zTGrfW7cqYStTWV1rF0bZnSsMx1i9yv4ueIikl11q5TyycHlj1X36BTZS8tb94Jyftz0ScMDlum0iel1l+0XevST8b482nFpp7glLdHmbtkET1ewxfCDXOWQolWio8gabo+XhaICEVEmj5imKbCyr+IB9atNKUEpxyiEBFi33NpKs4496XzgBl+5gJwSfTtyiuv1Ite9CJ9wRd8AUOEY08G0AYoADBQHiV4Uo4YygIgoAwBxEhnZ2dJlOc+npzjZJqT9AZ4MA/gjAry9TjqAHfUc58gMiA7fWoeADpA2rxPegFGqWceAAzy1rwATvCJiFNsOvy8Vaqr++pBXhGRWrBpsQKGyCMPDeRJaxvAD/mxHw8gevGLXyyif1w6yj2NXO7KpaL8JA0yIzsyw+OVr3xlkol7N3loDycD4EPbKDGuXoNaDnTnMmhsQzSb/kSuSSMi8a3zp+uP7BGhLMvSZ7b8uuSSS/St3/qtIrLJpco8dRjZeSgQD0RCR8Ax4J9xEeFRSvsNmeBJBXIiL2tBf+rIozeEzIBL6kmRn/HoA1/WGBtgZ3jCi74QQJ6HMcGP6D15nlzMw42435TLqomqjo5hHARv0oYaCzQWuLAsgO90YUn0CKXBIcvtnNrj90h/Cfv/IFGufhRSZ0qdjVu1ZfNW8aVy5NBB3edo3e7bbtG+m95rULVH8/t36/i9d2u/63bvvFP8xMG6mbW67NIdahnURfgD1w667AIWnUlNzqxX0Z7Q7Oxx3XXLB3T0jpu1sPdeze7ZqT233KQ7b7tVfMCOTUxpy7btyhwJVGSqTGWWW7rhhzcfjGG3sSY5L3RxSh2ATQZ0XUdoZJDSV6YFR6K6BtMTBpwbN2+RHMmZP7Bf+3ffqSO77jLo2Kmj9+7U4fv26JgjtZ3xMY2vW6twRBMZ/L2jvBhTYRC88eKLJDvAi45cHnaE76jlP7H3Hs3dd7cO7bY9dt+lS7au15UXb9OO7Vs0PjkhG9Fj2pYw17KjZGXSSQZhJkmUFbKuLntxAJqqU5WqTPKcq+QxI360Sw98V+ZXmlZbVgZwwiHP5C9SR5MMPORCleWqLFPbtp/Zsk1jkzM6dnxed9xxl+6//S4d27tHSwfu1/zOu3XPbTc5KnhALfW1fs241ozlCkf4uNeuyEPjY44uMikC2OaCvKcG3P3rVOG5vCZaoZK+KZ8y/mce4+OKiBQd4AuSS9LmDYhkkASQy9eu0cTGjRp3FHHh8Kzuu/0O7b/1Fs3edbtm775dx97/PtfdooXjRzVtoLnhom1qrV2rzNH7zIu5bttmTU1PqFxc0lGDq9m77pWO2CGcndXSwUOaNei634DuxPK8Su5bdd+Y6FiVTDLwrCybBZXyzEmpwfyCjjsKl3lt16+bkVZOtgyUJT3ktPKxgLMREQoNEmWsqzmc+h5a5NS6U0u9E7M6uO8+g8M7df/e3QLscv9zso+PhVjhm6VhNb+VDeC6iPChQblU2KZlt6s5g76DBw5oj08G3b/nvqQPayofOwD+0shjDisAABAASURBVHsl954sIrPsSqSHfJVurUnuT16qbIsoxqWspWJsUsV4x+edFnzu55CYL1qRIqxHdu3U7jtvS/UTU+PasHWb8rUb0nhVYUaZeDlnjloli0i124fJ8D99oWGp+f/EtEDlvZokX/kXESs5L/dpbTTQHyKfG+hFDPtzrxwAoX4IC58xALuWj1v60X9paYlEADkcfuojIkWRaMDhJ4XIMw9EGT6kEPfiAUKIogF8pvzdCM/p6Wma02WOyEE9/ahENsAl+Y3+nGNu8pdeemmSh8tMx/0ZCVCi75hPplJGTvpRzxjqkO3ee/355gaAHOCWNhfFpcWAE+xBGcqyTLTXKXWjRD3lWlfyEZHGyC/sSBtzu6iZmZkEMNH9jW98I1VCXjKAKNJDhw7p8OHDZBMf5gdg8pMgX/zFX5x+SoXLbV/xilekPvU/dKcv89XrhY60R0R6yjr+y1133UWVIkJnoz/rN2pLBtcnDJCdyCggjocFYb/Xvva1uummm+gm1ggb1GV0RE7AIR34LiP/7Gc/W6wtdfAAbHJfJ2X2Aim2Zj50YI9SV7ehN2sbMdzTtHEPLE/R5Z7Xl7zkJWIPITd+FZdr12uCPDVFDMdThkdDjQUaC1xYFsguLHEemTR8vCQF+IIGxHh4acL97Dsd4LoVBp3+QhvbsFF8uG6yE505wjF7cJ/2O9q5y5GhnXferrsS2LxLCydOaK2B1ZZNm7XeY/zJbk6eJTOfFX4TUzPasGW70peqv8xn996nfQaqBxwpO3L//Rr0u1q3fq02b92imFkrf/OoZ6GIEBV2BKrIDZJKs64UqlI0zRX2NEppRQ+lVyX5S3Ngx1uR2bWXFnqllt3Wnp7RRgOqte2Wyrnjdtbv1d1336o7DXh3OWo3d/iQOnZMtly0Veu2bpCK3DNJERL/Ko+b2LBBfIlkBrTHjxzUvXfdoVtuvEF33vw+Hd67U8vHD2msJY21Pcg2q7jkc7lvXm112pOqoiV0gkrLZ+ldthp0N1WQ/HJa2nsuDR4SOW9kpxJdIXcRtk3p8F8ZTk0pdfaBb2azKAUWHKg0iJDBOf1TS9FR21Gn9V5H1mvBEbv9e/c6inaP7jGg23vvPVo8fljb16/RpVvXaeuGNepklTIivI5+ZgahgZyeuLRuUiZ53eRX32nPoFPWnzbmdLXf7lOZnKvf444yFh6/MDen+3bv1m233qq77rhdR/bv1/LSovpFS53paW3euEWbfSIj6/d12FHOe72Wexzx2+d9VfqkwoZ1017vjWpNT1qUQgq/mWqipTWb12njhnVqLSzryE13atf/vMt0ve697gYD13tV9CutdzR7fMNM2jsnrFfP+2HQaXsNM2Xe23nkxniV5hdO+GTJMYVtkZyIzBNp+KrCfb0lcQ4qH3M5QhjEAeSkIfAc9uR/yb8hsX8TDYuj/8P1maOSECeOjPPd7LGucyjSed4uqxTqUjpJlZIMKxWJl6hzhU8cVI5+y/JFWXlTus6pVVeR5cqti2v8LlfIid91ySNcWnlTgMxblmOlNiUVUlWFiolxrVm7Vi2ba5mrBRZPuH2gJacHDPjnjhzx58qktjm6ObZunZS3Ffm4tCqH0iv8P5HnI01TOq8yU8q7vXk/MS3AMQMhfZ2ShyhD5EcpIu0CcczV9RHDOspf8iVfIhxxLuWkzENmcPoBLUSvABJvfetbaUqXVuLw0w4AOHbsWKqveZPWVMtCPzpRvtQgkZ8SATC84Q1voFrwq/tQB+DiHkUuKaVDp9NJt55wmS/lmnhADXJwj17XJ4moRw9SQCxPneUeQ8rwf+pTn5p+hoN7NGtdx/29TjsAgwcMUX6RI7rUQRGRPtOQHaLuTEQbPGiLCCEXeeSJGNp63hFXbMoDfyYnJ8VlpPRp+fscgEUe8PXqV79aXF5LGb5EoHla8I4dO8TTdT/zMz9TROhe//rXqwat9M3zXNgKHgA5nfZCf6KpN998cwLXNDM3KbI/mP60wxOgBvDkKbuvetWrBKCjDflIeTgP98die/YAdZs3bxaRVNaVnyihDhlr+3AJMWvDJa7sA+zD02958vB73/te8RMozFnzY79xPyaXf9fAGZ7YCf3hRRmiTApfUtZ2ZmYm+Sv328dCburQHf70b7fbdE1AvN5TqaL511igscAFYQF7MReEHOcnxPA7QaW9SRSC8hWOfCAlR21yjWYuu1JXXvMMbb/sKq3ZtFWdteu1YCTYj5bGpjdq86VX6cnP+ghd9uyP0NpLLpXG7BD2+upxGanCHM3VfbPp9Vp7xdV60tOfq02XXq5B4S/VuWXNdXtqTU5p644rtOPJT9P0pU+SPVHhLPb7pV1T8zDAGGRtLcaEljODtqoli63EXn4lwFIY7nTUjTH1swktuY9WHNPS8jjApBibkmY26OJnPU/br7xGazZuV2tiWmFZivEJbd5xiZ70zOdp6uIrlW28WLKDu9xdVpTyl7DUHViX9rS2P/v5usQ22bT9UnVso4Fyy9xJ/LZd8RRttQ7j23bI3opk8Ns3QCBdjtCJbqXlzHI6wmPJV1QIDaLQfKujuWJM3QxQGm6GZBtkXo6QDHB6WaEFO91LJspya2jlxb1xaiX+i3lHffNUeGy4h99Ys5/l6lqH+cw2UiGZJ19eLNcAOzoaPX35k7Xj6qdo2yVX2D5rdGKhq4PH5tV1/w3bLtXWK56kqa0XeZmmxIvxMhgrDSjnlistZeOWoS153Zmz8tyynEqvtts7WswntBxjKtVRFbFiB3cIafLyq7X+kqs0ufEileY1P+cI2PE5/X/2zgTQrusqz/865977BulJT7MsT/KUeI5jO87kBIeEDIQhoaEEKCVAWqAtlBZaaNpCQgodUihtUmhLCgkU0qRNSUshjCUzCRns2PE8aLAGy5qlN9/h9P/2fVu6fpaeBznWk3yu7np7Wnvttf69z9Fae597b9uT2Boa1owDo2iOaGTjBVr/vGu04fzLVHoe272GWCfDPgnbePGl2nT5C9Q6Z7Pc6JPlrtpet4751PV8Lvcp+nlXvVAXXHaVTztXqWfb214nXc9xx9hsvOB5uvTam7T+vM2qrN2kA9hZAnTwRM2kcykw43qYmJPaXkfNlasly9K8vYX79sJVVSUP4pIL9HcR3MJppBGccf2xd2Ir5A5Kr1QmV6gxNq5Rr+Nlq9ZozKf2w6MOqMumZDmVyZn5bu7vAn+L+Ro5xdlAF/EqvQZaQ2r5tHFkbKVGx1ZpdMUqsa7V8ByWDTG34XUcYU09B3SDskqFC5CT4+/c6PFyZa7y/oA6Pg3W0JiWr9qoGF6hybY04XVWeXNmxZoNao0u1/DKtdrotbjC9xgNe6153sRACd8sVenR+mLe7lQb/mtdlclF3nSFyNd05iHA9XIyrU/Ulta5O0SwIJyZf3NqRttHPvIR5UCMJpx/Toj4KY0//dM/FUFRRL8vQQCBRQ5s8njIIZ8JOdCEN8sIJMm/4hWvEM4833LKaSZBD/Lu8UYagRZtfDEN9QSmnObxe4mcVHHS1/XGJXJ4hPOWW27Rb/3Wb4mAGH0Jbmj7zd/8Tf3qr/6qOMki0KPuggsuEMHMNp9wfvKTn0xffFSWZdLlYW/k8Y2rjMlPhMAPMRaEPaTUDRJ1BDm0E5TlNgKZiEiBS7abIJMTOgJG8h/96EfTb3rSJ59o8tMnfD6Sz81Shz4Ea+DCT90QMML/oz/6o0lvTjnBnDpoaMj/z/mGAm7oRl2mjRs3imB369at+sQnPuFNwaOCH7wXs58gD73HxsbU8OY764TPbPJboMhGLmuBOSaIBovzHRznNuaNOWCOkEU9RODLz7/w6PYtnkfqWAdsSvDlPgSbBN/MERiDGfJZj5yiojt9sJN+6AYvdRD8nGqyBihnQi6fkeUElX7Izv3AGz6Ca05myddUI1AjsHQQOKN9lsoeW0+huZ4B9c2002tr2NlR05jJLqbK5cslO58aG5dWrFNj42ate/712vzS1+jKV3+bbnj1t+vam9+gK17+Ol144y0avuhKafU57rNW9lZlb9UO4zJLAyqTgyg5+FAxrNiwWauufJEuveWbdeMb3qTrX/VGXf7iV2nTldersYbgYIVUjEjuM9xsCJIDulUXPF/Xfcv36cpXf6dWbrhQhYNBJWfYDrGDUWlEjZUX6Lpb3qTrXv8WXfKiV0gO3BqSNi0b04piSIqW9bOOay/Q0KUv1MXXf6Oufdnrdf03vE5XveJVWnP1DYpzLpZWXGBe226Zwy3LtRDHUxpqrpRa6+VIRzr/Sq29/HpdcdOr9JJv+nZd98o3aNO1r9DaK1+q4ryrpGUbPP6QwjvKDQez8n/0Ky+8RDe/6a168Td9h5atuVBlNFRKahmbxsgqXfGaN+uK175Zm656kcrmmFq2q+n5anmGmqXnZPlKXfGq1+ryb/8urTdmcpAQ9C+lRhT+z3FUKldow1U36oWv/Xa95FWvV7d0QNey3UWh0k776guu1BVv+F5d/vrv1dj5z5c8Rqss1CqlcmhYKkzlMo1uvETnXfECXXnTy/XS171Rr/zm7zBGb9DGa29W63k3Sus2S+WopKblOnUAXIyu99p4s6755u/UBS+7xe0tFY3Sq00aGZKshRQNrbniel31urfomle/WWPnXKrKEVlRmb0hi/Mfb2SMXnqDrnr5t+j6l71Or/yG1+oVN3+D1jlIDG8+LPe4w60xaYUxPucSrbz6Jl3+itfrhm/8Zl198zdp8ze+Tiuuf7l07hXSsnPlhaWhckytZsgwqSxZX+PS6vM1ZF3OecUtuvR1r9EVr3+trnzt63Tp69+sVdfcLI2eo9GR9baw0LqR5RqJIc9GoUYZKi2oUGnMl2vj86/Ti7/9rXr+N32LtG6T1PJcua00d7MIYxBqDA1peHjYWBQqomE9Gv004DKPwv8KSSegcPWxt9uHx7Tp6ht102u/TVe85JUaY3OjOayqaEle81UVkuXE46hMYzTM0yCYdDv8nngNr16nq158s1786jfo6pd+g0bXGzfzCZnWN8lD18Lj00+FeIX/DJKLfs/zGCMd46VOHl9qlFJJgFwNaYXn/wVveIuuePW3aPnGCxVDY5ID/k0XX6vzrrtZ5YbnSeUqScucNtXtdSVjGlGqUBjlkIsiHxGS61U25InpU+HBXOcW8ypRqH6dTgR685sWRVpLEmWc54U64cjDQ0obzjIpRLAVESkopEwAQApl/uXLuQ6lQacfvnPPPTcFZ3xTKMHW29/+dr3//e8XwQwnhASIP/MzP6Ps4BNYcfp43XXXic/uEXzwMxUESOiNXuhJyvgEBIw9Pj5OUTx+yTe0fuxjHxMBIF8+8xM/8RMiyPzwhz+cvryIoAxmTltbrZb4XCDf3kpalv0gET045SO44cTvr/ukFp3f8pa36Cd/8ifFt7FyIkjggSyIsd74xjfq537u59J4BLJ8yyonasjDHj7LCi8BNjZjSx5r6eIRAAAQAElEQVST+mxXzjNf1HE/o44ADhzQgVM9dPjpn/5pEWAxBvb8zu/8jvgMIfh+//d/vyjDT3C2efPmdJK5Zs0aERzzsy8333yz+O1N5EN8/pOAmhNOglPqoDEHhQSj9957r8CQ37MkTxtEgAdWP/uzPysC2F/+5V/WE9mPXdgIIeM7vuM7xPisk2/91m8VJ47IIFAksOSnWyL6dxUCOH679K1vfave9a53Cex/6qd+St/1Xd8lvi2WL6xiTumLbNYJKTw/8iM/cqwP+vJYLJsMESH05jdMwRrsN2zYkB6vzmsdXZFPIEtgj64f+MAH0jf98mVNefMBPogxM4E1p+BvfvObRfCf6+u0RqBG4PQjUJx+FU5Ng8ruGWR/LQmyS6ZGVcluWnLIUn1ZqLLjVtkxrOxo96BiSD2ouUzdxnJ1m6PqNUbMNyyVJhzUsJTHOZqGLNW7DR6faAgaskMwNCpBOOmZ7OLLOoa1g+S8ounETmdhmm9PeoaZaE91Qy6MSNZRjOP60jUetW8XFlLP2FBrhcWuUBofHYati4MyhWUIoqcFHHtT9hhN94Fa1sUBabRGVVn3amiFqiE7GQTMxkvYbB36es5j4PE75Yh65ZCKokAjc5SqrHPXuLZNwla3hFv6xLgm5Hk+5P5yf1GW+uLFyzzGoWu9usyNecIBQxSut9NtYCRkF8adABYd0xiuFq95HRueSwcwahoDp2EbK+NTeb4qcGN866s0vvtYhqyvgbQQ9/G4Su2Fy/13OIFk3q7XSrcxagxM6GfdwidU/n/VzaXkds3jWXq8IdvTbBovbE+8yLVNjZYq69czZt2m1yMyrWvCBh2hNJdDHt38/tt/k3edx6noPzSkrqkDcUJPPyjh0/TaKZJ11ixhrflX2BbRAqbolmkel5CO81NQfhXOZHL2hG+3P6bPPJPrepbf8zpK5LFT2XVc01DXp4c8HYDjS77v31te0pd0XtaxsuvcP83nwnSQJ3d7UqllnrSvdxcsgztOZYwrr5VEtoU6GdPm6Aq1Vm1QMbZGvXzN23YcYXc99nbVsfzxTOHsILnoN7yQs2fh++wxKQeIOMZ89o+TFx5VLArmtG8n64BgBgecL5UZc+DByQ6BKG3IoIyTvmnTJvEZSk5xCMY4mfrhH/5hEdDhjN9xxx0iEKOeAI4vhmE8gglGI4gg4OCRVQKDD33oQyJ4xElHB049165dKz6XScCU9URvAlwCGL71lkd1CTR/93d/VzwuS8BJ8EFwsW7duhRAoDdycPw5CePkEB1arZYIyAgwOAHkS2GOHDkiggv0RC5BMMED/JnAhi+P4Qt46E/QxmkggR6nogSr8KIreJPHXoJAdCG4oY428uBCUAxWyKEN3QjiCRTf9773pcdeCQwJPvNpJ0E8YxMsUv/7v//76Vt3CUAJejnhg5d6Hh3mcVjGQj5EQMsYBP58tvMzn/mMuL+BG8EVctCXwJqfL8m68fMqYPmLv/iLQh760baY/QTdrCH0Yc2wKYFeBJCMCdacwKILc0fAm0+amQvGYZ2wycCXUPFlPocOHdIP/uAP6o//+I8FFswFdoErKcE4c8ojt2xkMMeMjxzWGwErfMwB+t12221iLbCeqWfNsc5Yu+jJ6fmP//iPi02VN7zhDSkYZ07Rn/klpR/XBxsoBP/YMHjiT3tNNQI1AqcXgeP/651ePb7uo0ccd88ijue5+UPclLnRRRxv+7ortUQHiAhF9OmJVDwRbhGRAlDadIovZGR6puYnom9bRJyidkp2Zr0i4qS4RcRjeHWCV0QkHuxlTUJ6Cq+IOKX+Og0vsFuMwACK6GML72lQ85SGZD5xoCAEZQeJfE1nNwI8FoiFrAECCgI1gpT8KCxtOM0Q3yaLE/+e97xHfN9AXi/IwNknKOTRRhxrAiP6cqrENfHyl79cBAU8bvrFL34xfQMp3+pJYANfdubzZ/cIFDi943FMThr5bCY6cGrJo7g495xcEQTLAhiH69DZFOx83/d9Xzq14+SPgJWTsu/5nu9R5mGNE2yiJ5/pJM/nBOlPYEuKbIIoThA//vGPi8d0eTSWkzy+7RWeTAQ/8GM7p2cEM3xGldMygmf0hxc+7MjBLXh94hOfEPigG8T4pOhF8P7Od75TBJ7onIMmAkVs5BFO8CEAZU4YA+L07bu/+7tTsE2wz6PBBEfIpJ2gHTwYn+AZ+9GfTQTaOcEjkP293/s9EVizPqgn8OPnVvhsK/PAiS260QYRuBO4cZqMXU9kP8E3/dAHXMizJsCcgJlAj0ddecSWoI7NDvAhUCQghJ8NCgJTguPf/u3fFv0IfMEcHOGhDxsSpJQ5heQUls+MIpt+rOtXv/rV6f9I5onPgvJ5TDZM0IN5JwUjNgHAGz0JWJkHHskm0OXRZDY64GW+sAt+xuXUlsd2eZyXcamrqUagRmBpIPCcCTiBOyJIEkUcz6eK+s/TQiAi0n8gCztHnLh+Id+ZXo7o2xnRTxfaw3+I/Me4sJ462hbW1+UTI4BTDQ22LgX8IvrzHnHiFCd2UGfy6I0zxxqgXNPZiwBBBvM9aCFBQ0SkU61cz4kWeZxsgg8CBZx3iJMp2jht4oSTPHXIJg/h7EeECFIJDqnDqc88WQdOfmhDbg5kNm7cSNUxfQiMceIJRAgo6ItO1MFIX8rwEdgROJCyphmPdY0O9OOxS4KjiBDBBv3zNUE/Ag7q6D8+Pp42zLAFYhwejaWdgJlAhJNQUuoYgwCUUzL4wYR81pPTv4gQPPDTTopepATy6IDO4I/cfI+JiHTKCx9zkmWiO3ZSz1hZP8oQJ8QEa+TBGh0ZgzK6M1YOjhgf7BkXnDgBhw8Cd4JEHjelnIl1ke0gqMM29DiZ/Xls7GJtIIfx6INdlJlL0kHi1BL9qMNm5MNHsMqYbCSAGViAJ/gwR6S5D/3IE8QijzwYHPIJKfZRHrSPE3XmDD3Rl3ZwQVfWPmXwRRfGp8xaIwVnUvABY/TKMqivqUagRuD0I/CcCjiBOyJIEkUcz6eKgT/cyKCBqhNm4VmMTtjpGaxcbGzanmgoeBajJ+pPO/1JB+lEdYPtp5JHNv/JQU8kB97F6In6n2p7HnuhnFyf04XtT7Z8qv2f7Dini+9k9jH32aE5Xbo92XHREzvgxwnC2SLFBupqOnsRwAFnrrEQJxiHmDzBIG15XRAY0E6QRR152iEcdpxoAgWIPMEITjcOPGWccuTSl4CG/gQAyKU+rzUCO8pZp8E8jjzycfrpz6ORBBm5Hl6I9cs46ApfDrqoR6eI/v+r2PilL30pbUjyqON1112XPoNKQIFMZOWAg3HRG6IePbGd8SlDnBJC9MdmdCB4QV/sASd0gBd7sR/9KEO0k2Ye8uiOzgRX8FNHX4g8wSNjoR9l9Bnsz7jUZyLIzMEVumFPtpU5Q3/G4Z6QZdJOQEUAn+XkvlmPXM98gg31EHyL2U8/xiLNBH7kCeaYQ+Ypoj9n1IM72KI75Wwz+kJgxthgBhYLMaAPdfAQHJMyD6xVAkPwYb3SBm+mzZs3p2/Fpcw4pOBCykk8doAv9lOH7YxPPhNtzCfysS3Xfx3TWnSNQI3Ak0TgORdwgkvE8Zsr5UHiRgsN1i2Wj4j0H2rEidPF+j4TbREnHjeiX/9EY0T0+SJOnD5R/9wOZoOU65/plDGeisyIE9sV0a9/KrKeDi//8UIL+1IH5XrsgnL5qab0hZ5qv6XOj5NxIh3BDsfoRG1LqQ5nLSLSl8lkvSIineTQpvp1ViOQgxWuTdYsAQMG44CztgkWKNOWneeI/kkl9dkpx4kmUIDI04YDvzB4iQjh1COLQIIx4KVMynjIZDx0oo7riDz9kM/JJ+XcNyLSZ+yogz/i+L0TuaxjgiaCBMbENvgIrl7zmteIRyb54hnq4CPldIw0E+MyPkTQAG4ERMgncIA/B+voxZgRIU5F0ZcAg8AGHvpiHzhF9E+SCZLQj77ZDsamHyl90Zv+OdCingAHORD94SNFXkQI7OADUwIg6ilD6JbtARc+x0g9vOiPzZSZQ8ZmbuBDh9wXO9AX+5GPbWBCPbjAt5j92AsxDnIG9SOYQ3/GRx6y8/xE9NcROmMzfOgLMT6yGB+5EHlwQQbliD42BPnIpg9rPyJoTusJTJFDBbbxUyfIoAzu6JJ158ulwIy2TNgeEeneCj7IynOHbHTOvHX6XEGgtnMpI/CcDDiZkIhIgSL5QYro10f008G2Ov94BCLi8ZXzNREnb5tnecpJRKR5i+inT1nAs9CB//gyRcRJR4yIx9gSESflPVlDRDxGxsn4ztR6HJWIOKY+Dg1OE07QscolnsHhWugsLXGVa/WeIQQIaHDSIyJtMhAkyq+8JnCsXTz2DbXcNyizXsgTDFCmXw5GSKnLzjwBGs48dTjc8BLA0Bc5g447ARDEdQUvwQ39IkLkcdwJHnDW6Ysc9GeMiL5zDz8ED9ci/LTDx5jIph/XKo5/fmwUvdCZvtlu8hDXM0EHJ4roQT8CInRHD07Tso3gAj9j5Dx84ALe9EUmZQIYeKlHP2TRTn0OZuDFDvRmDAJl5od+Ef17D230p54UGYwNhvTFLgIgxkE2tiMXbEjBhRNO8hGRfhaFwBO+iEiffSVwhA9c4QMLbMBO7Ec+49JGHeOiA3qezH7sjejbEBFCP/ozLjhDlCFkM4/kM6EzNoMVujAmMqHMQ0o540I5E3NKH8pgiBwCa8ZFF9qwAftYJ8jIuAzqAg+ywBZZ9EMf8ujHmo6IdI0xBnhgo+pXjUCNwOlDYMHIxYJyXXyOIcB/VhA3dOjpmB8RKejJfSMeW871z2Qa8eTGwDYI26BnUocTycpjkEKZh/wg5fo6fXIIMIc4IjhhfNYpOy1PrvfS4cIZglgLS0erWpOvFwI4xsw3xBg43aQEFawB2lnbOOzUk1KPM01QgTNNPc43wQgBUURQle65Ef08FYwBXw6Y6E89dcglz7iMSRtBEvJwzHHkyTMG48OLvKwv/NRlfWiDj6AB+ZSRkQMs+hHAUGZs+qMX8rl+aSMARSZtYEBAxeOW6EGZYA7ZtMOXCdnYgd4QOsGHPYyFXuhDHbzU0Re7SSECEupzHXZQz7joRQpRR5kUyvmISMENgQ62MF7mRzd00oIXPLmKPuhLSj/sACt0J7CCDyzAC3mUIXjQnTx40o+xsBV52IQMxqKOe2buzzjMEe2MSz1YIwuMkUV+IdFGHbpknJBBf+qRyXjkIXTMsphT+jA2QWZEpC9oQhbzC39EpLWMTPiwA9nIxB74IkLoiizqkY8M+iADPlJ4wCMihI3U1VQjUCOwNBAouJlwAUNc7FzAUFbvdLdnPbJOEZGquPHwnwk7cPkGzA2G/0Ai+jyJcWn/Oe3acXOGIiLd9E9FoYhTl3Eq45+oL7ZBEc+ObhH9cRgTyjpF9Osj+mmur9PFEeCexD0IByMihBMFcT/AKV+899JrxTGCImLpKVdr9JQR/8ScqwAAEABJREFUyNc4gQedOSHklIZHAHH2+X+K+YZoxyEmhSci0okTMuCjHr6I/hfW4HRTBw3mswzqB4m+EHXI5P9H8guJsQfb+H+TOviop0x+MVm0RRxfw5SRMagnMnI540Nd/qwiARNlxoTIZ0L/3Cfrk9tyCg4Zt1xHGhFCH2TQTiq/yDtJb04TyeS6zEOKXqRZJ8rwQoN5ylBEHBtPfjF27pvtd3XiISWgIs2EDtgIb0Qo45PbB1N4uP9l+fQdbCcfEWksbBgcizJzFNGfN2Rp/oU8dJgvPiahDZsGKyP6MqhD5qAs8gtlMTbzNSiH+aUvMqCISEG8/IqIZIP8gs9JCiAjItVnuyKO6yG/IiL5MYNyXV2/awTOaATyfYeNdq6H/P8LvhGxG4SvhF8EZWOXWnuRbybcCLgpRPQv2Kzw6W5nd4udMf7zBjxSdMMBJbjkW+74CvWIvt4EoBH9fESdRtQYRDxZDGq+iKWFATdXbrY4iDhifLMiN1u+YIIvNYlYWvpG1PpEPLcwwPmN6NvMN7HyfxJfcsLvRkb06yPqNKLGIKLGIKLGIKLGIKLGIOKJMVjs/5fTHZ891fGL7du3KxNfSz1IW7duPdYGz2Ab+WejncczIAJMUoLOHM0TeEKUSdnVwkEFBHbZ2P2LeOIJjTh9PAT5i1HE6dMt4onHXkx32iKeWEbEyXmQsRhFnLxvRN0WcQZjYN255iGucXbuIiLtcLNBxjUecXrtW2xt0hZxevWLqMeP+PphIL8GT5w42YkI1yqdtEREndYY1GugXgP1GqjXwFNeA/Jrsf9fiMsyEZMN0rMRn+WxSQfHJn+i8Qt+yynThRdeqEHiFCG3kQ62kX822nlOn0cxSAEewtkkuCSw5Iejv/KVr6RvPePR2l27dqUP5BOg8lkIjpmXMuFIL0ZLWXd0W0x32uA5FULGYnQqsuu+vfQNf0sZB4JNiKcZeNKBJx54bJFrm99kO926L7Y2aTvd+j2T49eyHn+9sAmyY8cO8dk+8n/4h3+YHonkS3H+/M//fMlfX/WcPn5Oa0xqTOo1UK+BpbAG+D9lsf9fiMsyEZMN0rMRn+WxSQfHJn+i8QsH0Ev6zY4xJxkEmijKqSUpFBG6//77xTecUYYi+jvKOU9aU41AjcCZjUBEpM/3cGoov/J/Bs7W7xqB04oA/0fl/594zJuf82Az5OKLL/566lXLrhGoEagRqBE4yxE4m/5/KdiF5zHVQeJEIdPpbs9riUg/50lxONGRnWTK6M+pB3k+58m3WTJRlJcyYdditJR1R7fFdKcNnlMhZCxGpyK77ntmIkDQyVMO0Om2YLG1Sdvp1q8e/+uLQP4/h/+PID6/yTdzMipf8EBa03MBgdrGGoEagRqBZxaBJ/r/5XTHZ091/AKnjUdTB4kTxUynu51AkinEySRFT9KIIEmPLGE0BR67JYXIR/R5KC9ViohFn+teqnpnvSK+vvpHfH3lZzvqdGkigBPP9Z2J8lIK5CLq9bk0V86zoxXfGcBI/P8E8VEPAk7q+b+TtppqBGoEnmUE6uFqBM4CBPh/BDP4vwVa+P8L/8cQEw1Sjt1Il1p7gQOX6USOXG4jPR3tgAzgmXI5ItLXZLMDkEFFRxxTHrtlYvjcFzovZcp2nSxdyrqj28n0zvXwnAplOSdLT0V23bdKn31eyjhwvXN9Z6IcEceWw+nW/ZgiJ8mcbv3q8b++a5z/6PlcMf8PsQT4eAdflkAd365c4//1xb/Gt8a3XgNLfw3Uc/T05uiJ/n8h5skExvwfNEi5jXQptNt/K459NiriuCOXlTbDaW9HlwwWXwZEmWCS4BJHlDx1EZG+wZLIXn4ReEbEoieIEae33Wou+o44vfpFLD7+osq7MWLx/hGLt1vEou+IxftH1O0RZy4Gi06+GyNOr21WYdF3xOnVL6IeP+LrhwGTzy40/0+S5wuteLqGPBTx9Rs7opYdUWMQUWMQUWMQUWMQcXZhwP8hi/3/wv87mSIC9sdQbiONONZ+jIf6TBFf//bi2Mh1pkagRqBGoEagRqBGoEagRqBGoEagRqBGoEbgGUSgDjhPBGZdVyNQI1AjUCNQI1AjUCNQI1AjUCNQI1AjcMoI1AHnKUNYC/h6I1DLrxGoEagRqBGoEagRqBGoEagRqBE4MxGoA84zc95qrWsEThcC9bg1AjUCNQI1AjUCNQI1AjUCNQJPGoE64HzSUNWMNQI1AjUCSw2BWp8agRqBGoEagRqBGoEagaWNQB1wLu35qbWrEagRqBGoEThTEKj1rBGoEagRqBGoEagReBwCdcD5OEjqihqBGoEagRqBGoEagTMdgVr/GoEagRqBGoGlgUAdcC6Neai1qBGoEagRqBGoEagRqBE4WxGo7aoRqBF4DiNQB5zP4cmvTa8RqBGoEagRqBGoEagRqBF4riFQ21sj8OwiUAeczy7e9Wg1AjUCNQI1AjUCNQI1AjUCNQI1AjUCfQSeA3/rgPM5MMm1iTUCNQI1AjUCNQI1AjUCNQI1AjUCNQKnA4EzKeA8HfjUY9YI1AjUCNQI1AjUCNQI1AjUCNQI1AjUCDxNBOqA82kCV3erEagRqBGoEagRqBGoEagRqBGoEagRqBFYHIE64Fwcn7q1RuDMQKDWskagRqBGoEagRqBGoEagRqBGYAkiUAecS3BSapVqBGoEzmwEau1rBGoEagRqBGoEagRqBGoE+gjUAWcfh/pvjUCNQI1AjcDZicCSsGpqairp0el0Ujo9Pa25ubmUz396vZ7gG6w/evRobn5MOjExocG2mZmZx5SRVVVV6kO+2+2m8Qb7pEb/gW92dlbtdtulx77Rhf7UIoMUmpycTPLIDxL2ISf3oT/9oFzHWLnPkSNHcjal9CUDDtDevXspPoYOHDggxqESHChn2YzDmLRB4EK6a9cuEsGXx8hpapj/Q3/wmC8+5WQhLtlW6hfainDaGZN8JnTMemNf1ifbQF3mffTRRx8z72CGzNyOjaw18EIOKXWMyTiZj5Q29KSN8sno0KFDqWkhH/LRG/nkGTcx+g+yqcvkKmU8kHP48GGqEqE/MqhPFSf5Ax9N8JIiD/l5/qlfaCN8EHwQ7fCDG/WDlHWCJ9cjk/zCPpkH+2nPujMG5YWU+Qfr6cvcInuwflAGOIJr1mOQb2Ee3sG6E4052I7OYHoiPnRAL4g8/TIf/SiDYdZrcGz4ch/4IOwkXYzog2wo8w3KQpdcDy9tuZzvc/QFr0FeeBaWqTsRIXfQFngogxN5CJuZO/KMRZrbGZ8yhE65nXLmYQywo+5spjrgPJtnt7atRqBGoEagRuC0IYBzkR2J0dHRpMfBgwdTOjIyolarlfL8wYmJCMFHPc4JjsjY2JhwWnCmSbMTvHz5ctFGgEDA1Ww2UxlZOF55XJyaoihUlmUajz7IweHav3+/eEWEhoaGUhCHHtRB6I9c+lNGBn0h+NGTemQxHuM2Gg3RBwds3759aUz6QdjT7XbTWPAy/ooVKxBxLGhifMYFB2jdunUpSPzsZz+r22+/PfGuXr1ajEMBHCgP6pj1on3Hjh0k2rRpU0rBA90YBz2pBFvmBTvQMyKoflIEFswBOuN4Mja6YB91eYxly5YJykJpIw+OjIk+6AVG9Mc+ZGSCN9vA2sjrYP369WnesYv64eHhhC/8yGN81lqWFxFCPnqTyi/GwHZ40BF9KLspvdEV2/KYYI6e8MFAGxjQh/EZk3ryjANRjghF9Ikyc4/O6LFy5cpjmy1gQjvys2zKEGMQrGBbRFCVCH1Y2xGRNk6wCT0iQvCjX2Kc/0N7Hps5Y0zq0BUsGRed5tmPJaxz5CGb9QkmrGNsgIk2UnQnRR66kYfII5uxIOqQiT3gBbbUw0MbFBFpc4d5oMx8Mj75xSjrgDzsB7tBfsbEVtqphx8csCWPTxs6R0S6lsEKm+gHH/m7776b7uneFRFCT9ZSlgEfeeykH8zYSboYIQedIPLYgKyIELqjC/Vcu+hJG/K4llgLjEk9eMFL/zw+fOQX1sGPvbRDEZHuNawV7meMh23ghD3wMBfMHXnWA/1pZ2NmEHN0QhcwQzd4kIEOrCX6s36wjfzZRsXZZlBtT41AjUCNQI1AjcBSQADnAkIXnIgPf/jDeuELX5icbhygiH6Aeckll+hbv/Vb9Qu/8Au67bbbYE9BRESkYAuHC+f8z//8z/UN3/AN+qf/9J8mHv4QIODI4GThvOCw4NBkh44yThROTT4txNFi/DVr1iT5tCELXSP6DmMu0xcnCqIfZdpwukghZOEw4URlB4vy2rVraRYOOfphB7pRiVPG+PDjzGEDGL35zW/WK17xCj300EMpcGBMMPnn//yfJ3x2796d6pGBvVkf+LADebRBYHPDDTckWZTRAb3RjfEJ1KkH21WrViWHmv7ok/Wk/WS0Z8+e5FwzDtjheGJjRKSgjjrk4HiiH+OTl1+MD15Zf/QCRzDAqcV5htDN7Mlm9CWAftvb3qYrrrhC9957bwpEaMd5BUP6IBdenGDGBxeCasZCP8amjrHkzvRxkoJ+xqYPtlBHnrmnjHzqsIOU9YRdtIEBOlBPO7KRRcqYEZE2TrJu9IMXnSJCjPGmN71JL3/5y/WXf/mXaYOEdmTn+UIudaxtbEMWZXhIGYuUNmxi7UeE4Ec/2phbAhQwyNgy58iiD7piR5ZJPbrmsQlCmVfWNPLgZR2DL9fvG9/4Rn30ox+lSYyBTDBkDIg6ZDPf1MOIDMYlD1GGB17GRQfWBuPSjzqwh3cx4vqgHR2wH1woMy8PP/ywKCOXduYh4wdPRD+Yp40ybfRDZ3RAR/T62Mc+pu/7vu/TL/3SLyV7aYOP9QX+zCv9GYd5pB965euAtpMR/Hm+kIsNjA8/upNH7vj4eFov4AI/7RAYRvTvobSBMePTFhFpYwZMwZm5AQPakAt/nnfsZO1zP4MfHvBHHjbSjr3Ucx+J6GOHXpkfTLCbNCLSphzXKDayPqkHK/LYhqyzjYqzzaDanhqBGoEagRqBGoGlhgBOBE7bI488IhyXv/k3/6be/va3pwASp+nWW2/Vv/7X/1o43f/yX/7LY+rj0OQCj09+9atfTUEpzlBuw7HCkcIBwoGhTDuOEA4MTiPOGjw4VzhTOFfIy204XIyDjOwkwUcZJxuiP7IzL04XThN89KUdWyhnB4p6HHIcRvLYT4pcUpwwHDzyOItf+9rX0knm/fffT1VyCiNCf/EXf6EvfOEL6ZQQHWhET+yAGBsbGR95yIXQ4+KLL4Y9OaX0ZWxSTkZpAAdsIU9/nEvyT0QbNmxIwQx40B/bGA/59CUIYRwcT/SDMg55nuDDbhxW5gKbIOYPWWAZ0XdQ0fe8884TvATe4Ip8ZKADKUQdvMw1WGATwRX1tKNDdoxzP3iwm7Ej+g4zNmELfenH+kUn5ESEOH3GJvDHVgI51hzykYONzAk20BdZ9GUs+qEbKbIJ3h944GxVOM0AABAASURBVAFxWsZJEljk9R0RKZhhHPqSohtjgBP9IyKdRJFnHFLWPhgQHKIbddhIPXbTRh1jcX2SRzY2EhDRD3sYB5u2b9+eTmEjIl3DzAP20A/70Z3NkfzoM7KQTV/0JqUMP2PTFx70JQ9OtEX08Y+ItDlFPXZC6I0csId3MULvwXbwxjbqzz///NTE+GTQi3GYJ8qMQZl8RKTNGGxAV3Tgukdn7MBmNj8iAnax9ph31hj3DcZkjWfZrAuuicS8yB9ksz5Yf4wFK+NzXTMv5KGI/mYG+DC/6M548JPHDmwfnGPkEeDlemwDg4i+DeASEemegQzNv+iDXuBPfUSk4BFMYUFfdIOPcibasZuUccACnNCZdUY9WKE32OZ+Z1NanE3G1LbUCNQI1AjUCNQILCUEcD6yPjgaOGF/7a/9Nf3n//yf9eu//uv6+Mc/Lh4X/f3f/339vb/394Sz/R/+w3/Qr/zKr6RuOFtkkPNd3/VdIhD7b//tv6VADCcJpxfHHMcJZ4cx4CdPOykOInVQRKS+8PE4Js4TzjIOFu2ZkIvMXIYHRwhHCueIepwunCb64kAhi3ocMZxMHCjK1KMj+QsuuIAkBU3IwvGE6I+8z3/+89q2bZte97rXJUcOZvQkxbnMeFCOiBRk4LQhH8eSeviwG6yxkzYwYAzaM+Uy8hk715Mig3QxynLBmf4bN25MATF9wArnF2woE0wxhwQ7lCF0Qj/4wBRebMAeyjjI6AEfY9EHQg4pQRd9yKMDaSZk0I96nGv4CKJy4AUfGCGLNYejSx2EThGRAkrKOMqk6INe6MT8gh8p/MwLeDMW8836ITCAkE1fZEAEI9iDHOqR8bznPU+c4H/5y19Op/3ZCUc/2rMt9Gc8Nm1IKTMG7YxNGVsZn7qIEIE5utEGwYdN8FFmvZIyDhhhI2uSfoyRrwPWLv2oQy/sQAa2sBHwgQ98QF/60pf0Yz/2Y4hLwQrziVx0IQ9mNEb0g+iIfoBDXdaDPHxcH2CEPswVhIysD3yLEXqiH7KYkyyLPsjBBtrQjTrWJn2ohx99wBZMGJP+8IEfvNRRRj/mg7FyHf24Z1CmnTXOXMMPH5iQX4zgYf0yLtcTawJ+5gAdyLPOsQEe5oM6CDuoZ3xkQNjJusA+eLg/ZTmUIfixG/5Wq5UC/ohIT2nQDj/zAn6MCR/12EQ9OjM2sqmHGBc9wYQyRF/qmVPuoehEGZwow3O2UXG2GVTbUyNQI1AjUCNQI7AUEMB5yQ4J+lDGacJBjYj02TLqcTBe9KIXiZPNn/3Zn02PHv6Df/APUuCl+ReOTiacFKqRTR3OHw4MTg8nRTg+tGeijTxBAelgO44O9dkZxJGCB+eNcZCZAwb0zI4UjhuP5dEfPehPHkeV/vCSctoT0X+skTLy6IvsLIv6TFkWZRxW0kyMQR4HGLkQ4+HQggGOIk4bddhMcIWjB+7IhS/bhxzkUUZvCIcQXtqeDEVEOvmBF7s4KUUOZeyP6H/WjPKll16aAuitW7dSTHOMTjioBHw4qRBywBumiEgOL3piG3W0ozN5nFPsJM+6Qg55CHwhsICQTRCVAy94CViZZ4IFZNEvyyYPZX3JI4dTPvJgiV7YQBmsWXvYA4bIRWeCA8ZET/pyChgRKTAHL3iRhYxzzz33WJALfvRBBu2MBQ+BB2NFRPrSIWxkDOadduSRMj66YQ9rAL1YT9hAO4R8+CHKBCiMRZ5ND06RGRc+1ixl2iCuu5yy9sijK/qQZ55IkY1MdIFYY3l+SSMCtvRoe8r4D/oyLtcHeR6jZmxkYiv6mO0J3+DEvCOLdUkZAgt0xQZwQhDtpOgYEWndUYaHdUNKmWsPm+BDD3QEU8qMBQ8EDtxXIvrXAPcK1iht8IEJ+cUIW++7776EDeuBDQB0z3PNfZRxsA85zDXjMFfYRT260gbRF5n0YR6og6gnhcCFPsignO+VyM74Yxd8tDM3pBkL7EIecwvWyAIbxmRsyvCDJzigB7hQRgZtrEPSs42KUzaoFlAjUCNQI1AjUCNQI/A4BCLiMXXZMcNhwdnIjiqOE44czD/yIz+iv/W3/hZZ/ft//+/TI3yp4D88Vspn3P7ZP/tn6YQwy8MR+qM/+iP9/b//9/X93//94nOQr371q8VnRvminezI4HDfdddd+sZv/Mb0WTkct//9v/+3/sbf+Bt6wQteoG/6pm/S//k//8cjHX9HRPo8KU7Tzp079au/+qvpBAr+n/zJn9Q//If/UH/2Z3+WOsCDg4xcKnhs7/Wvf73uvPNOffCDH0x2of/VV18tAmqCB2zACcM5xKnjFPfGG29MfcAJOThqOJA4eQRJnPB+6EMfErK/+Zu/OeGEQw4vOuTxkQnRlzaIsUj5jOhv/uZv6ju/8zt1+eWX6/rrr9cP//AP6//9v/9H85Mi5HIy/TM/8zN6wxveoFtuuSV9/pTPm2ZHNSKSLOb3p37qp9I4fO6NwAsMvvd7vzc9Vo3dX/ziF1MASwBIJxxX1gZ57CBl3YADc4oT+4d/+IfpM70/9EM/pLe85S36O3/n74hTYnghMCWFwOi//tf/qu/5nu/Rt3/7t4vHurGZdYJzDA/yM36sp2/5lm/RJz7xiXQij+wf+IEf0D333ANrot/6rd8SdW9605vE5xex47/8l/+S2pgL8MYO1g790ZPHxxmTtfq+971PYEP7a17zGr34xS9On+GkH0Ii+vhhE5sx6AzWzBdPCIAZfPlaAhdswNZ/9a/+VVojrDfWNv0/97nPwZ4++0qQhW4R/TFYbwQMBBE8bcBniQl4/uRP/kTvfOc701rh2vnH//gfp80gAgVkIJBr8F3vepdYj6xN5BJ0MEe0cw1wPXP6CQ/6//Zv/3bCFl50hg/Kff74j/9Y/+Jf/It03fA5SXD+t//23+qOO+6A7QmJQJ9rjGucuWTOmU/W4e/93u8JOxHCPHHdkoe4JklZOwRC5HkKg3WOHnzenHsMp9GsFQIk5hA+8CfN88ccsd6+4zu+I31cgPn/7//9v8PyhMRp8Ute8pLUj8fpwQ9Z4McG3e/+7u+mR60RxP2POWI9c+9DTzY4sI12iOA4ItIj+9yPnv/856f1hm7gk699bOB6g/isNGuJx+fzHDHnYPTa175W3/3d3y3WB/dWxmCDBj1ZC3xen2uSPNcQ7cgGawJNruOXvvSluummm9Jc/K//9b/0spe9TPwfAO/ZRsXZZtBz3Z7a/hqBGoEagRqBpYEAjsmgJhGRTg5wMNlBz04aznI+YcLpJZjDucEpJNhCBvw4jzjm8BPs4OzRBt+P//iPi2CCNhwpHKC3vvWt+rmf+znlYAIHCqcL55cTLgJXHu1FFoEXJ044UPRBLhQRJMlJYwwCTBztH/3RH02B6H/6T/8pBawEEDAyBs43eb4MicAKvQjC+IwjARY6UIeThyycMLDCASNQIxhEDjLACoeWdMuWLcLWn//5n092bd68WTia/+Sf/BPh5CODPjh0pJTBCNzoTx3OPEHcr/3aryXHjqAAmwiWkE1AgyML7xMRX25D8EHQxOOWbBRwCsMj0Tia6MF4yOGUCJyZi6985SvJyWQzAKcUnD7ykY/o7/7dv6u/+qu/gj2dgBL8ZIc/VfoP9mAXGPMIKkEVWHKyw+fosAsnH1zhw/GPiHQa+P73v1/oi/NOcHfNNdfo//7f/5s+S4wNYMS6i4gUkGELa4UNBU7fCZRx4AnQGR9Hmk0HAiPWLIEAzvk73vEOMc9WN32bKHZwesmJNJj9wR/8gQg8CAgI6MCGdk5I6c/jyawF5gYZzDGBGo484xP0MR6BE/UEsPCxTkjBmC/WYs1RR6CGrfR/kwNj5hc5YMv1gs30w35SAjWuhQcffFAEa1wP27ZtS0E61ydY/Yg3hsCH65I+yCCI4PoEG+aa+aeNx+D5fDb6sGmETgQsBLVs9hBowMc1Sz15MHq9N2t+4zd+Q+DDl1/xWDYyCDqZX/ieiH7lV35FBFTYgQyCm09+8pPisX6+3IhrEhlgQQplHLguKTNnBHPYwNrl3sF1TfDKRgAY5nWe54z5wzbWAptE6MBaZ739o3/0j9IGFLIXI64L1jCbZKxx1jVjsSkBFsw9QTvXG/cA5uuqq65Kaxfb/t2/+3fHniLhmmcs9Oe+w+bHddddJ4JG5pGNE+5vzAVzwLisYWxljTLPzBsymGuuK4LIQ4cOpc067mnM83ve8x4xP8wzG0rc18GOjRg2p3L/fF+nTODPmmI9YwPXF/VnG9UB59k2o7U9SwmBWpcagRqB5wACOCiYSQqRh7ITRh4HhTJOKA4LDinOK20EETh32dEj+MMhxqnEsYMHfhx3ZOBQU0ee9Kd/+qdTQMEXCv3P//k/k8PDyc9f/+t/XTjjBATwRfQDCZxLnCh27TnRJOgk+OTkkCCVgI5+OND0g37xF39ROME4T8gj0MABJMhBHmX6wJuDRWzmlISxCEwZCyebkxGcPYIsTk7gQwZ9ccTAhzwOHjjQToozu3Xr1nQKiwOJPMoEE+iF80s/cAVT5gLnn89ogh1BBO2cwOHA4qjisBLoEbhx+sVpGDrSH6cTfmTkPI4ndcwVJ3Q4xeACFjiYBK3IJEj7N//m36Rvq4UfOuecc0hEwPPLv/zL6WSYAAJnl2CQE53BUxaY8xyTh8CBtUKeIPBdPlXLgVyec4KUPC84zPCyIcC3qOJgoyP90I+5JPjg9A9M4MU2xsk2EyTwLaRgzWeOmVOCI5zrK6+8Un/6p38qsGTd4LATbGMjJ3GsW2RCOc8J6cc+9jHxBVH/8T/+R5pSgM28cX0wb1TirJOyucEmBEEE8lmLnE5jE7IYDz7WHdcGen7gAx8QDjx4EowQiKM7dv2P//E/jm3CZBtZYwQzyGENMufkCQCQxVolUGKewI4gmOCdYBA+iLli7ZJSRh9STgZZE/BjB/PExgL2sBnC+oMP+yNCBFgEtDxG+ulPfzptpjDXnKQR/LK5QlBDH2jwOmVesAViXt797nenDYVPfOITIgBj3XEq/m3f9m3p1JZrHhnMOSmEHqTIIP2Jn/iJtFbRgU0S9GcjgvXDfHAtEnAxdp4zrs3f+Z3fSSfjzDX3B9YIa+/aa69Nn3OlH9c4Y0BZh3yNMT48zAGfkeXeBo6sY65V5otrkGuNwBZcWJPMM58JJthmIwbZWS9ONpEHH+uHdf/e975XBOFsFhD4RUR6jJfNN9YHc83aJYhGFvcG7mG0ca/O882csC7Z7GDeCGxZ39z/mEtOZwnw870OWdyXkAN23AfY2GC90JYpXw+kUK4/09I64DzTZqzWt0agRuBpIlB3qxFYWgjgnKJRTiP6jk5E/zFWAiycG3gg+Ag2Bp0OnDMcTk6HCATgwznCecIxw0l85StfSXX6EhNOb3CoOUUi+CCPwwMDO+s8ekgeR5028lsd5OFoElxxMobzhqOIPjiCPOJIoPCpT30K9mOE7vBlTVbvAAAQAElEQVQSxHIqFdE/LcUGvhQIp55+OJa5E3nqKcMHYRdjcRLBqQ9BIe3Qxo0b08kTeYJXUigi0mky/bI8dKGNYIyUx+5yEEgZRxj7sI1Hh+lLPWl2NtGHuttuuy09Bsfjv/xUDXUQAQ2PS3KaxKODzAv1zFPOc9rBqVtE0JR+niI/RssmQ6p8En8IBG6++eYU1DIuv9PJZ0XRMY/F/CAK5xqs3/a2twk7ce5ZN2CJY81cE3zCmwMO7CbPmuAxRZxj2iMi6UxAQ/DOqRL1EI9RI5M8GLGGyTMHzC1BAidjyIzo2097RD8f0U+pgwhu0BuMWZ/UIYv0Va96lSCCkrzZge1sLHCNYBO4RPRl8rgiQQEBAdcBMhYj1gvrlicGMh/zxNwSQHCila8dxsM+ylk/dCEAJohgXjjhy0EobQR9bBYxJ8wFdjAOwQqnXmxg5G9YZi64rnkkHd3ZVCB4gT/LJA++yIbyBgInzwRgtEeEOI0niOd0jtNL6vPcks/Emidg416C/pwscg3SjnxOMDkxpi/rGwxoQy4BJ7qAHX1yG3MApqwL1s+g7swV/XMdNjMHrKlbbrlFef7hYa2zYQaxscb6pB6ijnsea5enIvLYtLGZRCDMZgQ6E/yBJxsnzBuBLLqxdniclpN3AlpOacEDGcwDupPnkdjx8fH0E0VsCKAXutKfdmzhvklgGhHinsC4tEHoBg/6cl2Sp/5spDrgPBtntbapRqBGoEZgqSNQ65cQICjDeaNAipNFnlM5UoItUgiHlnb4KBM0kOfxQsrs8POYIk4MjhJOIsEEThC8OLQ4Veym4zzlQAEd6I/zhVOMA8nJBXUQpxk41zh8BFjUIYcUJ5HHUJHPSQZ1EDpweoPjRQCSHSmcUdoJhJCB87XQRtqxEx3JYzcOOXbg7OPI0pc2Thd4XA8ZOWCiPvclpS912MX4nC6hN3Kp5zFe+pMHM+wEI7DN40T0gxbsAC9OI8EYO+iHHQR5BEf04dSV0zecV9pxUmnDgcaRRW/qIWQS+IIZMqh7MkRwzJzBiy1gBkboTVDNeLTxmOpnPvOZ9GgmfagDB4Ij8gQxnFCxYcBpDHUQPOCEvjjV1HFiClbU42zjqFMPL21gg20ECWCIbbRDzANzhzzKgxQRaYOAuoggScRjw8gmSMlYYye6s2lCwE2ASYDD2ODLhgH6Eihw6s3aRBgBCNcDaxiZ1C1GjEHABA8y8lwSBHJ98kQBgSHzHdHXmTzzSB/WGwEzJ2pcV3wekXp4sIG1+bf/9t9OjzlznYAp7Zwo08ZnJSkzNinE50rZrMFmTkKpQxbrL+dJCXTZZCAwzuNSzxyQEhQxFwRYnJAzZ9TnNUMeYqOJwJbrjs9NUpcpIsRcojtYsYZoQxdOVPmcJ1hRx1pgXshzPyAI47FTyplYt+RJWWPcP0g3elPpsssuo+kYgS18jI087KSRNUDKtck1QbBPGQyxDTlgSB3XJDqxbiH0BxPGpJ3NBTY6uNa5/1GXiVNy1gZPalBH4M7GHDixvqiDuD6ZHzYXWBfMSZZPO/qiO5tUBL7Una1UB5xn68zWdtUI1AjUCNQILHkEcIoi+s4qTltWODslOFW5DucEZxVnlDqcLhx6Hivjs1kEnJwm8jgeASMnfvSBlz4446Q4PjhXeQycTXgg5DEGj0OiG3U4ZdRlh5/+OHrU0Y7TDw/OPWWINhw6xidPHYQOpDh/yMERJKUOynmctDz+IAboB1+WSX9Ob0gJAGiDIkLIou8grpzW4KgTfEBgSOCCs0cQ8YM/+IPpMWQ+64WcPE5OqcOJ5OSHz5HxuCbOM3jifG7evFk4nTyGiXw2APL4Oc2BBbIy0Z98DmrIPxGBBRhlLOHHDmwCj4j+uiI4gRec4IePADePSRmnnrniJIcy2OW1wlxTl/uyXpgf7OFxbB4J5fFBTrw4qeExRfChP1jRF370zHplWbRBEZECzoigeIyYK/rkwIV1RmOWy2YL4xDUgWtEiE0DPk9LAM1nRXnklsd9CV7ZXKD/oO2UT0SMxRrObYxDnvVCQMPpGfKwjXrWGrhFHLeBgJTgljXCSR984EwKMQ9sErC+0J86Ts/AnJPIwXrGop0AC/sZnzKETOaDPHrneQQfTvyoh5BLylgEwQSTbEhQB+V7AnmIDRDmirVDMEbdIFEXERrsR8CJbjz+yqYWwT/XFpgzPqd9zBf3AuxDHilEnvHAGjyRC755Htg0Yx2hP2uawBp++kHUkyILPngiQlwTrFva2Hzh87w8LUHwTsojv6zZiEin96w5xuX0lD48QktK4Ay2rEueEMEm6tGTdbFwndKGfswlPGwE5T60gRUU0V8z2Ac/bWcb1QHn2TajtT01AjUCNQI1AmcMAtlBwunIjgYOII4gzhyOZTYGZxanBWcq15HiUPPoLN9CCQ+77zhKOFF8hggHFDkRkT6bRB+cvTw2jhV1EA4hjl52uOiLM4vjxk48PNnxzfpSRx5e8hAy6IMTPCifetoz0Y5zSRm7Mm9EiDbqcx9syPnch/bcJ+tFHQQWpIOEXdgDtnyGkMcXCZQ5oeCEFmeUL9UhYKQfOpHmMchHRPrMLCccfIson9vis2mcqBH0I4eTFT5zxslc1pkxB+Vk2Vkm6bzOZJ+QOK0CIxzpjAdONnIH61hbYEcwGhHpS1WycOaNecJZxinP40eE0Bes8rySZmeZgAJnnUdC+YwbAQWnh3zxCt8UetFFFyWMWK95LHREPmsvY5LbTpYyZkSkn1E5EQ/6oD98YAEPTj+PTjIvnDTzOWg+z4d+bMbw+G1E38GH/2QEhll/sIHgZQ4JosiDNSkU0Zc5WEc9/NhMHgJzUuYPvckPPkrNHFLHePTNWJGnnpQxWMuUIeYXIg8xBtdyDnKzHbRBlDmFJs8ck0LIJs1EmfsEulDHmFk/ymBEHfIYk7o8D2yEcT0QQPNUAcR1wkYA9zhOQJGFLRHHg1bWK3LADJmZh7rMSx6d2KCBh/IgoQ8ED/XIZO3xWW3uk1y3rJM3velN4vFinpKI6M8ffSDw5NFvrhtOnbGTNUzwiWxOieFDPmuQeYroy0BP6iH0y7YQsFKXCTmsA2RTBy9yBvtTfzZQHXCeDbNY21AjUCNQI1AjcMYhkJ0LFCePU0IeB5kypxM41NRBOH44ItlB5OQEZwwniMCGoBMHj0CHb5QkoCLgJBCiP0Qf0uzokscZI4XyGDjUEf3gBAcSx4gUHsYjj0NGGeeRlJMaUnQkzbv1OVDFqWJc9MeJi+gHwDit8GMzzhZEOcsnj14RfX7KmXD4kEc5j0MeQg4y0ZcyRBDFeOjP44A8EgrOnBrx+TICFE4qsR/+bAv5TMhEN04rOLngVI9vueU0h8cXeaSO+vy5Mh4NxNnFfrAGA8oQMsEWmeRx8ElzmfzJCHm5DRnggEOLfIKN3AZGPDLIyQx6gyU89Acj8MHppQ5s6Idu2I6+yKUOnegPdnw+kEcieSSUIIIvYSHA4ItReGyRgJRxkI0M5EWEWK+MibyTEby00Y9AmNMt1hJ1OPak6EuKXejFekJP+mIv+L/tbW9L34bKt4MSYGz26TOfoSOPbPovRmCBzE6nk9iQDc6MzZwyV4M4oweYkdKBPHqh8+BmSEQ/KEFP2uDFTlKIJwmYC4gymJHm+wM60Ze1nNsGMQVzMENP5oG+EZE2cDI/PPnkG7nYBjFn8EPYiv7UYy91jMtYtFHGRmSiC/XUwRMR6XONXAs8igtxnbFJwfXFiTptebyI49c2MpFDCiE/Y8oY6ANFRHqKAf3hZ12S0od1Sh4+UurYBOLUFVl8eRJflMbnZDkFJ/jl/sF64lSXPhDzyzVNsMyjx5RZT6TcL1gD8KEjGGUd0JN6CBsj+nPOmqIuE23MBSl1zBtpxpf82UJ1wHm2zGRtR41AjUCNQI3AGYUATkl2iLIjgtOCI4/DwZd94Hxmo3BK6JPLBEX0w7GEHycLp5rgk5/64KSJb8XkxC73wdniUc8ceOKIZacJHh4BxNHlcTvKOJKcVsHHY7bU4RRRJg/xGU+cJh4lpZzbqIuI9PMp1FPGwcYGHDZsh2iDsIE29CEPP/WU0RudOdGgDw4ebRCfMyPFkc1jUwYPnHNk0oc6HF2I4CsihB6005Z5GJvyyQh+MMEWTqLhw9GkP3XMCQESc0kbp0wRkb60ib60R/TL8ovxIiI9Uoqdrkp50sWIsSB4wIj1wdxEhBgjy7rwwgvFxgWP9zK38IMLOpNHV9pw3HlUlLrcxhwgkzrkk8KfPy/LI8h82QlrkPHAH50ywY+MiEhfbsS8IRs+LXiB3yCBFRsC8Oa1R5ccKJPnsWbkEcygJ3ZlIkAABzYC+BkMNl94NJQvxBoMKpBzIkIuawj9aY8IkUcvHgnlUVWuJdoy0cZcUCYl8CUPP7aTzxQR6Xd2ecw714EhwRk2sKGR61kjOc/jnLRzQgde5NGTdnRGx/Hx8fSZXYIs1jp6wQPBxzpADkEWJ51gTD18pOiBHDaRkAnOWX/qMz98EPcJ+kGsNYJOgl2uWerQgTVCHuJElzLjYQN1OUUW8imDIWXkwcMcDw0NpeuD9Yg91NGGXqRgxXVNnvaccrKNzdwf+cIwbKMNog9pRCTcyGdi44INAz7LSR0n+mwmcR8Be+q4TyMDvCmjGzZAlBkXe/joA+VMXCdgAFEXESTpXpEyZ9Gf4ky3pVKhPmkg9a6HDavmyclJ35nnZCkdT9ZGPe019eYheKopc/ZY6gtaKKdfe/K/5k+T8VTTk0vstyyU1699Jv+i9iA9FdmD/cg/vq/1f3ylr5PjmJ+g+QyrwsYT0RlmRq3ucxYBnLXsyAEC3+yJM49DyMkZddlpieg7vDgz1BN8cbrIb+zxeU1kZV7a+VwdTk7+wgtk4hThmBEo8Zkl+LPDRnt2ctm9x7HH4SOQY0weJSOAjYgU0MDPOAQrOIQ8YkoZmYxDH5xKnEvqGZcUB5aTBHSjnIk+EZECE2Ro/oXTiG04r+gU0R9/vll83hLZBD7w5XrqyGNDHmvcjjinNozPF6YM8kf0T2X4qQjmIPdBxkIicMF+ZDAHBDYRkR5Z5vSMR/A4+ePEMaLvROK0YiNO5qA8bMXhxE6wgdB5kOdEefrkevqQRwZOMMFuto2gghNc1gubDwSMBEoQa481Bx6cTGYnHNlgjb5ZF8qMgVzWDv1xuqnDNvpEhAigwAaZtMFPynpgTggGskzqB2kQc3Dis4+sIeY4j4+t4E0/NhvQkeCPMqd2fFEPc8hjvvDyOT/aCORYo6wjMKduMWI88Mk6IQt++rLmwZVgiDooon99YiNlCHzoxxfK5Osgy0NvnkbgZ14I6FgrYMhnoiMi/RQJMrA1y2RDiM8qM8esQTCiT27PspkbTusZky+CYs6RBe6My3isW05WCRAjIp0WwkM7KUQ7KfONLPKMwTpjPaEzZVLaIDZYeHqAIJOnNcAQOcw76qz/UgAAEABJREFUfIzNT7NwP4E/rw/kQNhCH+YdrNGZFN6sG33Iw8f8ks889OMajAgx1/Rj7TGfbKrkjTEwpA1ijujH+OBJG3naOP0kz0YFGwfcA/mNTtq4zki5X2Ifa4+1ERHpPoae9OU+QZ5vVZZfjOUkBZaMzfVCmXmCHx0onwn0ZHUsnizjUuSrHGz2FOo1m5q1glWrIR586Pre3nU5U8/eeM9u9iBVVVeU4Z8zLynUNV+fuuJfL/0lVzlXJfnw5T4W7d7P5XfPxj89qjwD9GSeSCHq5PoTkzw7UppPA0/q0tMen74Wk2SSWtD8G01MFWTteiavFw0QNwRovsPTShizXbXV9qpizXm0pAvCKhpzhfOUIWzuuh7quN6aeV0qkYt0nSczPQbHfjU8J+/T5zlz/i60cbHyErVqYE0Nrq9j+SdQm+tlkI6xM9GDNN8wyEt+vrpOThGBCP+nYxkRoYhw7vgbRwJHKCKS80NghjNBPVyNRiMFbzgufLEJO+ecGPLzDXk3PDt6OCY4mDigOFo4T6Q8FsY3xXKigHOG3IhIv8fJCREOLDrQF+eSsbh//diP/Ziy00cfgiy+bIUvMsExyrIYh8fPcCB5dBJZEPIIdPnSGAIVHqdEDs4ddjEGMnJASxtEX+ojQnwTJE4WDh7jIBObaKc/jhltOO7gwE+BDOpMUMfnBjmZ4xsl4WUMUr5tljxOIvLI4/Dy6DHOH3iDNfUQTjX287MZjBvR/wIR2hYSP+3Bt13y23l8ZjO3Mw7f0MnpMo/vYWtuw1bK6JbryOOoMif0JRjGmQcTeGgnxbknxZGGjzwp7TjbYE4dTjUpTj9Ywk/5ne98Z/riFH4LkrWH/fTDZn5fEt2wG14IPenPemUeqCNYJ6XM2kRHfgqCOtYMZU4RIeoIxlgz2Ecf1j06gy1rGR4CAsrkGYt2xonoX0d8eyc/IwPG/I4kfARTrBEe6+Wztnwmj8/g0cZaY9OExyT5+YuIEJjSRuDFNwcT/KALdU9EPH7Lb3jCx7xw0vqmN72JYvp22ZSZ/4O9YMZcgDHVXBf8riJBCr9NSh24kxLo85lSHnmnD3ZRz+evWe/8di3XF3WZ+O1LgmpkwkP9oC3IoQ7iM9zIJAVn6iDWPF92RZ5gl5T5Ri/WC9cuMsGYa5L7C7jxG6Csm4j+vYzH97ke6U8fUojrlPVGX35nFtuph5hfNsI4GWcMTpqzzqQR/XmnjfscfcASbMnncWhnndCHtog4FjDTj7UED3nWHn2ZP/oT5FOmnZRNC+aBawd58JBG9HWBh3sM64nfEuUeymO21LPeSJHNdcQmC3NDHeNSz298cm2xQcBv3tLGNUEKca0ikzwUEWI+yEMRfT0i4nH/v9B+ptAZHXD2QQ4d89L7FY/5W+B0DdSEy9BA1QmzAAMNNrrrYPEp5J8LrDj72PnUUjClB6mOBUgL5cAxWGdOTzs1iVJn8zzVNHW2rPk0dU86uIJg08nxVsufb+vzpcZT/oMsJJMOCnvcGoUBmmeiD+ueKojqVEdmXs+UPZbvwd6v8t/cx9mz4I01mbI5oAHlcp3WCDz7COCA48ThZEE4JzhxnH7xpSYEiXymiUfjCAz5YhNOdHBccMqyI46DjPbs5OPMUZ8dKZwVHG7KOH8EfQQ7PEJIMMa4yCRFBil68Kgfj1rybY08csgJEU4XjhBf4c+pJjJx9ujHI2h8m+MHP/hB8XlFPiPKzzbwRSw4fOicH8OFH9txTnGc0Je6TIxBGw4ZJ2P0x8GjnB9Jw1GmDC8Y4sgRQHKKScDIKQX64wjCwxcnEQBiG/3AmQAU7LALmwjakIsMnHCCJT53SMCMTJxwTl+wk4Ay63uy9N3vfrd4tBbbCUJw3sGFoIDA9v3vf/9jHs9j7tANhxaZ5CP6/5mBAVgzPm2UsRucKIMPKX1xlOlLsAm+1EX05cDHvHHKCD/zTXrLLbeItcFn0TixQU82D/jGUL40CXzYmIAXwlFmbhifuaQOTEnBlPXJ2KwH7CWwIDAhuOfnUtgAQA+CAvrQl3WAzlCWj53MHzwE3bQxLmWIU0r05gSJU0vmhWCF+cOxJyBlvUdE+nwo889JLaeZb3vb24R973jHO1LKEwMEa/Azb8hfjMCSR9T5Yike2eXRU75Eho0dvqEUvFhPyCCA5hFedGedEXhiT0SI4At8WSdc7+DF70CiDzix/rgekQPWXNPMDaeZrF2uPdY5P2lD8Euwg0z4FyPuC/QlSAY3xmGO2Gj6gz/4A7F+mStksIawlzmjzNojjy78zi73CIJ77iVgwPzzW7Xcx7h/MW/0Y73Qh48DMD4nnNyXGJPriy/o4bPlrEGuQ+479IMi+muYPGucNUIeTEhZb4zDGJTBlzy6wo8N1BNswkc9fSIinTZyzwAHnu5gTRHQg+t73/ve9M3G3PNYi6xV+kPyCz1YTwTjfKkY9uf5YlyuReabOebeyJciIYvNHTYPGIN1DAbgaJEiuCVlrbBuuL9RZv0iL7dTd7bQwpjqjLKLpRk+9mna12zat4RK5yECTSjx2KqoQn2SU6hIKbylpJASFZLPTeW24hiVVaHMRxqSSlPMk5Pn7NtwO5ApnhZl0ApnwNLJ03i7dzxFyvxPZjTfqJTIMx4mz3w4jbDG0JORsQiPpfTX2yI8NA0OlfJ0NPktCJ7Hk3FJ0h/fcvI+j+dd+jVYkylre3LbM8dSSivP04noyeq40Pq0KHIl6bwgstB8sU6+zgjgTEMMQwCCA8RpC4+ycfrFt8lyyoFjh/OKQ8YpCLvhOE+DziwykMUjgdQTvERE+nwkwQMOf0QIh+ijH/2ocEx57IufqMBhpD/jQ+QJBHA+cYxw0Hg8EEeKb3Hkm0fzjjtBLk40n1FCt1/6pV8STh7OGsEMQedHPvIRcaKE3OwE4rziPOGMcspFHxw5CD5OPzj9IQgBG+pwsngUj5+14FQE+Thf8HCChrPOeNlJBUs+j4XzjS2UkYOTiU1vf/vbk1PNSRDycOxwIiljJzi9+MUvFqdIBOfoyykap8s4mchajAhof+M3fkMED+jIb0ESnBD4cmqCHdiNPsjBZoJkAkucaNrQBxspE1BjP44t84T9OLL0JU8KVswNTj1trBPqwY5TLNYGmxe5DhwYHz5OHj/+8Y8n55qTGr7FFfsJvHG60Q859GXOSQneWCvoiA4EVtRjO59lw0Fn/bEGmGuCO4J/AjvWdZaH3sjCxlyHHeiFTNYIwQyYgSUY5bWCI8+XvBDUYwtBLZ/HI9ghCGJ9U49cxgR/fq6Ftc91QmDE6T1BJsEeARDYY8diBB4ERgROnAAjG7z4fDTrhDVJf+YQfZlb9GdeqOeaYi7B7X3ve59YK2DJI/BgzvpkU4IAGn5kEMAwZ1y7PMKJLZxIcp8AX2wBC3ShzxMRgSubAjxey2cQOX0HZ075CLzzNbNQziA+3Be4JrjGGZdricdGmX/uWwRwzCEyWDesFdYz477rXe9KTzF88pOfTI8Ic43xtATrhfsZfaC83slD4MD8oytrnXsmOHNfQTewgo81xT2HMSlD9AN7rnPkMAfUgx/31rd5I4K1wqYFATHrirXEY+fozViMQ59MrAGuLR7tZu1jL+Nwn4jo/6/KvZQgnvWR8eZRajbiuEYI+JHHdYpeXCPcz7leWb/YRQCKbHCC92wivLIz2p7CEU/Rk44R5QEK5wdp0NggCHVF6f4EklCYH1mkJyT4zZP7uFi/TwGBcN9Ip3A9u9xKfrJO8qoSx0kan1b1Y5d/X48TCOor2W9wvnIOcvKMvC0yyUGbnE8V+U+uhGG+bv7+Nl/qJ/3mXr9wgr8nsi+LPgH7s1b19AfCYujpSzjtPZlIU0Qo4vF02vWrFTglBHDEcJ4RgrOCY8nnKXGOcFZwenikDKeHbz7kBIRHFXFiON3AUaUvjhYpTg+BEY+24YThoODg4cRykvHhD39YOIPsljMGQSgnPPRFBk4a9Tnl9Ibdd5xfHCmcX078cMyRTR+cagIDZKAXJxTwcxKJA02gwuO38OLY4egxBg4kTj4OLicyOFg44gQYyOKEiM+icVICNtQRvBBAcPoCDtQhC4eM4JDHG3HkOAnmNxUJ7n79139dOIucFKEzziK6MA7OHE41gT34UmY+wJV2TjsInPlcI849QQqPbxLQMj+MvxhhIydvBLzozMk1j37idKInekTEsUf90J9xCMhwttEBxzIiRCCDDAIK6ujL2BFBcuynTDhdZJ54bDTLgIEghXWAbAJJdKAewl5S1hsBAu2sTR4xxX7GZu7gQQ4pc8LcEphwShMR6R7FPNKO7mwAgC2OM59dw6FGPxx4xmJzADnwc8JDkMsjyJxKUsc6ZFwcbPrxiCyf7eM0kbVCcEMbvPThBBmMWX+kXC8E6MjBic9jwY+T/y4HO6w/rjnWBT99w7fqcu1kO+A9GRHIIP+tb32reJySgI1gkc0N1mSWARYEpwQatDMHWSZzyRpmbf/AD/yAuEaxkYAZPAhe4IEfmzP+rNNXvepVYj2wSUDwxrrnkW+CMAJ4+jwRIRN9uK4Yl+uG65ZHOwmi6Q9+pFDGG9u4nnIbgS9rhY0UTkyRg+xbbrlF3G8IwOnPWkNGngvuF2AH9lyvyMAGeCF4udboFxFUHSM2uejHfHMfQicauTYYG3uQySktutIGsW54xJqTVH4bNuNLG/eAX/iFX0jBP7ZxX+BUkjUBRtw/uS8yBkEncwcf88saRQeegKAN3bknIjcTATDrgLWMbJ4oYO7QBx7kElzSn2uCwJufjeEbe8GBegjes43OaG+NgJCAMweKlH3UpkVJLOhM8immSeqnjiLCQahOQrRF4jG/lProOf9iCT19Khxs5t7h/JOBs8f0mZHU06EqBaLF00gtxO/C4z527J4WLBN9PV6YUfj0PJEHoOxk/t23LOlBzXwj92PsTlXzdeS5DkifDBVG6snwnQk8fZSwqE+aXwtngu59HfPq75ee6t9wh8etXa9nVy94e00P1NOHvguYKNb0DCLADjuOJiJxWkhxlEhxtHFmsqNE8EIdbRDOFg4NeZxQHFDyOMA4OeyE4/zgXFEPwR/R//kDHPDsaCEXfgIU+BkTp4c+OMsEiYyB3DwOPDiB6AUfNOgI4YzjpMHDqQAOcB4PW7Eb4jFE+uJokUb0Vx4nKzi8jMlYBC20EzTxWSf0I2hBFvU80ob+6EMf+HAC0Qkc4cFhgwdbKEPIICWIJqU/KaeduR+Y0I96TtoITqijvBhFhLAdHbEBe8AzIsTJMDaAD23gT55TFrBgfjLWtDEObWBGHsIeUuRE9MeiTEAM9thPGWLu0YU8+JGCA7pBuZztpJyJ4CDPHWsF3SP685QfHeSkEH0i+vX0xQ5S7EIucsAbPtYmeNCe+TjRZh6pY71wLWAvvNRhU54n1hd1yEYeeYgyc8P6oS/YQKxh2hgLbOEloGaOCRSyfegHDcqE90REXxXMX/cAABAASURBVHhp41pmzZEHI8Zh7VHOa4o8gSgp6wgbaIsIoVseE0xZE8hmbnK9/BqsZx5cJeYbXLCXDSbkgjVtixGyWGPIYX2ALzhFhNhwyH2Zh5zPc0GZPHpjK/0hsEcP6smz3llnXDOsYzDCZvpjG33Jg38eh3r0op5rGTnIowzmzCd5MGTu8oYX/aiHnxSZrDH489qnP23Yib3k0YE5Y0xsYCzWD23kSVkz5PP9Cr2Yn4j+57h5coR7BvPLOmYcxqcvhFzSTKwNrolcRj4EXnls+oAd8uADt0GZ1J1NhLdzBtvTsz/eOx5gYknfA+3XUR6k+fsk8eRgdfK/B/vBdyIa5CGfOj5GUl14Ggj0ofY8nrQvwUS/8WRcaTrM8lRTDTjh7u73yUZQmu0sHy7IHU7pfWwDIws+ibTczJjg9Tg2BD2u8uQVBKjQyTnqlqWPAKsBeqqa5j6k0FPtX/M/WQRwShbyZqcLRwNHCKcQHhwRHDmcNhxEnMqqqtLJFo4QDhB8mQg2cFiyPOqpw0mEF4eHOpwYytn5og/18JHiqDEmuuDMwk89/dEpl6nDscNpwi4cOhxlHDkcKxw/eODPDiFjIZd65GErtlBGDm3wowu7/dTDQ8pY2AYm8DAO4+IEkjI2KfpnRxReMKA/baTYQF/6IQe9qcfJQ0+cUPBGF+pxcDlNgZfyYkTQhO3oCcGLzeiDU0kee7AduxkLHpxKHHP0pYwepMw5KUQbGJCnL2XGoozcLIsyxBzDR561RYo89ILgB6uMC+3oiX7UE4Aw/+iG7uDL+BkH1g/j0x8sWTPYRRl94EUmY1OPLMoQYzA+eQjeHDBFhOCnHZnwwsM8IZe1kfGhnrHhJY+OEf2ftmH+mA/0BStsyoE3dlKPPPSD8jjIORmBKXIH29GRcdEZGcgkP8hDnnWEDYwLP3VQlkcfsGNuIGTRnlP6Mg+MR7DPGsYO5oc2eJ+IwBkskBPR34hCDhgSQJ+oP3pRHxHpc4aUIa4jxsce5DK/4IgNYMA1w7VHHj5kYBd9GY96bGd85hO94Bkk5CIfmdSDIbLAgDLySZkX7h+sA/Bi3XM90RbRt5O1jyzGRQdwY0zqWCe0w5/nhv6MTx3jYR96oi/jcDKLDE63kYMMZCMPQif6QsikH3lkkUc+hK7Yx/rMfeCHN18T2JR1of5soeJMNyQ54jwDiyV44osQgWYiG51SeAkjcNaPkQML1+f2wdTRrdKxZuZV/TpVBAy1RSzm9DKxZknv3vz5VZVKz8Qfxue0RynwfLwelRdAnyqvlD51j+WeGT2OLSfEzZOHFbTQRtCA+npLBI2E40nGQuYTlCPXpQ4MlivOzBR7BunkVjC3J6KT93g2WpgB6MmPNWhD7oWEXJ/rTpbCd7K2uv6ZRgDHIjsTWTbOCXkcDxwanA6cKpwS2nCqcBBxKnGUcNbgR1ZOc35QNnw4dDhB8OEUUUYmcqiDGAfnEUeeMk4OZQiHiDLycXpoR7+cp0zQgUzGQ3+cMMaEcJKQQx8cOlLGpp6+1JFCjEUbOFDOjhmOHGXk5HyWHdH/zCr6UBcRQh90QGfqIHDBTuxHB9pxfpHJeMhFJ8YEJ/BmTB5jpo48fKSPoQWF3I+x+EwbOjAeY8HKXIIz9TjnjEU9hG7ZDvpQhy2ktIEVelPGuaYOJ5VyloUNzAV1EGORYj/zwxqiDCaMjfyIUO6DnuSpJwBhPJxr+jC3YBDBHVbCRuQglzZs41HKiEgBI9jipEMRoXwqhSz0JUUvsMCWXKYuoh80IhPZ2IseGRd4IfDCRmyhjO6kEGuJ/rSRz33RGzvRLyLE3NMPHvotRti7sJ0xMq7osrCd9QMu1DOHjI1NjElKH653yrTBBzGXpOgFgTO6Mh7BPnNDX/CDD9xIFyNkYEPGEkyQQx/qSNEDXMkPEmOhL3XoxniUwZF1wfVLG32RSx57KYMPNjI29fSJiHTKi4yIflAIL7Ih9CBFNmNr/oWe1M0XUxAMBqwv5hpe5NBOYE6KPujAuBB1yEYn1iL3ONqpRx9S2hiLPJhn+/g8O49C81gwj+7yeVZ4GJ91jC7IJk89ZcbMODMeetKGfK4P+LnmwAd+bKedPCl8gzZTdzZQcSYbkR1y3K1jdnBvnCfa++RAwXWVnWx4e/NpKocdMFOVSOrZg4cn/bSK++SUutTmOngV/X7Hxq0zTxkBQ/mU+3iGUh+CLCgVnoU/rKP+MJ53B6dcOFC/7un/9VJ8Wp0ZG5IF+P2UZMCf6Sl1rJlPMwKsvUEVKHNnGqx7Mnn6QE+Gt+Y5FQRwGrITkZ1LnAsIubRF9B/ZwkmCqKcdZ5E8MgbTCG+R9Zh7KTs1OKY4NoyBE4NzCOGM4fzQH8LRYQz60U4Ag3ycruy0wUMbfXEgSSEcMmQgDxmMhzNPHe3UIQuHG1k4bDhXtFNPmgM0TtMoQ/QlRR56ZR50w6kDI9pwArNtjIvDhmMGVvSPCKEDhD20Z9m0I48UwkZ0Qia6Ii8ixGPM1NEOBvAuRuhGf8ajL/2g3CePGRHHPscJP3oTVET0dWYs7Ig4/r8iDjF6IQteKDuu1NEHGyKO94no57EbneBjHYEJ+Tw3zCF6gid82EGeesZAF/SkTyZkQMwR4yI3n2qzNrCV+YJyH+SwNinTl7EiIn2bLPIpMzbtyEAn8lkP8oOEXYwNH+OjCyll+JAFZpSRTR3BBSl4IZcyKbzUL0bIAHd4mDPSTNkuxqeOa4WU9YNe5JlD2unLmOgVEeI6pYwttMELPuTRCzupQ1dSghlO4ekDH7agG22LEf0jIv3sEnLBmHnmemKec988HmXmDD7y6JfL6AwWyGEd0Q4xj6QQ1y588JAOykH3TPBiA/Iz5basC+3IAUN0BQP6ZR0iQll+7sM1Dw+P4pKCN0SecU6EGfLgR1/mjnsW9jE+ffiiLT4vnD9Py3XOtxQjkz7MBzKyDhGRAuuMC3ZFRHpSBXu4PqgDV3giIt3HaWPtyi/k0ubsWfUuznRrOtFVr7Tz1LAlpsqeNIFhN3o+IXI991/XcTqZfk2TsvoBaM+BQ6c7q27VVmX+jmXNdjuaMbnGrf3wht8tpNyu3CPJqszf1Wx7xoP2/+N35jn5Bs7Kzk+v2wXiY0Rdt9NJZf9PKwhe0k67rbnZ2WO7rCcGjqUJ9VvDswFJXbVnZ9Rtz1m257ff/JT/9jyX7Q6/3sr8nUgOY0NKv4dUdXs+XY1E6nVUeY2EZegUX0VZKgqPEwkd2ahEEaGIUH6RO0499fM9JT28JsNUVV3DW+Uu6ZskjxWOZdzXvPBD3PSONTmTb87OLok3N91BncjzHyYpCrLGDIKU5sJ4eG66nTkXO27ulyvXYSf/YSHPDUvm3Z/HE6nTc6XJcyqvfagzM63enNcstppmJ6fMw9t8va56vgZ7XIsm7Ox0XE+zCfshZwfex9dKVfXzpPQlHWCss6eAAM7DYHfKOBzURbACyCmdEvVzEu04hZRxgkipI4UGnRvKOJakEM4ZjhUE32A/HCi+SfPQoUPiC3uyg0Y9jhP9yaMjeZw9Uog62shnyo71YD36Mi51OFeZlzTrwmkaZQg+0txGHsq6RRzHCB2xK8vF1oX96JsJPXIevXKeYDjn4cEOZOc6dMr457oTpREh+qMDfciTav6VbaBIW07Rm3zmBVtkZB1wYGlHL9KF/NSBA2mWSz73Q1aWPWgHGGR+2vN4EZGCdWRA9M98WYcsm3ZoUC76D9pKO4ScvDbzWNQzf1k+fakjRSfyJ5JFPYRM+PL4YEOZNlL0JaU8SBmvXJf1yWnWh/aIEF+CREDDl1FRxzikmbJdOR28VrJu8JLPfdELoj5TbqNMPqK/3ulHHQT2BHMR/baFtsBzMgIvbIPAONub+WnPeVLK8JGHKKMXeSgi0jdjk4cGdFFEX7+Ifsp6g4exSQeJOY7o8w3W5zxyI/rtEXHs/oisjOGgnvSjDymP4pLCBz95KKIvj/wgZX7qWJvonWXxfyGBIF/2RbAJD5+nJQUbUmjhOINl2plD1iZ5iL6D+kdEelqDNuZoYX/qz3QqznQDOHlKp5A2pGuijJvVp57DEztidth6Jpy2nubMRR1OqWneoWMZAkajLBSNEO4X8uZ6VcoLBsvoCUe2crHyDbqwrOf2OzunZcxjUfXxKFzmgmrPzqXAstfppgCItHCANdRs2ama79PvMvD3eD0ONPOWG8PIt5qFmp6j8HzMTE+q4+Cv6+B21s74nAPZyjMW6r+oJ5fLBMKU0bfVaJJ90lR5NfWqjnoOmNtzMw6ap92XlebkmXhnJQdk9e0fqLDNIjhg3aa0SoEGdRGhiBhkPmG+cr+MA3OUmRgrot8fHuY2t52uNOK4PujA2mk2myJlXZRlf60QiHW8EQF7WTZUeb0dPHBABPMQdrZaLZUO8JGDfXNz3AsoLTU6vqbSHHh9Yx+BNjvgs17z3gXR0LIRdb0OO17zbOJ4IQi0Cl9f2Nlo9LHBuqJouK2nqt1fv53Zac1Ns37lpVMpgp5KKX0j+mXVrxqBGoEagRqBGoEagTMMgaWn7nGPZOnp9oQaEVzCRFo5A/VwyCGfWMpp6eCjSNRTU6HSzrbswIVPA8KnBKURKHyyKbUlBxRdTjvhcQl5XQcYuF7hvj3nOVmrUtDaUeGTIsYw63P23fVpUsLBWPS6bQdjs/Z7jWUKiLpqthpqNkuVdn7LMuzw94lHQXXsVTh3nCqXMkVBzhXp7bznLGD1eMzjyMiQmp5EnOtWo1TLYxWeb+YlPP+VT7dIKaMrlMs69grnEDpIrvK7ml8LHsIrIDznodZQU8NDLQ0ND+mUX2EJmZzlbSuTBSkFR9uB/n0yhzdBDLJkLFjfXePe8Two8bnd78oXRVE01O1WIu+q+XdPCROfiOWgs+cTMR4fgSECZaSI8FyVOt2vwsFTRCjPw6A+6N+emJAjfxVeX43Cune89pJtXVGePHJYHZ+G97HpB3LI6ho7QzQo7jTn0S2TVamgnsK2cM8xAhpZvkzLV67Q0MiwDIh6BNjmaxSlGg6mCwfiURTumJo11+6mdUQFOJYNB50m+BqtIbV87SAHPCD4BulEdYPtdb5GoEagRqBGoEagRqBG4Mkg0PdOngznUuWJ44oNZFXYocQZx1ELO+LhYFJOMdhuuBrRk+MTO9WhsIjKDnvbDlzXJwByQFrYVcPdxpmjvXBf2dEnSEW2LN+erHs+h984u47+HA/0QTBuBC99fCoHn3OqfPIInnKA3zW+Pcp2oqmfmZjs90t/CyPeJ4lZguS5CfVfyHMw63liHuWNgW6HR5qtBHNjphTwOniinWBkemrC88ss9twqERhHhJSCODlmc3CSWk7+JznqduKxS9jXntWc5c5NHtHsxNGTd3waLVgCLex6zPGn0WvQQEnYAZWl13IfKy14RUSqieinqVBVwiYDYxFJoNNQg0DEdiaeJfYnIpLOzAEEHqTMR9PANM8YAAAQAElEQVSnfGqGZg4f0J6d2/Xgvffojlu/rK+a7r37Hh0+eEiTR486Jp1NJ+Edrz+H3Ele0wGalsSrt0ALl9Ma7akoC5Xzes5NHNHhvXu0c8uDuu/OO3THV2/Vn/3JH+nTn/mk7rr9q9qza5dY811faz2vE3DydPvqqLzYK9+ybLk3JzgV7bVnfDraP+GNCMFLP1KUIQUr8jXVCNQI1AjUCNQI1AjUCJwKAif2VE9F4rPd174Uh1241BjDxzkhDsaol083qplpacbByZxp1vkppzxOxiN1DiDUmXWAKg07Ah1tNDXSaKkpO3q2ZSgK5yqFA8yWQkPmkVP5tFO8Kv48R8mnyIVPLR25SXZkOWDipFF2ku3hGqXKTW3xOUP/Uen6wieQblA0Cg0Ptwxc4fgJkvP9t93tfmbwrz1nnGACTUeyFt9R6UnmlKfnOeaRw0YRYgxZYjBfnqvCdZTlMs57w3WMT7CS5IlX4T8nI/e285/E+A8yWg4AWj5l4pFG5Lrz036zfDJlIX37+duzPWWqrnxSK8i6CJrrSLMEDJXCc8DGiIxRzwE3pAijIBVlmVKEpHoyCnlBiwBDfkWESvNp/kWgweOmuX2++rQkx+eoPzw2RISKolA4SNbMhLZ+7Xbd+sUvaue2bWoVoQ1rV+nC88/TZZdcpJUrx9LnIlpDQ2qUDcnt8itUGoVSp//FPFuLCnLemzFsbDGX/dT1DhmnHGxufehB3fW1O7Tz4e2S+dasGtdLXnKTrr/+el1++eXasGmTRkZH01yWXhMRod584ImUmMesbLZUmEhlnohIeIL1Uphz1a8agRqBGoEagRqBGoGzCoHiTLYmBZQ2ACNwHcP5RA4uwo6WvS3Zk1L4VEMEmNOz0pxPtRygaJa0rZm9ezV38KCqqSk7cT2FCvviPbujkJzKMc6cot22I1coyZyclCbMz+N7WQk9R18OciqfqMiYGyCDUKltrGenp0TgUraaCgKDFOiFTwcnNXHokOOEo8LB7ZOc71M3SXDeYVJlkudDyHawhRNduK49OaH25FHvE8yoGGrYeW6aGmJ8As+jlj/l08ei8HyZP80ZKbI991M+8UK/sqQdcsPJ3rYvTXEFQ8+KmZh329izHtQ+k2TpjxMX1HTdYl2SGT6Fnz46of1eu9O2hdNc1jlY9pgL+E9KlmaD2t6AOXzgoB7dsyd9Y2BmJ+CAJJvKeLnhNKU9B9B56MLz2WAt5Qq3PXjffZr2Wli/dlyXXXqxzr/oAq3fuFFr1q/VyrVrtIwArOW14T799ST1DIHRFJSm1W0ne4PpqdDJ5D6mHpzZREgpGmXNSLs66FPNh7dt9S1sUudsXK9rrr5az7vmSp13ySVasWatlq0YUwEuxkPc99R/sblSFDa2X+z/Rbw3y9q+hx05uE/5M840lmXpZVSQVUSkU+9UqP/UCNQI1AjUCNQI1AjUCJwCAn3v4hQEnO6uURUOEAspOVLWBh8Nouz0oVu/qls//1f6y09+Sl/+5Cf11U99Urd++tO6zfnb/+IT2v3QNu3aul27H96hI7t2q3v4sMTpUbcSQWuidtcnoHbcHA31Dh81/xbteughHdmztz+uh32uviuftATOsqdAduEnjxzyCcw27di+1QHRHlWcKnOKbJo8fFBbHrxft9/2FT14/7065MAQ3FIAYHhJKUOeOpJEBEA4/cSecz6tfnTPbm3d+pAe9hgiEHMQKQek7alJbXf9HV+9TVsfekCTR49YpY4qAkSfwHLave/RR/TQA/drz+6d6qYTQoZIypM5toxSgT92vElw5KvpGR3dt09bH3hQt37lS/rsZz+bmk71D7ZmyrIo53yynQK6VFLbeu8/sE87Hn5Yex/ZoxnbLQeREQbRfARmTtK7R7CecgN/HJgcOXRYO3ftED9PwFeA51bGGvJpYKvVcvxe5urTlhIE5cHRLef51rgd27fpvnvvVtNB1SWbL9TYhvVSFKpmZ1V5g0gOvgnAK284kXacIiMUnufKS8cXtE7zKwWZ87NN3pqx1hK53J6a1q4dO7V3z6MaW75cmy+6WCPj49LcnGYPH+or7/lk04fgkUfWuV5cJXdXhFQYk54raJ/zxtqe3bt1991368t/9cV0DfJlRAiKCPMH2ZpqBGoEagRqBGoEagRqBJ4xBI572s+YyGdXkP3v/oCB02bCX7KDlSrtbI+PNrSi7Gk0Omqqo+SMRym+2bZn52733l3auXOHdmxxkPTQVu3btkVt12nygNTlM3pt2WOT3EcObg/5VGjblu0OeLZq5yO7XR+WKktS/4VCg+Raik7m3z2nJutGJ9ogOVhLRH3Km+0xb/dJI3Vc21PXfzPRf5Dc5Df8mfp9kvwkm3oxfKIsh1S0+wQkNVhK/21+6jx+HifxmbdSqBteRmVT9DlweJ+2b3tAOx5yULdru6rSba0hycQjr70jhzW7b4+K9pRWrRxx756DeYnHoI9TV4XH8gRYZN/WnmdPGtb0TFeP7H5U27du0ZatD5ilbcc6pGiocEAxd3CPJh/Zro4d6+WjY+LV8yiV547fw9rvth0P3u0NhofVD7QKYXfHjKRRidhN/VfPMeqM0iO8YSnNUkPNwgFOR6UDaDn4tYJa/NVzM9Izseogq+4WWj1k0qHrcmFMS5NRSyXarIAtcCvKFaFue0YzB/br4O7tOrxvl+ZmJszrt9dohLEwevwl2OSXMRhDyPQ14GhMmp3UlOfpwCOP2LQ5d+y/UzCW+vfLORDpl47/7euUy0hfSG57LJMr+m+qT0T9Vv+l0QlvsrY6YQNiPW8qiC/36k6nOX7k/ju12SebF6xdLU+MNHFQBsRYtRUNI2D+olEqvDaDddhoSs77j6X0vK/UZpgBynZ4rtJ6b3stLKSO60xenzFI5g9Ljeqx/N7tUCLjr2M0PyQGQi5WXkg9T3rXc9wrrEfRkaNm7duxRXP7d2t10dVFK5dbddcffjTZOjTakpj7OY/p9Vk2GypaTRW2kfvbnDeC5rwh0+l2VBiPsmyoNTqqNeNrNLZsuYZ9TU4ceERzU/utwazJst3HmfR2jJrSE/1BbajrRog85OLj3tQvJB3DwramfL/bIF+/hr+Zh5Ryn+Dt5579v/WINQI1AjUCNQI1AjUCTx4BuzhPnnmpcVZ2rNVoaJbP8tnR6/Xm1I1QryjtmDVEJDPUOaLuwW0qZ/fpvA3juvCyy3TOpc/Thksu1fqLN6u1aplWrl+p4WWjmjtyVEe3369D931ZnZ23SnO7LGNGM2VXM5WhKpoaGl6hiFJDK1eqXDmmA905HbRje9Snoh08r57sBFaam5hTe7rvzHccRFZ2qqAuX3rjU0G+cGh64oim25Vw9Xo+gavsPFbTDnLTiZ2EPL5pcnZ2Wt25Sak7ZT9tVu3ebOpDP+jwTFtHZtvKw0/PTmnOfdzByrRTH1Xo4ry5enaOuyZUbVuvGXtu+6Y6guPIwX3mn7OPbLKzagGqbJ/ajD9jbtnNNtnuWQdchZ3WdtHSpI8nO3ZoR1YMqdmc1VhjRueuXa5oNnXANh+0TkPDTY0c2qcLoq3V4UBu2o5ub9oOvEe209ybnJamJhSdKU/dpCrZDmtVNEY03Wmp3Wmo1xtTaFgrV4xq/Rqf9NjBDgIJe+tlEVo+u1cXLeup9Glk13OisqHKOh41OCOe42XllFa3PPbclIaHR8TP3kw4Kjvs07ApA+Il5GC1o5mZOXV67mRHXYXTCZ8mTR5Sa9hjDIWW2f6VYXSMET767ExP9uuts+sq42OZUk+d2QkXpl05o6qa1ZzncLbr1Jx27zXrtWFtbKnSnHY6s+p57uZm2z7E8py0O+JbSuUgS5P71Zs4pOHlI+oe2qONQz0NVUe1YnnT8kOzXamIlvs7Y90r6zbhk7C2WyuPJ4+v7mF1927RjE94Gz59vu4FL9Ca1eNijsP6llGIfj1HG2VZ0ktt28I67PjU3yJtQ8+ng0ptch95TfVTA0gZQLxmeixgY9F1P/Cc81q3ZonbWUFzPoZr9yrB0+uY2URK1zmLY32Dnlej5liD7Qlpcq+q3fdp9MgurXcQPfvINs3cdaum7r1DR7bcpcmt90h7d1ot9+xhvaxzeK7D2jk1HthSel3YTPUN6aXNhapDn1m1J/Zp/7b7NL13u47suF9dB2aPPnS3Du/aKs0e1Z6HH9Sju7fq4L6dOrBnm9pHze97x9SjD0tH9ung1vukqYM6aL7OxAGPYT28Zrq+FmQt0pi2XV7N3XbX66BS2/eVuaJQx/cz1orc78ADd2jN3FFtLozE9ns08/m/0P7bPqeJ7XdJe6zLpINs6+NJE3LnDJyvJnVD6nr+VPq+5bRS1yzWwe2N5ojXzCpv8vS0e8vt6h01VjKuvSn1vP6QY2HWzEI8Jajb4fr0ParneW3bjilfP4d9TTPWtHkmWSNcADDPU89jsV48jR5dvod6Hmxzz+1Vqumvhsoyu5bdtozpua4mfD9zkiCy0lbHfOaR1zTlChke07V9HpQ9i6njjTSo58Xa9sk9+Scyt+v7GU8BPBHfUm/HVgg953wvm531dUDBRNkJ75pqBGoEagRqBJY4AvZGlriGi6jnGEeyBfY9zNVTFXaE7TDjbFVOHcmo4UCrFXNa1pLG7KivWLdW6847T5s2X6JNF12sG1/2El193Qu0+aJLtWrVGoVPrqb277Jv/7Adxz2amzms8CkJziBjLVu7Vi95+ct1wytepksuucjjSs2ioWarkfIVHpaDlJZPH5rDDXXtlBV27MPOWNjZDDtussNmb09lq1TZDFlti+55HOcR49M/mdfDqtkoNDTUTHxyqFfZ4W7PHPVJ34SmLMu+V2pvDXksO/pdO8w+hFOrFUpBpstpgHB446C8a0dxzjp1cSyNTWGtC7OWPh1xmK5Rj8c44bHCjqFM4VOXvqw5O/1zDoS7xrWnoVahWQfH0WgqilJt865ds1ovfckNuv5FL9DaTRssxfNSGp+hIckYjdpxHJ6ZtOdpBzfZOaOw3lGGSgekgfKc8BB+VdMORKYttSP7XHaApVVrV+n6F16vG196k66+8QVKL+aaDQE7ZCMOzIZNDefDdTPGvaPCwVgvsZ5/0Xm66bWv1ItvulHDPu3BeR2yzc2yVAend2papZ21YQeyDQODOsJp91zK8yXrPHFwr2YP7dUQ8zg3m/RqNQoxFzZPHUdSxbxz3HC9jIIXgiK6FhGJutZxxpsI1BXWrDKxdErrWzjAHfL4Q62GD+4aagyVEpgMhwrm1RsOhYOMhnVpeE5lufSvbCepeDnDtJWem67LPQIv99PEYc0dPqDozGilA3ApxCvC6TxFOO/KCKc2qlEWXoelGp4jx0PWvxBpeGZk2yrLmpue0MzkEc1NeqPA15BVUVFW6npTgrUPni2v9VLu4UCk4yCrY1t7IS38eZJivqJnXnT3ynUuLE+Sg3Ufzyp8DSzrzmj2oE/ofGI+vWeHkI2HfwAAEABJREFUJvc8rEkHfIcdgO51oHdgy33mJySqlKbB3ZFZOY0Ilbbdpim/ms2GwjbK18Yhz/Ejux/WJ//sT7T1wfv15c9/RnfffqseuPdOfeFzn9bdd92pu0xfvfVLus91t375C3rgnjt1+5f/Sl/54ue0/cH79Kd/8H+0c/tD2m/9umwkJbzyaE7njY8Ihe8hPVWg6b/hdd/2QbQ3OIxt4aCys/8RtW1bx/emtvOHHezucQB8dOd2Te/f72iOQLnyGqzU9trrWjyEvfK4HkER4aytdzrcHNLYyEhaB91Zb6a03d9BoFexe8o6mELiuut4vkovJl8OYt5ZBy2vzRFf02YRkDU916W173lNVr7H+NhU4d2bknXrTZU536va05Nqu63HOqxmPIDJulp00i08SY1m6fXelG8n1jqpIsEgXtbdssgBHenZThMTE2o0fA8wFQa/2Wyq9L2KeoLPbP/MzIw3yWY0NTUl6uEZ/JHxzHempdjOPZoAutVqachr7kyz4bmnb21xjUCNQI3A4xHA13187ZlUYx8kqxs5M5DyHy9UFA0RVKnl/7CHh1SY5BMutUakZSu0YtMmnbP5Qo2vX++TkEr7H92rfQ/vUqvR0HA0VDbk4MruG84STpQDjd7EUY15/FG7Ri1JUXTULefsdvGf/mHNHtmr0vylnSxO7jQzq4KIRKGenahpByyVy0PIs8PXObBHnX27pfaMZCnV3LR6pu7MlE9Ljkp2WsMnk6OjLa12cLbCwQeBlRON2EVsWF4rumqU1tOO/sz+vZKD3T7Z8Z6dUengbtiOf8tjlnbeC596tdTTaFPyW52jB+RjG/UmDycdZL0cSUgOxhxlasR9R9xXcxM+GTmqsMNYmrMw9SxbOIQFNZ6NWc6lKiVHSQawso/pqKpyEEOdjK0KO8kEwEcOqnvQjvNRO7+2Uw6US2MzbFtadoRH3N1ZC/BAxoCgQFNHKZhO/p6ZnDLa0hjBFZ6xgwlZr9QjCuPREbq3XNGwg9x02BwO+GSdJo/s17RxmD1kvY5YL+ujUrakK3AebhSyxy4Zj5AUDqBK2wP+hWXJAaUI9BmTz1lil4Okwqe6Q14XiWxby3MN9g3bVRBAuiz6ex10Pf/TxmVm3yOSAzoDLi9KLXcA3MIez50WeQ3Zge8Z754DcDmt7MDud4DScSQx7s2BBE6UUmCBlOTbhsLrMyy7x7zT19T1aWvPGyHheYYq7HJwGda55XUxjE5DhQL8rLvcVnpxFp47YZPtC9c3HEQNuzxi/Uuv24jw8FUi/7EOfoep6E+3fAIaCpWFUbIec3aqp72W5VdYv56D7443hrrTh9XxmpjzWjpsvPbt2ilx7RhrAqaGsS6S7p00h6XtA4eeNxi6Jtalwlg0W2o4IGvYub/gws269uU364U33qiX3/xK3fDKb9TV175QN7/ilbr5la/UjTe9RC955S164Q0v0oudvuSlL9cLr79BLzDvxk3namhkmWlU5cio5EChNKWxbEdlkuekKBoqbJ+vBKdmc77rAO3okSPJwaatPTvpy9hBYaftKZrzZTmhowcPaPeuHTrg67zrE31DqbKQe/fJWT32FfPFUGt4VKtWrVZvtqPpI1PSpO854OygppoP+GHmEm14DYXnihPGnjeYKp+yNcw7ZPxY483upE/aZ9SItgpv7oVm3dV6ytf/1GHJp/wjxZxWjBZaPiQ1C7f1PB73Rda57xlo5mUnhvFS6ttQzc+/paU3TCbUcxPmpuqz+c/y5cu9RKoUSB44cMAbAB1FhIaHh9VsNjXnUz/spwyNehONII06gk/SM5m4Jrl3YQvXzaAthdfqYLnO1wjUCJwAgbqqRmCJIFAsET1OSQ37IIJOJKTytnz+T6vbsZvS7jl26qpDwDg1o+kDR9Tj0ddGS62N52jN+edpdHzc7V0d3XfQIguVOFbOhU8uJ44c0J23fkH3fv5z2r99u5r2fsLOXuWd/dLBXrc3pQOHdmrHtnv04H1f1V1f+Izu/Nyn9OAX/lKP3HmHDvO5OQeBVRRqjAxphiDEDnvPjtlWn5Bsv/9uyY6zHNA9umOb7rnjq/qaT1Fu++IXdNdtX9ajWx+UOKHqTqlph7/hU0rZgYdKBz4JCAcme3ds0UP33a0vfvYz+orpti98Vvfecbv27fTJbfp21TnJwZUcAJR2xIftvoWDy30ec/cD9+igT04IcA7tfURbHrhXt//V53TrJ/9Ct37+03rorjs0aye3cP+Wd527KYiUg7CGDh7Yrzu/9GU98OWv2NY9ahm9wkpVYNitkvPUdPTeMlkBTe3da6we0j133a67vnarMbtLBzx274gdVeNS2EZ5nCGfoISd3Ol9j+qhO2/Tli9+Xvff+hVELEo4YGLsea692x/W3Z/9tO64/Tb1HLg0sNsBYOV5G21IxXAhgs1Hjd8Dd9+pe772Vd3nedly/32aenibCHKXj7Qc8DVV2sG2ly3kdz0fYWdbXgNykDl5dL/2bN+q2z/zKd3q+b/V+t71lS/pIZ+SPeITs2rikIYdnBW2sTT+TesxPN9XMxOafHSXdm55wHP+lfTbkvfd8zXtfPABTT/qDQkHoct8ulziuA/Y1gvJy1GkViq9bY0qz09hJ1Vec7M+ZTpkbOEZ9zqXnbYId0zcA39cFw46Kwc4BL/hwKDyJgABnrzJIIIEt8tBpaxPz4HerAPzo3t2a++2LXr4/nu05e47dHTPLs/xLs16M6XtdSvPZ8PXUdHoCZmIGBj1MVkCEChXEqwZKu/btDXjgNnRjYablYa9NkaipyGvf/JsoIT16kwf0dSBfZ6zCQPTUUOVNxh6KSWoKdRLork/4Mx2sIsa275qzTqdv/midDLePTqh5rKVaoyvkRwwDo0uU2NkuRqtEQ0tWyZFqaYdfbWGpOVjiuaIZg8f0Vynp/MvuljjliWVkhjR9yDnyKv07FQuew6K6OfDbVDPAfD0xKRZCpXGq1GGGgaj6fyor7nRVlNDrpvxifyU+eZ8wiXLapQNDRVlGq20LBvuvx7DfxWWbB5Zj+bIsFaMr3YuNHl40kGnN2+6ZnLwm/BwljXCenLWYnztstngTZXCWIfnX96wGm5KDa93ef1r7og0dUjVoUc1/ch2HfIp844H79Yj2+7X/l3bNLF3p+a8DnTYc+IgVLZHBN2eh/C13bNsL1U5K6o7PllNYyvEW8/BF3MxOzubAszVq1crB5OF1wxBGPdfArIMDet4cnIyFUd8gp0yZ/AfbBnyqebY2JhKX3uYAh4E2rlMXU01AjUCNQJnAgLPZR2LM9l4/BX7kMlvwQ7KCx3YroNM+33q4iAVdlzsqJV2threIS586jCyYp2KclRzlZ3B0nCMrdDIylUaHRpNweTsrj3iJyS6PiUpGMCO8oQd6+kDe7Uc563Xtj8+48O/jlVoa+rgHu3eep/27XrIMeM+x4577Mw9qslD+/ToIzu0Y/sW7bFT3rFHNRR2GsNjOuiYO3pIRw7sdpC7SxM+nZnYs1OPbH9Ih5w/Yqf5qMc78Mgu7Xrofu186F7NuT4cAJQev7Tj1z9Baqs6uFc7HrpPux3sTB0+mHSfm57WlE9L9jtY2e5gZ8eD96q9m9OfSWPXtt5z8pGJND0hTjgJdvY76Nv/8BZtcwC8d/cOH9Ae0uTEIe23DjiQh+1A6qgDcuNa2TFM0NgrrOY62u+g8NCBg6rwHi29sAdZ4cw7bRSlCjtLM3aQJ/bt0/333K1Hdjyso4cO6Ojh/dprvXY4qN63a7t6fJ7UwYx8UtjxKZaaPQcMbWN6QFMELw6WxfgeY+G7sBMLtRoNN1Wa5OdDfDLT8ynltAPNySNH1XbgbwDkoyMVPnlMAbuDvcM4ylvsJO/x6dG+Pbb9qA5bvx0OOPd4k2HSJ2iFMefxQVmeHCjaz1fYEQfHo3t36WH33/LA3Tq4f49mfEraczA/Y7z27tiq3fffpQPbH5A4TebUz5sGLUdSDQdM8olz1075I1sfMPb3Ws6DmnL/Wc/hvkf3aNuWhzTz8FbNelOhOzud1A+vXRs58HYghS6QawuFnbXCQYNjaTuvbePQ8HUwutzBklK1KocekIvz757TSo2yUBC5FHJeKrB35qh61n3OJ6/7vTZ2bNmi++/6mu5wQH37V76YgvTtXqePePPia7d+0RsmrrvjVq/J+9We2C8RmPuEqzt1xPPZU1Q6/rLOx4Ic10ZIrK1wPr25hq0QX1RVOR8+4YzOlOdv1tdg26f03RQANRwgy0Ena6ozPSU5mCltZaOQfOhqmZVRUXLgy2ZDOO6NhsP+nkeBnB8dX6vW0DI9uOVhqXBkVbbUm26rMTyaPtfqZa+iHFKHG4zbezNtyTxswNz/0BbHnuMadgCqKHwtdNQx7gQQZVkqSilCj3mVDhOpcpMx6aUZmZmZdvDVVTi4rLxG2CjreoOpxB6v/SHPT88nz9NsInHqW8lS+uRLwHYqUX+gcFXRzzaHNLp8hTdOlnktzWji4FHZKLeFyWvCcvxW15tEPd9jKo8XboqWtSPjddDzabm609KRvZrcuVX7vN533vs1PXT37brvzlt1z+1f1p4dD6X71YNsKHlt3P6lz+m+O76iKV/fXNfy+pfnUYWH9elzxUaCB2YI1zzuzdpgejI9juEsq5jyvYqTy6Io0mnmdt9/HvGmJWU207iP3n///cespp71RUWEJ4zMGUyc8KL+oUOHvBa7ZNPPOBFYR5z59iWD6j81AjUCNQLPAQT4b36Jmfn01Bl0WvlvKJcjKMmupsSOvVJkYLNTivNkR1ItTblxOhyceFd4yLupLZ949qZndejRfWo4OCzt8HV80sZnLleMDWvM5dKnNfY2VViMSsucmtA+OwRHdu3QMnvJm89Zoxuuv0o3vuiFuvyay7RizQodOnrEQedOHbBc99DI6LAc+ahy8LRytKURq3B4326377bT2dbFF12oKy9/nq69+hpddOFmNW3OQQeOUwceNVD+D9iOn3DYXK+Jo9rl06WdDz3kGGpaG9at18te+jK95CUv1Q0vvEHnn3ueej7Z3f3wVh3Y9bActSnpbWeSeg+o5c1Sw0arPXEk/f5f03add965lvES3fzKm3XF5ZdqtFE6KN6jfQ6e0omVscCRD/drOL96xUqNLxtTQyE56GQuyigkA9Us7fa77sjhCe3evTs5/OvXrtHll1+uK664QmvXrtasnew9u3balq1Ssykw7hgfWX7LAA0PldazoTFvHBiERd9dB7phPXDawuM3PP6yZSNavmxUTesqO9MNz98QeQebEzu36eGt9/uQ87DW+0Thggsu0GWXXaYLNl+o1vCQjhzxxoCDz+7slJpFSA76Kusl94+ypyPeWHjYc/CoA3O+7OnGG6/Xi170It1w44267uqrtMm2FrblqOfwgDcfsKmPkV1oO9zM4UGfCh5y0D43O6mNG9bp+ZdelnTYcM5Gs7Z1YN9eB6FHVAUHO0oAABAASURBVHpca/AY+72MhVOeK+27q7CzmsoOeHBQKXP6UTjoQPeu4Eoc83/QxWTsxMRyymldOpMOvB2Ab3/gPt3jk/e777hN99/noNibGwe8KdJxsDBijFatWqUN69dq0zkbjPOICi+AI9782GFcdjz0oDo+vdXclDwVqY1LNCIUEfIfvytTyqqQrH/4r5HCsKIhThNLbwgRdPZ8bQa4qacweRrEeGVRiPnpzrXV8/qWNzvEBlGl9IoIVe7bcXuqUOH+RtRDdeCFvF7Wn3OODvvEaJbHsKMQY6psKhoN9TxGUTTVdU/qui7LPBPTczo84evvnHMlB66y3ikmdZ/S/FKRhmw7UFRZiCCUiojwnIZ4tRy4LvM15K4qvECLZkNd69/uzqnra7jr08aeg+0hy8eOOR6t9PzK9vUlWIrvDYV168svJMtX4daCvCTP//iKVerNtr3Zc0SOaFzZf1tMynQc1BYGNZq+SDyP8oaFd280uWePNxC8IfU1gsuveePozv7PDe3c4ebDvpX0NDzS1OpVK7Vq5ZhWji3XyHBLjrp1eP+j2u3NiIO+T8nXepobj1Z6QUSEUA81KWvhqyoW1pzVZYJK5u/Xfu3X9J3f+Z161atepR/6oR/SPffck75lmzroS1/6km+TnbSWuLa5Lvrfwn3mw/PBD35Qb3zjG/Xud7/bS3ROK1asEDaCy5lvXW1BjUCNQI3AcwOBM/9/b3tGYacIRwtynDc/c3as7K3hrOFk9aKwX2NmeM3Y63ZVOfDpTs76P7GuOtFQp7BTNTSi1ugyd2nYJ57TnE/Gwvw4QG2fRHV90lml05MZdTlRwCH3aan/p9f0/kOafWSfxruFLlg5rvFVa6Tlo9Ka5WptXKsx0+j4CjXt6JWzlbqTc7LXKitivzPSF8SEnfyuncdRO+4EOxv5EfuNm7TyvPO1adMmi1umGQeWB3xK2rbzLzvNwkOz8zp54IAOH9ivsOO9bvUanX/++R5/uWTHdWjVOgcv54rHsgpjgIxZ24beikINDDRkpZ3zwkHYSLOpFWNjuvLaa7Vp82Zp5SrJJzsjrSE17IBWPh2cOXLIuldqGLdC/Rf4DxUNtSwvBbF2kptub4axjfBwngOzFta5YQecYO7CzRdrfPNFWnXJpbrw0osddK5V5ZPSA3v2Snb2Db8xa8perPt73iyzsjNdtY1fEufRrbtO8OKEwK0atj0GRl0HGB1TOKAobLeMX1gPZE8dOexA3yfaPk1cM75SF118oekSrb5gs1ZfdKk2nb9ZK9esE7r36Gd7VDYccDCCyTZVDn7C+K5cuUIXXXSRlo2vVmPZCmnZchVeD+esW6tVK5YpfHI7ud/2WeeqmsfFR2YzDtz2+SQzPIcXeM4vv+IqrTz/Ao1vOk8bL7pE5553gVojwyrLUuDn7sfeFgNUx8pkoicHXs4Zp65PS3hEjX4jo14XZeEGeaSQUU359KcyM+RCb2rSmDzik9Yt2rF1i3Zu84nV9m0paOj4BHF0dFSr16zTBRdepCuuvErXvuA6XX3tC3Tp86/QhRdfqquvuUZXX3211+J5KZja40B8l0+0HblLjdIjVMdP4FDW2rhS4T9Q4dRLSaRdX69qttKpYdP6ty2xilJRNhMVTnv0pK5oqPRaHfL13HQfM6jyaZ0874LHYDGHBMntdtejEnq7xX3h7VOh1d60GRldoR27dqszNaPm0LBkbaIYkqKpjmWFg8OOZTeaI2r7frJ3/wGtGF+l5ePj5iklj99otRTRSPNjdH1a4/FCcmUaG7UKyy1USqStYa3wNRdeX/L67Hquuo2wWoWKZiOlONyV7YgINaKQCpMFVcYJKFu2xV2UbK48KmTpzkkhv0LjK1f7dFi+p0yrk74aNjXIIiVnGw3LlF/uO3HokHb7hH2rNxm2PviAdu7YnjbPDh2dUMNYr167Tus3natzL9ys5115pa554Qt10WXP08XPe74u99q45prrdPnlV2qN18uMsdyxY4cm9u+XOJ01CmF0Cg/MPcQj+lpH00I2kWJKyVMLpcqz/A/X65133qn3vve9Kci86aab9ELjeskll2jM92eeVuA3VXnslOu66//XgIS1QVBG/kwm7Ni5c6e++tWvJvsPHz6czMHOI0eOpHz9p0agRqBGoEZg6SMw700sfUVPqCFe1QkbjlfyH9YxwiErGpIdsaJsOGmqdPDXGl6uoik7jyY7VlGUatlBHDZNHj6qzuSUOg7CIrp2grrp9LDwCcNy79rLgUz4lEFzlSYPTSjaldauGNfyFavt6PWksNdWNqSxUa0591xd8vzLdemlz9Pa1RvsJLZ8QDgruR1nYW5mRpNTR9UaamitT7PGL7xQMbJMKkrLaSgcuIyPj2vUTm/PpxwTh3iktZKjBclBEt9cKL/WrFmj9evXe8yVbgvJOqloqblmvTY5cFm1YqXaPlnY9+gjbreOYGLH3MZp2gHejIOMYZ9GrD/3XGl0TB07sPKpjcy3et0GbdqwUUOthib5zz8KOXSWR/HIPRXOzU7P+NB2TsNl03WF7Sxdq4QHDn5RFMlZWrNuvVrrNkqNIfX4SRQ77U07wOstf2xspXqdSjsf3Kq2A6XSAbiFa86BXtcBXcOYlGpY6CLvyhAsH/PYlWaNl9yXfoW74JQLu3ouYIMdtUmf4M05kF62fETr1q3TsrXrVTYcYDhQkNPWmg1avf4cDTkAaduxn3bgqtFl8+umK3muly9frrXr14jNggscdNGvPz9t21/Z1CGNeP4KbyxMe+NAVcP4mayrlUwnTRM+BYfnwos2a3T1OsEzxZe6jIxpfOO5Wj4+rrJJn6ofrNFXWKX0wilXkO3xRw3+mmdmatoHsjMqy1JN8LTdvcTsIbzuu1a0f630+zlC0969e7XTp/ZbtjjY9Kk4Tl7ZCG3cuEFXXnmFrr3+Bj3/6hfo3Isv08pzzut/ztGYiC/ksp0xOqbhjedo88WX6ByfFjYaXjdHjmrCJ57yWkM1cXKWMvN/0nVthV0MU2Ei7Xn+VDQVw8tUePOjU5SaVak5yHM07dOv6V6hqY40a7vavVJNjx+tUcm83V54ypFmRIK08B7KSMID2T0Pmanr/o6BVI6MiY2jXbv36KjXocqGpjntTDqF2j66LKOpOZ8uRqOZeA4cPKx16zeqaLRUeQ23vU7mHNR2vJnDtdTmxNj9Wy30kIepfOl5cNeV/YmTlVLhTYpZz8u01+aUN5RmulKba6o5LHmsnnXsmD+KhhpDrvP9ShGGs0qroVE6b5lhktcbSRWlKtvuri5WWuYNA9rbtqnnMVxpEaEgY+J6deL7whHt3r1LrINt27bp8MH93rzpatzB47mbL9UV196gS6+/Sedd9QKt8VoY3nSBynXnKVauU7lsleRrRr4nLl+9XuOr1qtlXMO67HfAOcV1ACa2lQ0bprlnONrzOsvzKqERpOfUi/sJQRZB5Wte8xp96EMf0s///M+LLwxiM2297/PM0Qqf+gFMOul2pus10/C15uwZ/Y4IveMd79CnPvUpvec970n3Ze5B2Lxypf9/O6Otq5WvEagRqBF47iBQnA2mnsiI5FAl/6RQaScNF6wozAnNG105cJEdmZ5w+voEb8PO4qFDh9J/6qWdc/o1orATF2o1S40tG9WQHf5ZPsPkk7gKl95B0/KxcY04UDp4dFKH+MKhEZ8iud7elWSnVHYSx8ZWaJmDoKLZdBXUksqWev6PtaNKQyMjGl+9Vo5YlRwtnMthyymH5UhHy8dWqdFopcABJ1GlnVbLsl+rA4cP+eDoiIYdpI74hFOF24aWSS0T45dDGl6+UmVzyEHzlAhAhDOupoQAA1FYx5aDBUiMrUKNZf6P3cGuGtahQNdCYY8QLKqjhxR2Drs4q04bRSH59JG6tk9qaSx86ideLrMrP+VgV2WhFcZZ7ZCay1WssFOKvq1hjfhUMIqmiqLUFIFoWUqNpnrGJ5otZ4d0+PCEHB9J1o96eR4VpSIiUWXn1V6836BaacQnMCrcZino2PHpnHhRryIFDnv37lfHGwk4aqvOPU+yo9uzzZ1uac6WNGrsl4+rtXyFhjwnhdeVHEjMOOjoCZ5C5dBQOsFZ5YBVxllFQzKvwLkxIi8QDTk46NnB5vFWxqiKpi1rSO579NBhjTr4Hxldrig8pufaxmt0zTmS10nlumE780Vr2EFO13o5COExR+cwuRdS0Wj4BK2j0mlZSCG/HFBMT0wqzDA9NauVPjVXozTGRWqPSFxmlCKch4oibQyUZZn4CMKv8YnljTfeqIsuvUQjK8elYa+tZFt/bYh1Zh1VDknojv38QKgDjAsuvVSrvLb37NkjTi0sVFL0/zEeVFSuqhRBvaegZzHqv5oNy+TCNl4rvRkwsmqt5jz2hEY0E8PqtsY0WwzpaKdUx9fLiDd1Vlx0mcAcKdEaUa/RSPsv3apUWE+CmwipLEoVUcjwqCydN5+se8/B4qbzz/dJ5zrdd/+D4nOYw56/tjt21FNVhFh/Q0MjmnZA+uBDD6nla3ijN4u63Z6i2VLD66AxL69RNtT0Wi4K9+vZPptWuI5y5VWQyPWKUnLAueG8C1X4fjHt8myzoZmi0GEHt9MdOehenn4aaZU3bsY3eH1EQ17AbiiMn9hf8Z9KZWFZER5JKm0b2S4ldApfGz4xLwpphm/09bok+O74tJ1riMAF1uHhYQ15fbZaLa1cuUoXbb5EL3jhi3TVTa/QuZddo3KVN45aK6RhaKVULne3ltRYpk5zxJsyTcmbKxod1+oLLtX6jReq3ZMIOGf44jRfd75YEzZW0XMhtZoN2xGJ/EfOJdL8X50BLzDMavJ/Ss6TEkiSLqTMN+H/X6a9kXjvvfdqw4YNacMG3ixzxOts3759IqUeYo5I6cvpaLrHuII5dSLkkd5+++0kOnjQm5bOzfoeAi+pi495UwflSmSTz2uDTQjKmZBzlKdncsWC9MCBAwtq5L2nyWN16Jh5Mhb8v5Ge2DEXazhj4KKXvC8GMqbMP6ivq0/4HpRxQoa6skagRqBGoEbgGUOgeMYknQmCKptrp1Iq7No571T2vroOnnz4IOKicN6N6juIhcIee4TMGSoVCgcXckDVtXcfEVK/1s5UqFs21bNzOelTlh37D+iRB7epe8j/kR6ekj1DyfVhBz3svLmbZmdn1EMfe3uklUepQoLkOkUp2YHvVaQNqbTD3WipwLG0nr2O/6P1eIpCvapS205iV1Vf96adPQZx/27RUjdcRp6d26YD1BR00T/1sezCDqHbGBsZ3Qgp6dCyju4reBqqkAGTeuJlf9WJ89GncBBPXVG5mndOyZvMpUqhJKJwBfKsn2zTHHYWDRV2UEtjWfVCHePNQQd9ulGoY+HdorBlpcqisIATv80mVRKp0fGISmX0yuQav5FRKNnc7ZqnEg6NPL7SeA2P2VQVQ8ZjyGnLvE2BT0/u6zlpNBxsRWlZlVSWKpbA97O/AAAQAElEQVQtkxwQarYtNUdd39SsT8A7R6d8Wj4tHoMbajaFE2WBkudIyLIH3vGcFLaL9ReeDwtQWw31mB/PYWV85Hw4jbJQ6te3Th59nhwChZv8xlYvDskBEg59RKgo3A9S/zXPag1cn6qO14zaFgKu519+uS685FItW79OhTdNNGSbmyYHeHIgLDAgNR5KdcaLOvM47pK8zhSFhhy0NNy38gLo2slNw6U/Pf+FshU96yM1CiXrnEjUFKXkoGfZynGNbzhXnaExzTioOVINaaLXVLs1pmGfoI2fc4HWnbfZXZqJutHwnGkeH8lLK+Ut9Nib0Sn0rGdFxiOTFp6rld4Q4brJjnDT+PW8yVJU9OqqcB/aKuO8du1a21upwbVpOVV4PPUtcPHYuwr6ZpJHk1/wuUOUkmnVpk1asWFTOjme81qa9FqY9MnttJrqGufzfHK8duNGeSdKHjD1ycblIEODL49ZcVFQR/r/2XsPAMmuq8z/O++9quo03RM1GmkkjbIsZ2zW2AZsk+FvWMMCJiy7JixpCQYTl2TikjMssAuYuCyZNTkHExaDbZwlK+c4mtipqt77f79bfXtqxhPkIGlGc2v69E3nnvDd+6rPefdVTV251mpsPxK/xytbEmEbPMI+dKGo+9rum1j7vAeu8cn9Huud84m1vBdbXxtdzKirvebUq1m1tm1oWredo2pGMXAi6us67ROX4X0hX/ed30s73nitn89Tt+0wbdW0Z6wY/F1M/VRT9bO/SlLWek9wXW/dujUZfNNNN4nPZH7pl35pSiSf+tSn6mUve5l+4zd+I43DxxweI922bZu+4Ru+Qdyk+d7v/d7Ef5lvZvz5n/+5IiZrxPsJSRqTSQZJZPm8Iyei6caOB6pqghuJ4Bvf+Ea94hWv0Cd+4icK+ZwYclqabyr8yq/8il7+8pfrOc95jq6//nq99KUv1Q//8A+n/5rFotTr9XxzYlV1XeuZz3xm+kzp3//93+snf/In9eVf/uX60A/9UH3CJ3yCPvVTP3UzoWUeOii3b98uvujoZ37mZ/RRH/VR4jPuH//xH69v/uZv1lve8paUQMODX31f63/6p3+qj/7oj9arXvUq8YVJ6MVWZPFY9rd8y7foBS94waatX/d1X6ff/d3fZbhQQaAgUBAoCJwlCEz+Cp0lxry3ZhCyKfzbf39PDCSP3cUMHavLwWZnssZq0t+utWq6Tj4akhwEEcy3Rqee6Ut1pdp/3BsPEziPnRh0bneeK59wNWPL6fU1f/HF2nX1NVq49BIdrXq69b6HdOMNt+m2d9yiB95xqw7fere6dEfZE3qthr2xg2ArcTA6dsCK7ZY0sYuK+8YeW/fJwDh6kgO02kE8f3DDCeeYzzCaRwofULYpkcHHum9eyDbKdrROXEbwddZVNSLo79Wes77qRKiVczp1UVt+LVxsuxAk66R/7KCxdV0uO8vxsHgRbHfgTmOa6ItOFXhO92/U25D9plEp6cA+ScNkg213UtJrBl7SECenBF+tx0f4acLHiFDPQXAy2GNn/OkmHKHWEiaUevDHGFMnOER23/aoaSSPjW3TyLiPwvsgHORnDNIcO9KF5cmtkIiSISdXq4cO+RTvXr3jre/Qm9/2Tr3tnTfqnbfcpjvuvFsP+CT18OGDvuGwJuy3iIT30CfABFlVVanvQCuanq1VemR0ZN2d7Rj75E4kw3WjsH3qKuOsxKd3e2047YCXfcueQXY0tVQbe/NHdHLLFEr/IqRMVairam3dsVO7fMo3cMKhlCh4RmM8sMP7S7ZLxqeD3O42SE7yVDVe62pin+vNYCACVnAe+dRVp3y1HmmNqxK5IfZBEmSb+kvbtHXPRbrQp2s7rrxeWy+7WouXXKkdl16pna5v3XuFZnfv9eS+E7NGQ7s7DtmWDaw6JJ6ZqsoTjccFO7drYX5WD91/n44eOWSbWnV+n6g9XLGIGuuBBx5I19aeC3ZrbXXV7jcygFZiJv9O6+zy+J+JnzZtqht+z/WaV5zS2o/tl12hbVDy8SpdcPm12u3T2x3uCxJc2yjvhy46oedM7qVxlPasq+r8tjf0iaNvkPiaDbcjGJQa7zPZWxnzOd9o2Onkd+7C3XJWINai9ZqPAnz7GmlgnE22e900Ul9rbZXw9zueOjUSN5Xqvvr9WTXeQ+maQxAUtt36W/brFBonVsMd1Qa5OKt/IkIkmxFYLfEts6985StFknTjjTfqq77qq/TiF7849X/Zl32ZSLpwqPK+4+SSL8sh8Zufn08J4Ad90Afp+c9/vviSNfh4n6DMmJGs8qgpieY//dM/6c4779w81YRv165dyR5082g0fVyPJJ7USdZIVknsSFhJHLlWf+InfkJf//VfrwMHDqQ9nh/dJfH7q7/6q/QZ09/7vd8TCS9PQdBPAv2N3/iN6bpANu9tlJzYkjx/0zd9U/KbGzUk1D/1Uz+lD//wD9f3fM/3CJ3YNTc3l2RyikpSfaFvriAbTPls65VXXqmf+7mfSx8h+diP/ViByx//8R/ri7/4i1PSiRx0FioIFAQKAgWBJxYB/m4/sRa8X7UTvJ1cYET4j1hsDnaOyiLcJrgy1V2nWblN9rW8Kr6dcd1Ha32+9MfJh2Mh1Z2nDwnOOo0cEHQOwhRTELq+xJdmXH21g8ErtHTBHh1dWdehA0f04L336c6bb9ZtN92oQ/fd6eTwsP9w12pJzgjoLHrzhz6bIvcP3WmVDmdDqhyw+a5yXVVOMkbivyqQJj7zh3XMlxnFSDWZsXk8VbhkMQ72ZJ8kRWjQq9XYmfFoLQUfY/lVQeFfMk5j67OzVXhepbH96pySyIJaE0yBXux0OQlyW7qV+l0DLxfv9mPYlQl58gx1EjaMqNg+1X019tXLYh9bhdfGoahHW3VJp3xzIGxR6GSv6oTOxMU8TlE8dsy21q3JD7rkBKLyKWeNAMhDnX2Ha4wQ18GixWaPGSl1Ti67tvN62APPTd8ye9eduv3mW0RAxyNrR5fX1FY9DXjUeWFefD62cdJXI6O1YH6MASfWyKuNQc97Tl5Du26fYYC7EX0K1yMUEUjYoEqIshi1qWfyW6nD6GGnk+HKc+ra83GyOjafGpSmpjWmVfl+ijEn6XBy0Prmyvqq94z9Fad3zUCyLZ357X3SSwm1klUDYiW+UKYazErWmwJj27G5BpZl67zn+G1d3gldIkuw82OuR6pJaGhkflmf6kb1lm2+uXOltl1xnXY56dx59VO17arrtXTpFepv3SX1B2qjFmsGDJB4hX9BLvjZ7Hdjuu6m3au9OVv1Fxa0fWkpnfLw3/6EWg2MYT8q789W9993t9ZWlrXLpzf17KwtxOgTpSFRnjkpNzEwUvRW7o7OhvkGk2S94fX2DYZqaae27N2nHfbvgmufrgtN2/Zdp9lLrpL4vKz3iUyd36/wlak2QLXts0j/2BZ0BPZQh9yNJVbTVq1Gvq3R8l+U0BeR9lbYFmwSwsae62tS/b6EXV6Xw0dXNBaWTwjdYyeVUOs5jMVEgNdNKQnXut/RnFBycw8aj4dee3PC11SqTdGE7A4Wa/JicELhjnStujwXfmrv+c77mBJ73/72t4tkjxO5X/qlX9JXf/VXi2Tuh37oh0SC9Wu/9mviUVh4OfnkM5skYYPBQJwCktTBs3fv3rQXR6NReg/n5JI5mTgFRR7tymCS2FOPCJG8Lng/82VeJIjZtn/4h39Ip6zo/YEf+IGU+H33d3+3fuRHfiR9UdHv//7v6y//8i8R479dg2QnJ5F0cHrJKeSP//iP62d/9mdTEviiF70onXrecsstsGjJ1w8VTkJf+9rX6tprr9U///M/62b/XSR5JAnldJbTSXCCFyKpzkQbuueee9JpKDiQuP7Wb/2WsBlbv+IrvkIk3n/3d3/nvdUlYs6JFMFuOrH3uHZpFAQKAgWBgsD7CQH+ir+fRD1BYvw3w3GRoBRwu0041WGO65Sdg5+gQl+mFLg6UPJA7eRr1n+UZ80vJwfy6dS6k7EVDdVfXHR8VZvRE8eVnM+lOqeGnJpo0EiWTfI3HpMyddqydaf27rtCV157va645im6ZN/l6ZtXK+s58PB9uueOd+nI/rscmq1YaGvip7WVrcIhXKTEqJWiFXGeaw4DK6WXgxc5sKzMU4UDNfPLVLtOEtmYk0fTRPJpwzpPSpSmW5KTKjmwrO1bz/LpJoAzDPJfZomK+4WcTdLGq9qwsZuUtiHxb4yesTC+hlAkb5CdTVMcf9rSVJ38sn3h5K1x78Bz8FWuy/ZULvGbPr54ZzLhFL/xxXPSKCC4gq+V+5hvUcLncBtq7DckPk82cmBs/8Lkaebg9zGCv/ZY1JVq21px2ux5hx9+SPfcfqsOPfSQZpxUXnXFFeKbeLnzTrnHJ4Xbd2wT/7VLhX3WaRdV+Rf+Nho7mW6VfGM/sd5W655kQ4QZPUfd2NB3hrD16LGf41v0t3bRvJ6NzfRMyHLk1e9kGfKLmZCr6cdjHqmcYEQzUBe1d0yttu6rGixI9Yzkvg4ZOv7Vummx1qh0Klk1PfOH5ORifXnZ29fXlS+bgWWb1X7I8m2nG8yDXJWiTfMNc9JCYFwFKIU6hdqqVhc9dfWcNLtFmlsyLUrzrjtAb7tK7DfskV+2wLOUZLEHwmmWu0//E9J4bVU2REuLC5qzzfyftitHDqvn5EiWwRd43X37bVqcG+jC3bvku0nqzcyo837AB08+jY7O9rSJojMblAr7ad/GqqUB/m2zj1ulLTvtn6lvX7u+5PWQ54z8njCyd50T8bHntyZ3a6Jfk1fqmFTT7zCXlbamboNSv1eO62RSn/zuolKFrkQ9aWZWM1tsj4fZKfCn0nNjg2g3Hse+8F5uhGW+rsbr0rr3wdoRhfdxy3sSfBsU+HGirRtjSZbrsUEuzvqfyn9bspF8wyyJFUkm7wdrG4+Vk5xxesmjpjxKC39EiKSx9RskN64ocz8l7YhQXddqmiY95ppPHkkA0UtiOfC1AE8+YSQ55UTxkP/OMU4yJ7/+4A/+IJ2GfuEXfqH4nLa7hF4SUPrg/83f/M2U6CKTxJXED9kkzl/5lV/pg+9ZpqXPm37Mx3xMqnOCmSr+xX/n8qu/+qvilPI1r3mN0M3JpYfSY7PoIXFd9N/dnHgjH1/AAj6Iz3M+61nPSsntZ3/2ZycM6McmTmWPHDmiH/zBHxTJfibGC53LCBTbCwIFgXMZAWKCc9n+M9reORONiMQXJJkbgQx/hOh0SqfK0VKfiN/xF8nmspMGTjirQU+zS1ukxgEWsdI4nAg0Dod66vwHflhXcjSqNoYKB2y1oyFzKBwkNr15caK13QnGtkv3ave+vdp10U419ViH99+rIw/epVg/7FNTBLcp4JSD18oUJgljoEktIuS/nimIbR3INg7eZlLAC89IddVp1slv7dOK4epR+ThBjuY8Z2yrXLWpKe4Z+4SK8dGq5jy/Zx88ZD7kjCXrBo3cegAAEABJREFUxZewHFmHO2wbv02O/O2mSNaCsYBfMsQe5Kd1HTmdG5QuNn7oMTCihB9q7ZLwy+sCd5UMdM1B2Gi4Jofcmun11HN/ZbusSY399AGIKgepLUme+z1DQpbyCy2ubxQyj1sbP5POxE7VwRzjjXnAs7Zf47VlERDTvzFpEwOwquxFdJ3XrpVsz8BEQqKVozq6/yEtH9ivhZm+rr58ny7YtVM7L9iphSUnCE5CENQ6mW29hq3XQJY1kSnV3lMDB4/hgLxd982I4XDTLXiyLUrrMFTrtZz0TUbBlDZuUSYytoGUqBQRYt8TqLoidyi9jpuQetKvzsZWdc+INEanp+jPqRrMqo2ez8NCR21fYvSvypR/puvjdujuVnJSfuSR/VpxojbjBVyccxLVMNTZlA2yJteMiPes8cXWOtltvpBcVdXUku0iuRp1tXh0c73pu2w0GtsR+ysD0Zm5tSGdeT1h88ddXreRlw0JrS+RdnPslBUnRfJ+7A1mtGvndnXG/ZH0/+B6rscOPPKQ1paPateO7apmBr7X4wS18i6xD6eUmQZahSC5NHUm+eXSPx5pNK4aDWOgoWqj01PL6WftoL6ZV9fMSD3r877x5nG9wXXP04TAwuLspH+3GzSRLFHye2QdrWVJAbTMtN1gX5nF7snbzfZ5sG48GrZDGkWjytemB/gxpjJNMK00KcNla+7Ke2Cm16npV1Ln/XBkv9YPPaJ2bUVzs331+pbtm0zsETOIF58pHXrPUN8k25Pr2AZF7jhLy7F96IGT7Vvz+xpf/vOyl71MF198sTjFGzgZJJHjcWxO5TgxjJh41ffNDdaBzwTTbxHph4SRCsni0NcgMnbs2CGSOOYwhi50M04bqirj7wp8LlT7vQY+eEhU7733XvEIK6eGjEPYRHnNNdek5BAeklv6MmEH38pNmwSVb7am/pSnPCWdhPI4LF8ORR9+8kVH+/bt0xW+GYct2MAY32LNY7uvfOUrRUJJ8sh7FQkpX0SE/bThj4j0+OyLX/zizSQ36yDZBjNsB79M6ChUECgIvJ8QKGIKAu8hApO/QO/hpLONvfXfZ8eYgk5mG0kS/fzhccQ0iWkIxnyHn4Coc2dD4rHeavmRR3T4kYOS/6DNL27xXXwHdrVhgr+rHPaZ6p66qqc186x16xpVYzk7kuA54mBzeV38NyId/69dZeMGtbRtXou7t2p2aaDR2iF1B/ebZ9nyRvJEhQOzsB1Q5boSEWG1qjydJFBOsoY+bWnX162u1Wyv8lzmj9VzIjs/U6lnW9ZJKKEYq7Oc6GQ9EvHG2MnOyvJhhU9w52d6anqNepYvn5DIpxDhIJFkM5jkaDOwifkOQpXqrW01OUCs3KZP78WLNUvTQj74GjqI79TUbljmeGVZJH19Wz/nYDRsX2CXiaWoHWlWDlzb9dUkYvMX0zcbxyrT3dRxDZLlW7EZW6clY59e1QK/EQkn39jpSHvio1n46eTYHd9b4zlygN3a+JHndkqybPdo+ZD6tnNpYVZbfJIpfAqGzQuGPuVDZmOf+qyfx7wNzTCW7OssfU5G121DN1wx1iPrRH470cM+tV0yT2dZEz88/YSfybXQKu1571MWv/IGIGCDPCDRj01e57R3Xe88EWoVRic0dnvUdU545JVJlmtV3rpj920sol1wz+SHeia4w3M7JxaHH7hP995zt4Y+2dq2dUn8X6Rpz1nqZObJf6d9aGhwGY7Ov1ojgX3eNYq6UfT6qgfzkpOvUVTqIPO54t+tSfYmk/HkmrBHgd8T8JVf2J7rqTTetQP/djRys9XO7dvU9+Id8E2p4coRjUwP3HePtm/b6mR0p0FqFWEp9hu8PWnz5+Rr1Xrc1Lngx2Xmay1GTjbHqm1trTWXbTVrP+2rTz2Dbz/2xdHxbpB8ruXp9k5ynuOSFkJPQfZ96JsbY3NWda3aZOOV9wKzNlzxKoW7w/tBWh11WjYeq37P8KUo3jsr7/nKeNaQ5dW2uKFs11WbwuO+qCUn50fuvkNHnbDP+KbWbt+Q2bKFm3qNOs8dW2aXvED7ScgugQ90ktGzritdfxtWJXxd5zHSX/7lXxYnfS984QvF/63JF+z8+q//ujgNZA7JIsQeOuLTOpLSkTH3dJHgUZJ4klxBa05m6cvEvJ4T3en+XM92kDiiA76+9ziPtfJ466d8yqckHfRn4sTznnvu8f3YQ8py0EWCih2cmNLms6B8TpT67bffLmwmYSR5pA9eeHicljaUx6hfuPEZzXX/jQMH/GB/RIRIjCH64YX4nOq3fuu3is+/fvqnf7qwEyxJ5pkLLwRvLqkXKggUBAoCTyYEzgVfqnPByDPZSNAj7vw7IQxHprUnhIMd4pax/1CtO5Aa1z2lAK5blxxkNe2qwicVfdfDiVw99qnW8Gh6XOjQ6prGPqHsL+5QM5hV8M/JmBwMyfKisoawPOtpBg54Hf2sHz2ih+69W/fdcZsO3X+PtHpU0Rje2hESZL7e4sLm3dgRyejIoaTtlVqfuMiJhdIr+E2/A7VBu6Y5l/0Nuzvby53/cdVX5RMnIcfxqhtOHhfURl/ra2O1vvONmAof7WvPAaCPFOzzutbXR04a7ANBetOHzTSWnESOnJSM7Z/zDPd1CoNYYwsdxleu21110RhhkwNdM9r2zvM7B5eVfak1DghPxpYxITnoHFXhMak/lqqE6cjlqmZGK5rt1oSNWj2i8fpQ45pTFJ+E1X3L8Bz/btSpZ52t7Vl3MuAJSvZpLA9rrZoxDdQ5mPYRsuQgdkJDSa1PwgYaVgPfJPDahLtstsat5PWsm1nrHOgobd98UNtpxkndvE8iZ8arnr6ixu0+eo3F2HZ4w7jfQoxb60B8POxsX18z9l/DsffBiumofAQmrR9xua6xbxqMV0d21XoxOhWWYT/Vm/VKNQ6uxup8qlZ57efGK+p7DcP4NOxTr+nY84ZOQEbolVQZ28b7s7KP4XbrHpmccroIyXtx7OtgZLvX7Ze852245MTI7Kf8qfCRUftsKepSvVPP19PCYMZW2HjvmzDViWyVbwbUPtUKU2Ma+/TvkQcf0P4HH9Jo3Gl+63bVi0vWbYkVAmU5JguvvL+qXOKPZY1Hy97Pa+o2bAhb0XmNwn6sew+Z3T2eX/VU1wNFNKaeKmNjDQkF1LBPkM3+lXEQL5fwUE3kNjzyLNqd7ZFvyiQcncXF7KwIzpePHNXq8rKD76H27z/gZPMC+YhJ45UVRb8n2S5x8mghYQPR72r6oe4u16llcnPjx1t7ozaxIlQr1LNFfcn1sX+7Q+vDkXd9bZJa29kZK/Z6+KZS7feNgfeEjKGMm8GTuCY0eXnVUoWPAlTeM7XNqIyXMNZ7ooXMAZ+XzCJahccrX5MkIY33UhMS+y6sJ6w7vP6V92vtNe95r/a6Fflq895dkbg5dOSgHuLGg0/SjvjmTOOkedvui9RbdKLem/Ea1tYYdi3UWFfPOtwx9WMjY6p5DlRJ6rKZ1P/lX/5FPAL6WZ/1WfqTP/kTfdqnfZq+4zu+I327K4knyRfrUNt3iLmc7vWcPObPQB44cIBu7/VanGzCR9JJZ7qZ5MrYexWi3Xkt3ZWuB8qIoPDeXUsnmjRuu+028Y2vPMr6i7/4i+KLgEhA+UZbPjfK+Jve9Kb0eVMSwPy468GDB73tZ8T/B4ocEkJKCHsjQsjkJJM+voU2IsQpKkklffhGmefiP+2IiZ3YD+EPp7nI4hT1137t18SXKr361a8WX5LEZ1z5kiK+1ZfTU5J35BQqCBQECgIFgSceAf8Ff+KNeJ8scNAZDhIjeho54Odzie3aUQctI8mB/Xo9q6Mx0HrdV0fit/qwtHKvtPqgdNh00H+8H7hfo/v8B/ctr9ddD92ro05Ili65Xou7rpbqObW+wxwOelWP1EUn53NaWVlXv+urbhs1vvM8coJ5+OBDuufeW3XnHe/S8qEHpGZoHfsl/uA7uTxy38N68MGDzm0W1Vvara6aU1SNhocPO3Cr1evNqu8k8Pbb7tLanXdJhw6osY294SHb+4jG99yiu269RUecZFY7LlZvx2VS+LSjm5NmLtCO3VdrfulSPXRgrHvutP7DR6TD1r+yQQ/codtuepfu3X9Q3eLFWrz0etvY1zLfFuog0VmOqvmtOmSfxtEoneqEVIWkesAv2WBVxnu1ndVyN1DtU5aISrUTYR06rGq9UaMFHV4LhZN1HXpEPjbW8sN3S71Kdx94SDOLi1q790E98pZ3SE7yG62oXjPfUa/Hvbfo4L13aNV4HW4rbdt3rdRfUrtWqVoda3xoVWvGftjra9THJjm4X5c6kwPn9fkduuvoWMNeK7VH5aMUY2DZw4O247BWm3k9NBqov3Wb5CBd3jO+u2AhC5rffqmO9rfrkO2//Q7wc6B86IDqo8bv6EOS1/WRt71JB+++x0H+QN2MT2bm56W6koxX5b1Sa1Gy/G5Yu3RaQcDfrVnXEcn7Y/neu7S2/4h641ljhv0hybY6gdKw1cLF12k4e4EOHl7VvbfeJu2/V3HofttuG7ynxnffpLv+4W91xJtwOLtoPwfqzQ8UWtV4+YAGllW7NRpXWjd+Va/nfWYVM3PS7IKOeu0WlrZp/BD+WWZYt2y/qTOZM/2ETYc629+P0IAEQJ33e6cZ1wfmajRSN7Rfa76GVo3xquUt+/o6eJ90/+3G6yY9+OY36sZ//ifd5X03GMzo0uuu167rni5ddLm03Uma907YZh92KZygx6hNOc/w8EHd/JY36V9e91eG/W0arh5UxFidT0iHqyvqRa1+9DTvBKgvqTZVtj9MtCgr9zbejT339SQ11lV7naJyqx6YbaCoK8v1oH8qEzwVPKrdck/l0vOa+QWJBNLJ2969+3ThhXv1tje/Q//2prfqskuv0LYd9sXY1jwqXFs+SerGTZ+wrRUyTJWl8hMhhXGUzAt5TOHOyv2NhNomlKzoKzTj2kCVf8u/JXep1/cKdOF7Tp1q21x7rQZek+boAd325tfrLa/7C938hn+UnOjJY85QPS9YRa35PWvdN55a3/hY9vvBnOdv37ZV+MiNubpXa93Xh11SZXvqppK8TrV/901zUWngDdL65pDY31z/ozV5gaS1w9Ih74Mj3hcHfU0ffFjLd9yk297+FvGtqUd8zfW2X6QdVzxV/T3XSP1tUsyq6s2prnrJv1oSFC4nP9afG1RNVW5PGM7K3yRRnFBiXOu9w+ccOX3jvxl5/etfL/5rFJKmj/zIjxQng32fNJJcwc/c1dVV8TgtCSXz6c8nnPBx8tl4XzJvZWVFVWVgzEQ/33J70UUXuTX5meGRflfhqetaEHzuEo+4kkhGRHrcl8dheYyWz55/3Md9nOb9Psd/gcLnTLEJ2cwjqaSNDZxm9vx+wykmYyTG9HEiSp0+fMEPbGBeTlwZo48SX5DDXNoRk4XGBtoQj89+/ud/fvqMKV8OxIkxWL7sZS/TB3/wB6ogQLMAABAASURBVAu/IkLoBidkR0zkMB/CDspCBYGCQEGgIPDYI1A99ioeLw2VA6mJO40Do5RMOCLpHOR2/QWfaDU67JOWlYfu0/L9TmgeuEvDB+/V4Vtu1YM3vEO33vh23XvfHVpzcjizfacWL7hEg917HUA5APIfdA0c/jSynFDrIDeaGTVOELvlFcd+If6/wsWlBdVN6JADvjvvulWP3HyDxOcMDx7Q+P4HnD86EPPJ5PzSTs0t7VLMbrH8cODYU1X3tLo21OrKUOtrIz14//165xvfoMP336eDt96oA+96m+676w4RhMxt2arZ7XtUcTIw8h/RoTHu+urPbNeWbXt8SLZFDz98WLe+7e0aOcE7etdteuiGN+sW+8gf/v78khZ271N/1950CFc1tTRoJJcrjjDXVKvqz6hykKG1VXUOTluOOThFdjjYRa2x/Riqp6O22WmA7LjUDKRoFB5r+3Ma99zeMif5xKdfV+apNePTrd7CoqINrR46orf/4z/o1ne9Q8tOMsd336YHbrpB99x5p0gflxzUx9J2qWdbnCBEf1a92Xmr6mnserWwRfJ6pWCaNe81mnUiP9i6SyvG/S6vweqRQxquGPfhsuyWMV9SLCBz4JPEVhYg2RbFQDMLu7TgdWf84UPLuvWd79KBO+7Q/hvergfe+gbde/M7xJcBjZ0YDetGK8ZBDtwUIY1DXTVQPZh3DtvXgw8c0H3vvCE9Or189+3a/64bnEC+y6dh+9Wq0WBuuxa8ByTP5bSxcjkzq4GTsP62C+1/Iz7rdPDO27R81y1a9fxH3vbmJGO4tqJ6flHNlu1acWI+JpmQNFuHV0d+VYm6qpbvx2g0Hku2tz83r9qJ56oTjdWVI/LCms9FTCg1TvjVVDUWTshJaN92Nm6xJ45yIwZVPt0aLx/Siq+ng7ffrAdueJvueudbjN9b9eA9t2vkG0Bb5he0becOzW3ZIXk9ZbxHdV/e+BONrCM165D325EDB/TQg/frEdOBRx7S8tGD0mjVmkN9+1I7McGy8JxpUkKgcu+EwrVpctM/kzHBiz7IvSf+dIxH7e5I1AbzakXVqN/va9Z7Eer3ZyT3KfFWrpvdloL/RoOO46h1C5qMe07S5c4wbfxQPRVtsKizztrvHY3nN3Sur/sezmEt739Ij9x/r/F7QEce8Y2A9TVxKgwLVNe1+r2+1o+uqOlcb3qSbZZfnZUmSLzW2Eid0kP+oWZyMioP1DMDpWmryxofOSD55ll74ICWfRPvyN13av9tt+huX9O33XxT+u8xht6Q89t2aOtFe7W41zcdfM2wF+T3Evm6kP0IKYmk1Imvk3aeyHT2tEmccqLHlwH967/+a/p/J7/oi74oGclnGkneSCIXFxc19rWaE6E8l/mN/wbl/lzyOCtJGCeFnDT2vSeTUP/ixJG+2267TRGR/m6QwCEffpJb2ug0exrnc4/M4X0He/ivUbABfvQzRiKHPVVVaW1tLRH2IAs+ZJG4UvJ4LHKYyxz6SGxJMsEB3dhPgsppJHsSOXwONCLEvFUn3PzNYy4lOiBONJkHjiSYYEhiSR8+bt26NZ2sRpxjGwZHCxUECgIFgSchAtU575P/oBAgOQRKf1iTP1UtERy6PLqyquX1oQ45MbzngQd1oxPMd7zrZt1w062u36Kb7r5LdzzwkA76lG9223ZddMVVuviKK7Ww3UlJ+I+V/7Bq4KCqZ5K07GB41UHTUdMRJzUj9ymsz4ntopOpHbt2a9aB/aEjy7rt9jv1pjf+m17/z6/X69/4Zt12171OACotOomand8iVQ4RfaKjxoF33TjObt01o+07d2t+cbuGHrvVJ5033HybbjQ9+MhB1U4YdjpY27H7QslBvOrKCQzed4r5WW2/8EJtu2C3Rg4o79+/X2+54V16x8036+Y77tbDtqm3ZUm7L7tcWy/w/LrvuZUa8zpbcvzY+RBkLBKSNScljkKk/kDR69uukGNBZyatE6rOyZq0arXDTq77lwMiRWh1OPLJ51grToIeMfZpkufXTnLlO/z7l1f10NFVaXZBWy+6SF1/Rg8ePKi33nSz/s223vfIAVXGb/tFF2vnJU74Zx3MO5AapfUMGXYdtWxohccWU38tKfxTOaFZ1JalrVr1mt98y21629vfqYcsU8ZX3igHDx3VQ/udHK2uq6Kv16Nb+NYszGuHbdqxZ48699//yCO67b57deeDD+rAyprk06ttF+8V1M3P6zAnWMafU29VYfzntWXnTs1v26YjtvGOBx7Q2266STfeeYfutqz1qlbPtvW3btWaMX9oeVnyCgzD+CWq1PPcC/bu1ZZdO9UaU3S/6447Ez53PPiQdSxoxyWXqp5b0D0PPqyu7mvEzQD7X3ut5Fcny3MZJoIwAkJXtcW4EqQSxB3yabRU0Z3odL+QMXYgPM0ztO+c3Lzhn/5Zb/yXN+jNb36b3vaOG3XTzbfrrvse1IEjR7XiOXP2d5fX8vJrr9Gll1+hOfvuzWQLQxGsW7UpNpw4McZNhHXLZw+SoAx9zSX9YdamVtS1K7KMY3NTx2PwKwKlFuyEOMDLbfTPzsxraXGbtvpanvFaVPWGTUDv60LmrarH3r7aKNQKpRf6XB35IvE9K/kQXGu+ObJuMlticUZjy1rxJIii08HDh1T7+hzMzkm8H9l21hvmynua8uS04Zv9XT5wML3XvcPX74033Kgbbr7FdJve+a6bdIv37r0P7teaTzUXt+/SpX5/vWSf3185EfY1dnLZT57eFZ86cq3g0czMjDipJJHq+z3t0KFDm4+i8hlIElL61n3TgDVgLsRpHvsfQk7eV8iiTeLGdV1v7EHmc7IZ4fdLv+fC0zPW6IUHXcxFF2PIZfxTPuVTaIpvq6VCwkjyia3w/NZv/Zb+6I/+iKFE9EeEIkLoh9KAf/HeQMJKSaLqrvTzjGc8Q5yccrpLPzaQLHLyCcOP/uiP6lu+5VvE47zMBTOSUmwnwY0IUSdphZ9v0MWXAwcOJDu2bNki7EIu8iMm9sFbqCBQECgIFASeOAQ2ooYnzoD3XbMjpA0hsRHAdrHhVlWr8akRCcjitp2amVuUOIWDnOhEf1Zbdl7gJGOP9l55ta68/mm65LprtcUJRzjJ5P/QlGUleRHWEgqfaszv2KGFHTvVzC6o55MmmUdOZno+ubv4sn268uprtdtJYX9uiw++GkVvRjPm233RRdp31bUOuq7U3C4nfD5VaD1PbSX5EGrcduo5cd22Y5e2XX65+G9VONEbzG/R/LZd2r77Iu259HLt2nuZ6qVttqdWSoYtp4uQfMI3s3Wb9lxymS72/N2XXqK27qnn+QuWuf2ivdrrZPrifVepb75VJ4ey7WP55VL1QPNLW7XNSfPMwhYHie6vCGmTeW74x+3Gyda8k+stlkmS0zqE7Uyqa/mvveYchINr40B86BM4qXby1NO6T1KaLVs18AnHtosv1ewll+uqpz5NO/dcrNrrVDno3W7f9l33FO2xnfO7LpCi0Uih9QgnttK6OvW3LGnG61mlE+JKsk3+5Z+eZh1wXOAEZ/eFFzsfX9LauHVKB09PcmLPfpj3Os2Yqv6s+3q2rdHQCYXqSrNLS9p1yV7t3nepdhm/kfFrZ2bULC5p4YI92rLnQs06qZR9W7VeL5ntCqnXk5ywLuzZo92X79MFTgoXL9yjlU6S98nSnot04VXXaPe1T9G2vZcqjPNa3ZejJ3V14yTefPZN/b4W9uzW3suv8s2PKzXv0/b+4lbNbN+hnZdeqou9fxYvu0JzOy5wYr6gRd8YqSrLMf4RYQkolKKp3SMdSxpayXt6bm5OnCKkgG0jGNV78YoI1V7vA05cDx1Z1YpPukkOR1WjajAr1mjOyfNlrOXV12hh7yUK30RRfyAviLoubF9teyvfRAjJGKgKJTLmC16H3Rft0cWXXaadu3drzntY7vcE/4Qkz3sf7LeAyU9MitP/rmRzJyzYaL8Jkpe2bdXS9m2ibqDTeMSGQPNFbNTTyLv/qt69K/c8+rLzevM5ZYNKkiK/F8xuWdSO3cbu0n3pfWhucTGtfbBHfTLJLqn9htOurvhA8qh6Xq85Xw9iDYxrBBxy7ZgZ2BrHmpNauNfArPsaP3j0qB56+KDuf3i/DvqmzsrQ113V04L37w5fi5f5/fXq656qC695imb9PqSB9+E67zyWMZH2pPw98DXXNI246bOwsJD+e6zbb79dJEiLrIu95nOSv//7vy8+l0hyxTUaEWlfzc7O+rIdCF7G5BcyXaiqKi35Oun3+3rDG94gbiTRT5tkkf3wZ3/2ZyJppZ8E7Cd/8ifTfxdyyMnu05/+9HRCyfsB4x/2YR+my3y9kfT97u/+Ll3JXirf9E3fJL49lqSY5BN/IkIkhIxnGeikja2comI3fsM39E0kTlE/+ZM/OdmETLCBmPOHf/iH+v7v/379zd/8jfCBeSSZJMjIx18SY0r44Xnta1+b3s+2bt1Kl377t39b3/qt35pO09EPb8S77dzEG3Hy/jRYfhUECgIFgYLA+xWBc/+vPQHXBiRj1x1+TYLDsGsmkq+rrr1eT33mB+j6Z3yAnvK0Z+v6Zz5HT3v2B+o691319Gdo3/VPdZJwuWYd1MvBl5zkdHVfzdysVh3MrVnoqgOr1n2LPj28/CnX6/KnPFUXXrZPBGmd+VuPq2oUcwtOSvZqr+/i77vyGj3zuf9Oz37u8/Qs05VPe6a2OwgMJ5+KWo75PKVn68PhYtjunoZtaHXoQKweOKnYpauvf4ae8oxn29Zn6VL7seCETEs7pN6MCPRQqzo0DjmIt6imp4GTkAut57Krr9PTP/B5eupznqsrn/oMJ0H7tLBjt0RwOZhXzDjo87yRTx/somJ21gH+lbrWGF287woNHBCNHdSP1DlZlNZc12CgJSekFzoh3HftdWqQIaWkEOxmjOElTjCuftrTtWff5Yr+vNZUadl+Vf0tespzPlBPee7ztBXswGt2Xrv3XWY7P0hPf94LtNcB6dwFeyQneASlR9eHWnfCGZU0tpx6YT4lYlc//VmWf5UMoOR1UW0cjWk4yd9+0SW6+ilP19Oe9Rw94wOeq50XXiTWFHlXGJPnPO/52ufELXp991dO+ExVbflhe/tasA977P9l11yr577kw/TsF3ywrnjWM7XFSXxcuFdzV16ryz/geXrOi16cTvGGMvYYWNlIB5ULuy/URT7Jucz4XP3MZ2vf9U+3j1drsGOPWLtm98XafdV1utwBX2e9Mo3r2hinVZC8tjOWsdsn0ZfY3iu8duB2sX3S1p2S/d3uffC8F32YE4pLVNsPb311xmcMVqY6KrUWF7atrr3XWDvXCQT7vtmy5lOU4dqqe07/QwAZEUJGBNKUXv1+X1uc+O/wTYcL7c/FtvXKa67Xdc94lp5qzK957nO1z3svFrdLXmN5rW2g5FP7cVcZMNukxl02srLcJDs0dvLCydu8b4hc6j3AZ7xlAAAQAElEQVRylW/e7HGyOru4ILuloU+1eUS49UxFrffLy+rPJCciFJXtxgiXzczA/m9J1Pc14UGLCNPUT5zQnhpC0lTzvaoivfGv8Gl650RylLCr1WzZqgu9P/Zd81TfeLpKM4vbpIq9Hht6RtJ4XYcPPOwbBWu+H7KgeV/rqoynWUIuJTzVKe00n3j5xsaSbyBd5DW6xNfHXr/vQVd43a556jMFXe6bDrzv1ebzG4YUvlZ944EbUkmJzvbX+2YfSRKncPxXH1/wBV+QhH3xF3+xvuu7vkt8yc2P/diPpc+27tixw+/hXUqWEtPGL5JTEi8ev81JJUPI/YiP+AhR8kU5fKaR5JWxF7zgBekLdfis6Etf+lKR5H3O53yO/uIv/kJXXXUVLLrxxhvT3IH3L/Zdf/316cuLOr+ZvOpVr9JnfuZn6ju/8zv1JV/yJfqpn/opPfvZz05feFT7/SQnnSSx8OekNiKS7IgQSSmJLSe0dGJn0zR6xSteoQ/5kA/Rr//6r+vlL3+5Pu/zPk+f8AmfoK/+6q8W4y972ct09dVXCx3YtuD3VN63kJGJLwXCPhJqEkxORfl87B//8R+nU2PGSeArX6tQnoetuV7KgkBBoCBQEHj8EDhlPPH4mfA+avIfx2N/RHCncihKGWodLkXT1+ziomZ9Ilk5QO5vv0Czuy5Sve0CVVt3SVu2mhYV/qMmB9EjB+bD8dinVtjlkycHX+Oo3O407KSuajS7tF0LO7YrZuYdIFSSA9/KCU9H9udYTmOH/vNbNe9AnOCvRsf8FqnuS6POsZ7l++7+0HXVjfsrVbazP5iVqjp9YY6Nl5x4ND5J7G/fZXt3ilM1WY+iMp+D9aaXkhRUdpbjnE7pVdWST+X4jGN/aauwYcZy5kyVE8ROPXXq25eeCPhat3wQKFU9NfZtxqe+jkD9B19qLaszE67Bp7qW7EvjE7bZnbvVr2dU+1+njZeDl4ETXmRUswvq7HPSVQ+clNZO4hdtm5OHhSWXxs+nLrPzS+ovblVtEqfQ/TnJ/P7lOWHtsoWGzio6B84zS7vUu8BruLhd2NzBEbXwoeVRYNujuQXN+BR0wXYOFrZJxlfmCdu04L0ws+R1bwbqkOn5lQMhMPTKWWat2klZM78g0e91GEajkTfAaL3V0Do6y2ts99DAtKYRciJsqCV6HzVbFzW7c5eWdl6oLUsXqOov2JfGy1pLg3nJGC9cuk98Y+zYc8O2yevZIiOtb5XwaZxgDuxnjQ/eb+rNqbU91fziZF2dTFTeE/gu5nWehzxTl7yT6rpW5z3tLidIS+Jkjr1KIEvf6YigcXqcIJDrraoqDWZm9MxnPVfXPv3ZuszJ5gVO0pd271Fvy6LXvaeWGyfGQnVjESbvLzV9YW+r0NDjnUvs7nytguOaT0Hol32a3epryGs16/2W5rRKa9xFZc9CqsOlRT8eP1Fb3wRbX/Su12qcdPaMgWr3d93Eigipikn9Mf/dGr3W6oyD9Y9G3oUtumvNbFnSnPf/bEry/L4j93c2iM8Lexd2w3Ud3P+w/Falea75LVulsI+qFJXXSsdenunZ7bGOzVrl/S5Ff6BdPsG/zInMviuv1EW++bD7kn3aevFlqnyNWIHSnue9wGJa33ToZB21yfr0JH6RcOFeWhtXSAy/5mu+Rpza/dIv/VI6meT/5PzUT/1U8d96POc5z9HcxlMIR44cSUnb1q1b9bznPU8XXniheDIBWUNfJyShJGwkhM961rNE8keSZTXiS3+++7u/OyW1W7ZsSd9ASxLHfx9CgsZpJnJyAstjuLXfJ77iK75CP/3TP60XvvCFSddv/MZvCDtI5kgQkcF7AMkj7wNLS0u69NJLxXsJNmV/sRM/9uzZk04g0QW//Nq3b59Isl/96lenU9kbbrgh2c6XJ/3CL/xCSsLNpohIcrHxmmuuEbr4f0Dlwac97WnihPRrv/Zrdcstt+j7vu/7xOnrh3/4h6cE9sUvfrG5lGREsIP1bq+Ik/e/G2PpKAgUBAoCBYH3GYHqfZbwRAtwoMUfshRLOfx0PON4sHPNQan/oKTPI44kH4xIDsZGDnJTzNXVTvza9AU9nftFMGyq64FaB0PrjuDXfXJQOdFonJw19Yw4QBg7QGpV+3RR6fOOfE6KvJH+Mf02wCokAn/PHbvREWCN3WU9zI3eQD0nD73ZOaPnJSDQ8x/7se0l6akHM9LsrIO0Ga07uXEO7ISh1dABJcR/WTAi6HbANiRitBRPlayvpd82dm0lcowjR1ctg1Sxp6qeM836JK92Ah0apUlS01SKqifZb+wlKSYSXXZSHO7rPMKf5nHnOXKtaqREtXEOH0hV9tx9Hku+tpMZy3zhg9dH7q8t56ixOLw81KGVdXWccgxm1e/P2R5jaV3rqyOprUVSpRhoZKmD/qyQNpa8rpF8Go/dMw5jUnkMkkuocgInra2NNFwdamSZK9bXshZVX2BC/7rHfHBtiZVGXptwLWwjNHYJddY9tr8tpZOfarDgBGNLonpmQW0z4yUeqPZYHbbZMrxlbF8ng2kCj1prXadlb76Vcac1yxppoCG+R18yJp3XqrX1nVuV651vBrBuYzaV+TuX66ZVb7RuFObqqerNe3kaLfP/vVrG0FhUVa3K68+1wEl/Zc4qjJHLiEiBq3+pv3VJ253syjY/+PAjHn0ffowr+3NsvFtTwrQZiBPN8KlmsL9pJzL+7LHkey35+uuML9rxvXUlqkp1z/uQvRVeVzplT6ra1yRlpconauFrxex2h5nU3ntCAnSihHAHJPS7PvmxDbRbG9Z5lu2S7RR+0KWQ6kYytjI2gleP9atThFRVxsZ7URvYjb0XBE7GfHI5hszka4BrrNVw5agOPOL1b5qUnKYbPcypauVXlyubpZ3crHsJXV9eWRNPQXSe2/RmfdnOqxrMKXxjQcZi5L2b9nJYru2Lvt/bTCO/P60P312DRT6pfrY6WcQhksOR379n/b7+5V/+5eIRWv7rkZ/7uZ/Tt3/7tyufLlInaWq8LiRsVVWlk8Yf+IEf0Gd8xmeIU1DGer5OKGd8w+Prv/7rxaOlP/IjPyJOPNEHkZQxRtLIyR8J6Ite9KIkg0dX//zP/1zIgDciUvJHnRPRn//5n08nkPyfoa95zWtSErh7927xpTwktvCt+v39da97nf72b/9WJMrYRHLL2Pz8vD76oz86JYHf9m3flvSQkJKsktzy36J87ud+rjihxDbw+N7v/V695CUvEXLQw80u8HuZTzx5FBhfSGCRDyGDE9jf+Z3fSSfEnN6SgDPnh3/4h8V7IfjBm4m+XC/l+weBIqUgUBAoCDwaBIigHg3fWc2T/4jksk2BXqXO5cDBz8CBb03QW/cVTvaqnoMegh/X+078gjGFfWROKCLUOICqTZ2Dy/BIT7Vqz5FlhqnxnMbzawd1BHTj1gFY1Oo5mGqcJI0ckI7Wh6pcD9sQ1kmwFY0D6ug5gA4nWuiTFEp/HJdXV7TMt0lapmxrJ6nqOVCve8nuejAQX2bTOhhZ99iaM5O6rlSFGxs/YTtliqpWVI0WFraq76Sus5KxKidxsm70NupFz6dMnbllrKDwKW6lEUmfE6q5+QWtrq+bXxo5YRp3pEaeG5UTroFj6p7WhyOFk7ZKk1fUlcJJgZWrcdAZxsQxpxxrqbb+Bb64ZnaL88payyv2d2VV4UQcG/szW2y618b6WwfsnfkriyXB5CZBo1Bd9dR5XOo7uJ3VqvWPWyUba+My40SnPzsnsKqduM/MWabtgKeLUM9jfesP93WavGoX6ElC2jZp7axrbOrUaGxbSPrWXQ7dN7T+cTfpb5zIMj+QUYXXq5Fsh6LS0EqbsD/GeewAu/WczvVoZtWmGxu1qsr81tl6LeVXZYqoVVdO3JqexmAzt6QZn2iOrHd1bajWyVpVz2owu+h1Q89YEZajSl0XTnrHliK3NDllTK2NX96zWxaXrL/WwUOH3VmZTv1TVcePR4R1RZrAtdE33uAc9kfYkPhth3Ebub1sv1bsH4n3qJP3l2yjVBu0pl/ZP+8tjyOwtcV9Xy89n5gpKuPXSSGNu07hCfhYNwNVHusk76mRfz8eP1MY2B786IyzDbHyymsQGvnacOPYj/mONR67GmvgDWGYQr1eT64I0zpV2oDV29r2hw1KayOA0/rqWjrBqrxuPZ/6y+9bUu3B2vwu/BOtEGdJercX+NPJe2tV9TQ2L/tdYRm196LXSe5vfP1Vlj32tZNItstSwze55PeJLAdZT0Ya+iQSv0jWSO7yCeSsE09OLCEeOSUZhe/5z38+hejj2hv7+iHxJKFjDskeCRtMg8EgfRaSxAzZJKPMYSw/4rq2tib2xQJP8HiAL/JxkR6Ppez3+ynR5PSQ5JVEj/6IEGMQbYgEk4Qyf8EPYxEhEj/GsQ1bqOMPSSefo4yIdEoKf+3rmC8igg+74MUP5NKHvfwdx298oo5P/B+l2MfJKd9iyzzmw0cd3ymz/dlf+goVBM4jBIqrBYGzFoGKN/SzmfjDBXr5Dwt/ZGhTYncz8B/do8sOYRwuORAdOfLh1GXkSGZ91Dp4IsCp1DnQgaqqd6zuRE4ERwRJqiy28u9Qr6pNlQaWN+N67ZEwDZwc1A7KwlxVNArX/UtuyqyKkGX7l+XVTtgaB8/ROHFIg9jQSFXjRI16mFe2Txr76PTBRw6o72RspHBSGHI0rUkA39tITCtPHTgI8ClC9KyyVs9/vKvQ5ivsc4fUzr8ddYb1EnRCnduQnPTIs82adM/2YnN+q0YDn941TpC75FujGQcklaR+HZrpNZYeyZ6o+lL0NOcgd7ZXKZCGUOOlqhKvvhOmvkf6VjHbSLO92i1GpMr4zTn5mzc1XhP3SE6khFxTZdmN7anNPmvd842EnL7lN72+2WdNffVcRx2qO/+CZPzDOGMHZVhXVfUU4eRdti0s1BSmXlPJRaK6khrLr9yCSMgr8/dtz4zXc9Lum2dGtZPGxv21dQbUWqYJma6ln8Z7y0Ni/qxPf5gvcIWikUzM7dteiACfvCUcnHdeL40qNdYDtHKy2XN9xietVdh/NaIMy5ojYdDk1diJQdPYg412U6dK7dPklFT4mqiN2badu0Wicf8996T/y47AOCIU8e6UBGz8qgB7ox6pHlJV25WewtdTa3tGqryHK5tdqamNVTVruR6PSlV4mU3aeNWV1CQ5Gx1TRd83DKQQ6x2qdeJr0O+d2PU+tzENendBlbtMXqvGSXs0rIHbqhRVo9RXNRMe97nyuPxEhCrj5yteEb4KO/n6lHoD41VJ634jrBrjFG5Atu3A/v0i6Ccof8YHfKBqX+9a8Y0MhW9AjcWj/twgarmTppO/vNW9vjJVgi2812tjkvat5ch7QpRRqfO119U9ta4PJWVqTw60Oc6dn7ETQq6dwWCQjOZvEsleXRt/9/T8/uhi84cEbLOxUSFZIrmi2ff7LSV9lFkOxSULSAAAEABJREFUdYjEMPPQJgll/amTtFFC9FNmu7J8Elz6p4lELrezjCwz91NO89HOvmUbsS3Xsz74IPYaJXTRRRdpWn7mpQ97I0KcUsIbMdkkjNEmid22bRvVRFlfavhXtj9iMu/E8SzHrOWnIFAQKAg8xgi8b+LP9PeFvzfnElURoYizl/Ifo4hIK8cCUGnJohzpDBxM5T8y3Pkl4M5/GMPB4fpwPZ3Crbpc9WnYNK257ShI6ciF6Mfy5EgqTNWJ5EAOCyA5aMMGKPxrmrrUCEWEZP1Kr0rdxpw2ta1yo1wejrW2PlLdazS7sEXzC0uqejPCtrGUgjPKkSVQTqh1QC9MVWCXhWJz5zrRX2cj0ia0TxGRbKkcsNepLoXklpJF4TrkwhqQ2ThgbSx7EjxbdOJHNER7ZGaCxhGJER3JKFd4prLzqNema8dqXWJX7SHKbGtnQa0zKw+r8w2CdDyCDJ8CaoO6ceUxK8pzKc2DChtoQ231OJJtYbZE/mUXFRGm2r118skV+1OZqGnSZxtSJZeWn9q5dH+YfZrcTJg5dN8sSTghfKtg9rwkx3X6qKeSySbq+J8JlCHmYjGyPVXQ5Jcnoc1rKjqQL1FL1Lk/rbVbnZUxnAldQ5+Ytw6K0x4PS3cg3HOSv7i0Qzt2XuBT5tV0SkKQPPRpDGuWCbk602tDGUWLDV1nnMNLFKmkrz3BLnjNlvbuyOvP56ZTOR6JkpOykRPjUWrTN9Iw1VuP03bpzQPvmcx7zMbTAhnPVD5mWs4s2HtdppD/+f3GVdckb4tE6+vrWjONySC9D1hbBmrvAxLEZmZG9cycNOir6g/UOEGqm5DvWajnkj2ULkQuPBbNxJqyhu2GdW3an8aiqt1TqaMdPZeNiXa49JB/wvRk+hkb05x44RcJE8kV/bQLFQQKAgWBgkBB4L1BgL8jp/v7EhGKOHeoIgB5IulMugGchTqxzMHw0aOHfEIiQhytLa+ksufoPZw8ciLX7/V1OmodCnUpOuscpZlaazPFCeToWROCx+RkK8zKTy7da2lysA1rZ/ZOY3dCjo+dgLnfbZsmyKmZbas1mFvQjr2X6aprr9NV1z1Fu/deqsH8Fkk9y/Ac11pLTj4z0TLC7aTX9ZRMdK4QFDKeyKNOOGXq7B9zIfzyVEGVp1SWbU6aiex2Kj3k0r+TrLEql1B0nfvDPtZq5ZnuD/QmMr/HN22lj3EniiTwtUsCWPixpbMU6gkM88m2ZrIYWZGwl7Vk7kS/hcBnn+RTP+TZBVjFnAl1at3T2T7E+pDHKtoJtVJai05yziszTsjtVM+l+Wjjwia5b7NuM6hjGyQUe9xqlQlRJNskpNME7tgNoWNikL1g/omEkA1CRZIND32eMvlhFTdq7kc+RA9vVlXtRIBkk6uj7ivmF7W0a7cuuGivOHHhNIXTicRbVao2KCJEwnJK8k0clgFCVyKuC2xwI6zPO8SrINd00hc3iHrWR8mJ8CY542ls6/HUaDJeKc9Ztw2ntM+J1pnGwNRLmZaP+pmI/fSe0JpvJkHrLk9OviH2KOxcPwWPoU5bovMipGvKHewrF6l/fn6gmZm+auOpqlE9O6+tO3dp14UXaffFl6ruz0mccPZnpWjSdgwprRllEtJZmp2eyO+MVZf46IbC+5Gy83XZ2o7Ws1tPSX2U8iVBCVHP5PYEk/cNg1Nh83j12510nVD2+/10/VCHHi8bip5zew+V9SvrV/ZA2QMn2wP57wjliX9fzpQ/nW3jji2r9AfSlbOyjEhhjwAawLmDTElwnB8bqmIScOeTTcY5sUkBj7O9saOf7mSl+/A7Ks/PVHu2m8rkpuMnfpR+YQ+kY6+Jhcfaj6aW5xxZHWlIBmThzcy8+rNONOu+fKCjZQfT2YxaDhYdEFYOGhv725gfUzElHGFOKBTx7lRp0jcplU43mQvl84eYGJ1+Ow5MZeXgseeBnvVRNpVUh2xJqLLMyrqqyh1VJUEW2NWVopLCZeW+KkIuxDyoCbleuW9CFiSLkjtMIQ8mYk6ikKqQVNkqy1X4VxqolXjzkIdJwh3aukcyJHqfX8jcIGQhM1yZpolZrSo7Ybg86p/K5B/4K8x0u+c2GIJB7XZ2YXPdPG4RSuTxzVLHXoHiY83kakQoIpJ+11zXcVShyKPuVTdyauWTQzkxkA3rDWZU9Y4PkEkqeIw9U98B9OkobGsi+1m5DjXuqK2zZ6oVgirJLbm1QeHSxLU5obG6dqxxok7cYDqOUv/xPFzTg15f/TPYeKrxXr8vQyeboVS68mhK1jnTmfj7/cb2nY7ee/v7/RnvASPrJF/5xaZzPe3LTlpbG2rkk2vWVfZPXpvO1DjR7PtGl5q+VPc8o3ZuybuB1LrlqW5LEVD6ler8igiFJBfKr+PqaaXzyKRM17CryS6XmEm9n/DpG6Nzl+yOJteZVNfGkT88dJpOtfdK/7m73mXtytqVPVD2wOO1B/xn5JR/X/i7c04RgcjZTAS+AJ4JW6kTjPIFA7Mzs1pfW1O4c3HLfCqpz/quPkFO7V+No6GTlZXHxl3rc7aR2m6kziS+nYYEEBo79HKyKge74jhrPEw8idezWodk4fmJzJrKjbYFOnLrFBETcnQVptp2ust9UkiKulFXOWisHfj59EHz81Jv4P7a4/Uk+OtkWRIBdmCTKWwXJwuBEPuhRGa0jklyNqnjHdTZfki2b5q6dl3h7La1j51l4nYm2h26PA6PUmmv4bN4+MYEV66MbSlfnDJ0CY2tB2qt110yXInMqta/WuPcWqcgcDe/xcrqxIkkZUtHmj+SbOeEDDQ/1g/PtC8GSBB+ZoroVJsoExmfym1Ca9rYBzFvuqQOjW0b1CZ7bQdKp2hsx1ovBBhDXaq3drlVZz3gl6jFNPdtlLjWGofO+HWW0XnGhMzn5ean6/gtwZsSHPtsdsuVXDX5tweTjDTgtn88kBkmAvjtjRK9xnurJzUmbm74pJObNrxxwgJFhBqfhmU62R236T6rT/bZFUGdf0HhEhKPcppa751pGjnx5ZFZ1mZCoco7PlNEKOIY5X7K2v3M4XqatuU9rvuGTpv2XZtst8mbJdtumqbHNn021mPftDodTU7wRj4BO56GPrGE3mObPW96TqvwzslkgzDOPuXrYmbQU69XKyIkIyyFohlosLCoLdt2+VqrNBqHRp7HdbfeSnzSYDjsNBy2vix8k4L9vgEAe3bkOryQt/vk5o7n2RBLl/L+C1cTeSzxuS3v08q6OPGX7XxfT6insXgi6vna4XrBPW508uU51KEnwqais5yUlD1Q9kDZA+f+HjjT35cc+50rZRURijh7KQPOH28oIigSRUT6Onb+wHNx8S16DJCI8h9ZUzeLKk85WUmfPKZwGOukL0yqK6n2TBeprEPK1NRmrRIpwnFVp8pzE1U6VqfPsipT6IR/IdUWHxs0djy37jxmyK81GqbhWMP1TqPROPHWZq6rWlXlRKFqUsljw5w4emhDQ5dK2a6IcDEhbDie5PlQlcq6qlRbQc/yawNVV1JTSb1Kqt2u3C+XUOVywhvqhTwOhWRcEl/07FU9oXDpuVXt0j8TRzTR6b6aMZNcZz4lTR+fKsxvN1U1Idk2pbJy3UTdFI08bqqqJNOFwr+gyiVUR6WY+le7nnoipA2q6lqV7ZdpuqRe1bVqJ1/TFAYmkUGirN2u6toyQhW21lJUUGUVXpPK5WYf/Sa33S0IX7E5avigybjMw5g2/Ixq0p/6Ns2fVEL+F5nMF8dIx70sRBAMVlDVWvdeG5EQOolIyYTr+bOcTOX6Ox3hwyZZbGVDp2nyCGyjXmWqJ5T6jB9l5mWtKgt6NAQvxNzT2XbGsV5fyEhkWKxemcLtaaI/3CdTZT8NtxLVofo0NDnBa/TuZd997ztVNvI4sqH+Uabh+qpPOdfSN5Hyvjh0IjlqQ152U6dmMKfGOETVS/54WcR9ib4v8P7G3lZth2vvF1MNVfWky92+POy/NinrpUz4hFRXE/Jlq77B6yWS+h4YWHffJ83nKskvvjkVcjV9GRP/HQn/zQnfNHuu+lXs7r9frs+CY8Gx7IGyB97bPcDfFP62QNT5sr/pvy8R4b/b5w45FMCNc4c42cTa2oEPpzN//7rX6YNf8EJdsHOXLt17SSp37dip3bsu0JxPP+uoHBydnCoHPI3v/jeDWlW/VrheO/FoTP0N6jlK6tW10FfVtarGZD74mdf0Kgdo706NIzeo53JCDrabRk1vQn2Xg96M7d2hrUvbtGXLohYXd2r70m5tXdyuJfdt37pDs70lzfQW1VQDB2i1ZqueBlWd2k09o/6gr2amMVFCjXqDY9TYL6jn8jiyD31TE54TPVXeuI3l9qq+6KvcR5tviJ2re5o3zaE7rNv1XjMjqPJpSeV21eup51PlweyMBrNzqd70e6qNV9/jA/MPmoGo1w5g4a97fiNqoJ4a41w1lDNqjEtlfuQ2Ta2B58+ab2CiXbsv6bW8JuELzzHqeRxqerZ1g/q9Rg2U+CsNKHuVoor3iCrzJ8IH1+u6VmV9YT2VMc5Ue081tM1XV7V65u25rDfaldtVXQueY2T/ewPbaerPemxW+Fkbj0T47/G6bz4T61whD4pK9RRVVSUoIhRhqhtFVU8oeh5r3F97zy1qYWFBXEv9fl+9Xk+UNbY1jXk8N05DdWVZE6qrSj1TP1GoXx1PPcup3FebKtsM1VWlujLFCVTV7p+iqfHK/FBdVWe2zzojTm5/ZTtqr11jokzkvVabmhOIPqhJe26gnkuoqfuqpqlqVE1T1KqOo3D75PZEvOf9jfdE1eur6TUTairbVm/S0sK8FubnvL7zmpmZU38wq55pMLeogU+4o+opXXesfX9Gg96cBvWsevUgUV1ZXtXzWvbU83tD5XVp6koD6x0Yg9p8UOOy18yoV/cT9T02Ic9tPNf7r5dsq9TUYaoTRcR7vYYRT/xcvjH1ggsu0LXXXiu+fZX/vuOtb32r3v72t+t5z3veOe1bxBOPb0SxIaJgEFEwiCgYRJxfGJzp74vOsVd1xx136Gymd73rXbrrrrt08803p/Kmm25Kd5EfeOAB8X9ubVnYkr5l89DhQ3ro4Ye0f//+dDefI+bVtdXTLkd0HnZApXAZlfxjclm77aBKLsNj6SNSLhMrHa7LzKFKbdudlo49bjcWyXLrI81M7pB4pHQ01HDUilOH9bHkqodc8amTGSSNFRGJsCViUne8rNYnUq1PQltPnpScjB4jRCQaW1JryqU7/WOZEo9rWqT1hOQfuRGa/qfJK1xYaYQr/hE8rnfuk0ud+DJPRGgy7sGNekQYOcnDSTf65b5NPnmEH/dFuFJNbGRSBG0TZWTsJR7vg/DpOBpJQNyOzWuGvB5Drxt1ZCayyM2SOmS9rPmpyFvAay+eDBSPE3qZlKkbt15D+2g5mNpZFkR9mrDVplmO+d1ou1GqtxuP8Hb0tUP7YLIjY9c776HxeMamB1EAABAASURBVGT5Yx2TFa6/O9V1rcFgkKhxMhl2Jtjbac2k9fX1dAJGObZcbbwq8zVNs9E6dRHx7jptiMJToMrjUFShylSbKDNFhCJORnL/NB3jqXSsrvfl5es/IlSZIo7JjDi+bgZFTPoqMQkKpWdJ3U8Z4l+nCJdTpMf41Xp/8Bw6JXuu9b6mKxPrX1W17dowpOskX3CdS18+Uii9goqHxEZmICpVlRThkZBk8jS56bobguS936plz3bs36FNGU/Ie4n9tEneu603OtecWdO8DiN1br8OHDggnqbhb9G9994r/i7xBVx8GRd/s85t794j6wtzQaAgUBAoCLwfETjT35ezOXc7mW3VpZdeqrOZrr76au3du1dXXHFFKi+//HLt3LlT/FGvHUwfXVnWTbfc7KCn0+ramkYObNaG61rlv4NwUMXnCE9FrQOedm2sdtXkcmwaOeMbmtadwCVykDRKwVOnkfvGw1atx5kHf+fxNgV5nU5WdrbhODJvt0Gtk4fR8gGN1o44eei0YtuPOPk8Yj3D4Zra4VHTYdNRjcarWnMmumpbVp3M0B6PVtW53jqR6rBjo+zMQ5uSMRLRscfHTkyny5H5htY5NmF7R5IzXrcf1t2ta+j2sjE66nFo2SU2jEbmGa6qHa1obBta492uGxfjOFoZC8qY8rjm0DLXsN9EfWQ/xvYRGtomiL4WOcgdrtjnVcteF4n4mnlWbSsl7fFwlMZb+I0l9o83ypRI2k7areck7D2WMN9Yi9Zlps64tBu45ZK+TGOPT9PI7Uz0T+R7/7i/tb42l0nmWPCM3D+ZM/Y6dqZx6h/bL3S2Q+8d87NOicZDtRvUda7bn66zDkrW29Shx3PGLkeQx0ZTNLZOCPx51Hx1eUXDNa9b0mlZLqcxSX4Yl1wyl3m5faoSe+GF0L9uvdCaMYfYqxD7BmL9Rmn9W3EtMQ9i7nGET9M05Rt8zIFOZdej7R97L03TyHsbGnrPZqINjT0Gtey7tE/Bc02tr9l27HJjzdqpknU7njo9WtseFZ+vUa7bznui9bXaGvfJ9eA9ZswOr6xqbX3kazrrZe1t6/qK33dW/f7R2f5OY94vk0+rbkMe93sQWK97HdYta+S1Hbveeu+0I8swsT/xr2Wfskc3aOwkdEKtxs4wW++tk9Gj8tFzz3Y+Ek1s5IbnyDcBH3zwwffvOp8DGOB/oe4sWfdiR9mLZQ88WfbAqf6+nM2528ls8z3s92M6fg6K4j59qEr36ymVXlX6LfenAcrUM+kPt0OaDOm9fyGj9nTIhX8sPzhVcukW45nc1EShx+jUsVdu5lK2bzJq3lQ5XckYlBiTiphUtdkIj0PI3RikgOQX5YQq1eaBwiWk/Jow5JbL6gTSMXVSqmvzNc076TxeHOP0u2TAumlps5y0TvU7NgZyudF8D4oq2RvWh4xcym2lV5V+n6odG6O53GhuFrn/xHKT4WyqYOTp6Gyy9b205WTuvZeiHqNp7LdpOl7NtP15ZLov1/NY2txpLyNTqfluPCqvgkBBoCBQEDgpAqWzIFAQSFFEgaEgUBAoCBQECgIFgYJAQaAgUBAoCDypESjOPTEITG5ZPzG6i9aCQEGgIFAQKAgUBAoCBYGCQEGgIFAQeBIjcIqE80nscXGtIFAQKAgUBAoCBYGCQEGgIFAQKAgUBB4XBErC+bjA/D4qKdMLAgWBgkBBoCBQECgIFAQKAgWBgsA5iEBJOM/BRSsmP7EIFO0FgYJAQaAgUBAoCBQECgIFgYLAo0OgJJyPDqfCVRAoCJydCBSrCgIFgYJAQaAgUBAoCBQEzmIESsJ5Fi9OMa0gUBAoCJxbCBRrCwIFgYJAQaAgUBAoCByPQEk4j8ejtAoCBYGCQEGgIPDkQKB4URAoCBQECgIFgbMAgZJwngWLUEwoCBQECgIFgYJAQeDJjUDxriBQECgInK8IlITzfF354ndBoCBQECgIFAQKAgWB8xOB4nVBoCDwOCJQEs7HEeyiqiBQECgIFAQKAgWBgkBBoCBQEJhGoNSf7AiUhPPJvsLFv4JAQaAgUBAoCBQECgIFgYJAQaAg8GgQeAx4SsL5GIBaRBYECgIFgYJAQaAgUBAoCBQECgIFgYKAVBLO934XlJkFgYJAQaAgUBAoCBQECgIFgYJAQaAgcBoESsJ5GnDK0LmEQLG1IFAQKAgUBAoCBYGCQEGgIFAQONsQKAnn2bYixZ6CwJMBgeJDQaAgUBAoCBQECgIFgYJAQcAIlITTIJSfgkBBoCDwZEag+FYQKAgUBAoCBYGCQEHgiUKgJJxPFPJFb0GgIFAQKAicjwgUnwsCBYGCQEGgIHBeIVASzvNquYuzBYGCQEGgIFAQKAgcQ6DUCgIFgYJAQeCxRqAknI81wkV+QaAgUBAoCBQECgIFgYLAmREoHAWBgsCTEoGScD4pl7U4VRAoCBQECgIFgYJAQaAgUBB47xEoMwsC7y8ESsL5/kKyyCkIFAQKAgWBgkBBoCBQECgIFAQKAu9/BM5piSXhPKeXrxhfECgIFAQKAmcrAl3XaW1tbdO8X/u1X1NEJOr1epqdnU31fr+fyojQjh07BB+Tjh49qoMHD1I9jlZXV1N7ZWUllfxq25Yi0Wg0SiV82LC8vKwf/uEf1kd/9Edr27Zt+uRP/mQdPnw48cA7Ho9THd5cp4MxSuYzRh2bKCHkU0LT82hPE3ZmfSf2o+PP//zPtWXLFn3Jl3zJ5vCJ8qb9g2kaV9qZkJfr0/bRNxwOKZR9SQ3/mrYt+wfPiTaYVdiR5eT2gQMHtL6+TjOVR44cSXV+PfzwwxSJkJnt279/f+q75557Ujn966GHHtpsog/5WSd+Q5mB/qybPnT8zd/8jWZmZvTv//2/pyvZTCXrpj5N6Mht6sjIbXShg3buv++++2hu0gMPPLBZpwLuELJYe/og5LCXsGNaLmPIBm9K2pmQgazcpkQGZSba0/OQwzzGGaPMOulHN33TlPkyllneNC++5H7WOO8V5OR+yuk56KUPHgj5WRftL/3SL9VVV121ec3Th2zK01GWgeysL+8p5mErJXz4TD3bm/c7ONE/TfCyTvQxlzLzZT15vdGNP3k8z8t8zM19WSd9J9K0v7zf5TnIhze3qWdd1CHwpcz9mXdaJuMQvmUMaEPsrTyXNv7Qhxx4sYf+aWI8t6d9hR8djGE7RB0bIerT7we0zyd68iWc59PqFV8LAgWBgkBB4KxFICI0GAw27SOwaZpGV199tf7rf/2v+o//8T/qP/2n/6RXvOIV+qzP+ix95md+pl7+8pfr8ssvT0nC/Px8mk/gQmBDMISwqqooUsKaxwiCCBAJeNCBLtoRIRK6r//6rxeB4ud//ucnHSR4yIO3ruuUKEWEqMsv5hJAuaq5ubmUEFMnSaYkgCSpQcYjjzyS7KWfQPfQoUMpqbv//vvpSnaiLzX8CxuxG2zQj2+0ScI9nJJs2tQhZBIA0odd1JlLmQNL6oxjM74zD/soMw+6aIMVZQ4msyyCQjBnDBszFvRnuWCPfGTCQ33r1q3ipgF1yoWFBWU7uYGAPLCHHxtpb9++PWF+0UUX0dT//J//U9/7vd8rbNu5c6duu+02kWiiD/lgw1xsRQf+Ig+d6GIMOyMi3bRgXhJ8ml/4xDC81ME5IoRM1oQx9KGbOuOUF154YVoj6tiQfWTd2RfgBvbIhbAPPuSwl1iHLBd/wTIi0t5DL/tJfrE+zEOWmwkbSmTgf07WaUeEcsKFfvTCGxGbN33QST++YivySe7Zw2AKfy4jIunLbcaQC8bUWWP2CnaAC4Rc7EUPPBmLiBB89CEPe8EE+/EdYr0Zh5ANLtQpsRVckE+dtUYG4xGxuRbsKfrgxQZKsMNn5mAj41yL+IE/tKkjm3WHlxKb0IHd7F34WDdK9ieYRYRYU+rIyOPwYCdYRARNMU4F2djFGDrpw1+wwtelpaUkk/eOiEjXCDbAxxx4qGdiDJlZPrYwhkxKCH3oYm5EpPcm+pEXEcJn+YUs6mCGX6wvOIIdMrJseMyernHGqTM313MbDLENXDLW+VpBHnznE03+ap1PHhdfH1cEirKCQEGgIHA+I0CwAoEBAQ7BzPOf/3x98zd/c0oyfuEXfkE/8zM/o9e85jX6+Z//eX3TN32Tnve8520GQQQrzCOYIVhFTi6pE0QxRnBImQMvdOYA9J/+6Z9S8PxVX/VV+p7v+R699KUvTcE5cpEBITO3mRsRIvhjDCJgIxHIwRZBaw6mODUlQIOPhHRxcTElqLt376YrBXgE2ARldCAjIjZ9xGZ0Zn3IwG8CPAIz+PEtIlLyi8/IQz/98gv7IiY2E9yhi6DVQyL4hB/7aSOfkrWgxHfsxw700YdO9NNH4keJXMaYxzhE0kIfBA8lviAn66PvggsuSAkVdebgA3y0ob/8y7/Uj/7oj+qNb3wjTe3bt08kmjSQi385YYiYBProxxbwxtaccNGfeZl/KiKgZgxs4EdWRAjswQMfGMsnmvTlE5q8VvgALviDHewL9GMvNjHG3qQPXVkme4256GR9wJg5rCf7CV505Hm0sQssqGNLTtYffPBBupT3O3rpIFFCPzLRxX6hhA9bkU/yxPpjF3NySR3bIiaJLAkUfOjFBhIkEgqI/YSPWQ9z8Q+/IiYJF21kMAYhC/t//Md/XH/4h3+oL/uyL6N7k9DNPsFmbEU260U9YnJTgDVjAj5SZsI+9IEdRH9EpP1Hv/wCS3CCF+wpsxx0Mw8s8DcnSYzjL2P0W0y6zvEfeewB+iDshI86/WBBHZ25H3/og7he8Zc6lN87sBds6WMec+ijjX0RkfwCH/mFLegDN64HeLEVvJEDRRxbE3yKmLQ9PflDmQm/kIF8ZNCfS+aih3VFB7zsC3xkbbgW4GEOfMjhegJr5NF/PlFJOM+n1S6+nu8IFP8LAgWBxxEBggwCKQIM1BJ8EIwQmBD0EpzQDxFMEbTkYJs+Aml4mUebQIpTEYIW2lBEbJ4ewEdATWDDPMY5OSFhuO6663TZZZfRlU580E9gecstt6RTBAawgTIiUhAnv26++Wb/lgj0sm0kHTmYz3Pou/vuuxPv9C98IPEi0MM/xgjG8IXglTbBKXbjG+1sO1gRmEH0k5DgG4Ec8rAf/eCRk7N7771XyEUXQSu6sAF+fCYIvf322xGXTo+xA7l0IA9d+BIRSQ62kJTQj25kYxfymMM4JQQPa/6Wt7wlPbpMkkk/68wa5ACZRId++Dlhe9e73pXwxi/wxkbGIXxDB/ijkzZzCHIheMAAWfhMm31A+WgIfJiHjxGRTqrBA1yQiU5KZMFH8sF6ghH6sy7q8GAffdibA3P40cM4spBJnesi97N+zImIdIMC+YyBObwQcsGCOtcVuFHftWtXekScxIl21su+os6aMBeKOJZcsJb4yRx0UyKXfvYjvtDHvmFvUMdmxlgrkiiuCWzEVtYh20c9IsRasZ74jT3N7H6GAAAQAElEQVTIYD9kPvRif8aEMXgg9gnj2MjNE+TQD+FLlsGa0Ace7HXmMMZ6Yeudd97JcNqT2AUedOAnfKw99uEHfXl/owO+iAlm7At46IOHkj2dcSLZo2/aB9rIwRbqzKeOHbTvuuuudFIIxlyv9P3Lv/wLRSLWjwrX1Otf/3qqmzeqsJl1wa43velNm2P0ZZ3ogVgfrkH2KTbDjO8QNtHGroiJr2AOlowji3H6eI/K/qKfMdYVTBmnjc2sHXPYk+hmHDtYZ9qMnW9UEs7zbcWLvwWBgsBZgkAx48mOAEEGAQiBDL5SJ1DLd/IJPuChj2AFnmkiEKX9d3/3d/rKr/xKffzHf7z+v//v/9MrXvEKfcEXfEF67JLgiqCI+cgiCMoBFJ8P+4RP+IR0cvrOd75TH/mRH5lOrzhNIWh63eteJ8Y/7/M+L514oisTtn7GZ3xGGuf0jaCOQI0Akf7nPOc5KZj+uZ/7OX3RF32RPvVTP1Wf/umfrv/23/6b/vmf/zmJwS8qBJOU9HPK+jEf8zHplPX7v//79Wd/9mcpAX7a054mAl/mRATs6WSSQJPPn/Ko8XOf+1x9yId8iL7u675O/+t//a/Eg505wL3pppvS6TD4EBj+wA/8gL78y79cH/ZhH6YXvehFQh+JAon329/+9vQYM5h+1Ed9lD7t0z5N//Zv/5ZkgimJByUdb3jDG/QN3/ANCQv0f+iHfmj6HCz6SJTgIQHHjv/9v/+3PumTPik9Hou/zOMxZh6fftnLXqaf/dmfhT0luwSj3/3d363/8l/+i37lV35FrBEn3Ndff316rJrAlD3ChFtvvTXJ/M//+T+nz+K+8IUvFHN/+qd/WjnRJwEiwcB29gTzTkcE3yQJ7E98+c7v/E5hY8bku77ru9KJK0kVa0/Cg2zW41nPepZIgjih/7iP+7j0+VtuXhBUo5Pk56u/+qsTTi95yUv07/7dv9Pnfu7najppQC/y4Ec+e+k//If/IPYWnzfmcfP/83/+T0pI4GGPU5I4sNd4DJ11/J3f+R19yqd8SlqjfG2xv/P6oSPb9Ud/9Ef6iq/4Cn3ER3yEPviDPzjtQ079eQoA2WDIvIjJaTp4kgDxRMIHfuAH6pnPfGa69lgvEhLmIJu1oqT913/91wJL/MYf/GDvcfOHcfYgJdcp/dgCjvSRLFKSpLOfOPVmP7EurP2rXvWqdCIKD/iRmIMde4lr64u/+IvF+wX7gkf0mcv+/5zP+ZxN7JmLvfhJ/VT7m/VkHD3owDaSq3/913/Vt3/7t6c15VrgPenrfE3yfgJ/vo7xD0yYTz8+IYP3qb/5m79JHynguuY9iPe3v//7v9f/+B//I532Yj9zmA8OfAQB31h7+iHWlfclPvPO++GP/MiPiD3NGLrB+R/+4R/E+wBzsZP3QK7JvA8zLzcSqEPYR3mm91+u77wnuf7Bk/3D++WrX/1qsV9YW/SyNm9961sRmz6vPq0vdZ4Hv0rCeR4scnGxIFAQKAgUBM6AwGMwTKBFQpRFE7QR4PMoHX2MQdwRJ1ihjzolATMlARPBEo/ckkx+wAd8QDpt5DE8gu6//du/hS19SQyyaBCkEdA8+9nP1lOe8hTt3bs3nW684AUvSAkrj/SSkJAsve1tbxOBJYEkc7GRkkCb0w6SIPQSKFJyanfHHXeIxPMLv/ALRUJAksgXnxB8EUD/9//+3xGRHk/LQRt2EnTxCOGNN96YPvNI0kiCSsBPsodOMIuINB8fvuM7viMFtwTW+H7JJZfoH//xH1MiSTAOYz4ZIQAl8CNw/bZv+7aUYGIzyc6b3/xmYddv/MZv6DWveY0IlC+99NKUQHBChB8EpsjDV3wi2furv/qrlMj8xV/8RXrElSTiiiuuSEk1Sc7v/d7vMSXhS4C7Z8+ehCc2EuRTst7ghl0Eor//+7+fHnEG/49x8k0Cf+211wqsXuGbCeDEFyixVxBOMshNgh/8wR9Mp9kkSiRkJOvgnZNYsANDkglK5p6Osnz2AJ/xRf473vGOdFrIyRxtkgGSaHDkxgE6SG5Yf9bmF3/xF0WyRlLAvmMfc6JGEo2ffN4TGRdffLH++I//WF/7tV+r3/qt30pmsb5537EPuEHC3mKfkiSxT8CCmwYkAdle1osk6f/9v/+Xkonv+77vEwku/dlvZGMTJTahkL1HgvPbv/3b6XFxMKQf/L7lW75F4EybJCYnLnyulpspPO5Ows3ewF9uIJDkcCLNHLChZAxZ3AxgL3JN3u4T9W/91m8V6/wnf/InsKWTZPC67bbbhJ/ZbvYdDODP/mKPYwvXMokca8He+KVf+iXYBH6sDXuJU77f/M3fFIk7SRjYc/1jG2184TrCJvbImfY37y+vfe1rk56IyTVJovbKV75SP/VTP5XeW1grdGMPiTzXMRN4H8M/6vgEceOCNjZyk4uknTbE3iBhfI2vTd6PuGboh3ivIokm8cd2+iD2IusBPjyKDt7gwRi6uSHCvuYa4b2BGxm8V/zpn/5pSnbBC15k5ve9iImfec+c7v13Oskm0UQW7y/4hk4+GsENKk47ef8gSecJDPh4r6Q8n6gknOfTahdfCwIFgYJAQeBxQyAilANJlBL8EhwSbBCw05eJgAci2KWPYJCSQAXeb/zGbxQBPMExJ0wkMwRgEIE1vNzVpyTYIkiDhySKk0HkEdSTIH2hE0UCQnghAkb4qedElyDsyiuvTI+vEdgRsOEL8wjGmMPJGkExNnEiQXDKXX1sJvDGT2QSEMLDHX6CUoJWEmZORAhekUlAShCMDyQXYEWQTALE6SQBPwEqfQRuJHAE9diFDjBgDsE1J08kmJzEkIygG9vg5dTn13/919NJCqdQBIYEz8/yiR3JJfOQRyBLiT4SAhI+gmGSsF/91V8Va0BgjCz4wIgSH8AJ30hOSaZZA+b82I/9WDoVxJecPHECwgkoCQXrRjJJksVJFvLwiWCaRIzEmUSawBy7X+nAnz1DsE5wDT8yWDv2Ge3TETazRtjDiRPY5LUjCeW0iSSLRIWELstiL2E/+5HEi/3JyeG+ffvSfsdfcOSEk4QJm7GRRIwE65d/+ZeTKNaaCv7xxVbXXXddOo0nMeR09a//+q/FyTdJLfscXtYQuy+//HKa6UYL+5y1Qw/7kjUg8WBf5X1NMkKSSmIAH0kva0PyyQkU+xUMEEqCgI8kk9jPfvqhH/oh0eZUi6SCkzJ8wkZuzDCP64H9wU0a9gsYctoFNthI+w/+4A8SRhGRTva5lkjE2M/IyNcf2JKcckLJXvrJn/zJhA37meuDE0Gujewfc0nqKZHJKTU3BMCRZJCbTCRtzIGH64TydPubfc84fGDJXmOd8IOTeE5lwYUvvCIp53SZGyycZLIGzGON2cPsSdq8F7DfSO5JnrkJg0xksPfBkL3MHK4j5rDXWBN85aYMfdD0ODzZJ8awBax40oHrhBtKfFb+//7f/5tuVrGWP/ETP5FORCMi3QBgXkSk9aEOcT2wv0/2/ouvYIQubjZhNzrZx4yxj8EHvTxBwXse7zXIZR9Snk9UEs7zabWLrwWBgkBBoCDwuCJAwJUVEigTnBDEcOLBo3YEojwuxskWJ5kE1znpJOgioGE+iRwlj5QRfJGUEEAT8OfkiGQDnkwkcZxuEqQRyBGIMpYDZOoEPvRnO5FNP4F9TuIIvrGdfohgksCRIIy7+fRBnB6QQEWECLqRSz8+EFQSsPKIITaRyJCgfOzHfqx4hBQ+TmQITCF8+cRP/ETlQJuTTbCDj8camYcNnFKAEwEfJ1ycIHASRLDOKUn265prrknJC0E5NpAoIwuC76lPfWp6rJgkkj6IYJVEBntZJwJe5DNGIvDiF784Pb5IskIfuGILeOMTyQfrlu3mv6MhESQJgR8i4aNkHnhnnFk7+tD54R/+4em0lqT+6U9/evrMLSdVJIjcFOBUiSQAORAymUv9TETgz0kptpOkcOpLIM8agBGJzbOf/ezjxLCu7AESUU7t2B+0YSI4JxHj5AvMSFQIxBkjseaUmpNJ1o0+COxJ7EjKSTDZ/+gnEfsYnwAj44YbboA1fYMpFU5RsYN9wB7EbvwGN5IP9gZYgwMJEAnd13zN14jTNR5NhZf1JTElGWBvkvyw75EfESJRxJbP/uzPTqeT9CMXezkt51FifEcnY1yb7Dv0czODPuazf0jQSFJJFqGISDdzuN7QzTrQT9KEvZzMsS95DFl+kSAxzprzCDunzCSlEZMTOZJirmX2DzeYWDfs8FSx99mH2E7Cn68J/D/d/ua/1eFmAO8zyAFP7MQ+fM9+c73hLwkWe4Z1i4jNJA6MWE/2CEkXNyPYa1wPyIV4RJxHpDmRxW7WPCLSkwCMYzNEHRwoIya+Ywd97Fv6qYMrN4iQR8JJPxhSgik3vkiY2a/0YR8lxJ5BFyXvXfSBHyVrjGzef9nnvIeDC2Ngy40ZknuuU/og3g94j2dt2FPIQD5j5xOVhPN8Wu3ia0GgIFAQKAg8rggQ/EAoJTAiKCKpIVjh5IGgiEfgODXh5IdTOYJH+Al+SVwoOVHjMTuSMsYIXghqCM5IzugjaaCECGgI2qgT0FIS+GELyRltgizmYBcymEPJGH3oJagnEaIvYhLgIQdekgP6M9G3b9++9EgmCSUBJmME3QS3BNwEw/QRtFESYHOCSbCckzn6sYNEmlMPeJFByRj96KIPPOmD8I2SU67sIzjRR8KB3QR7H/RBH0TXJiGDE05Ol5CZ8SJRwnfso48xHpmFn8n0k7AQZNLGB2wgweTEEt3wTttNm2SBhAcfKJkbEemzipmXtSPZRD++gB26My+4kUBw6knAj32sF8Rc9CAfftaSEkIeRB0icSUBIIEggaaPcfzANk4DefSZ/8qHMQi/KLEhB9voo481ZB5YUNLHjQiwpc5+pk7Sgn0E9czlJgKPFcMTEelxbHwBXzAB+7yf4AETfEYebersVeoQ1wV+gCH7gXF8IBEGD3hJ6PATPWALFvBhH9cG1yhrSRKFTMawB5tZX5JXTvYYg+BnTUguaSOXvco81gh+Pj+ITfjMHoeQBx86mcdjnNjFZ4t5VJ353FhgHAw+4iM+Iv3XNb/7u78Le0rskI/dyGVfpgH/ou0iJZ3I4b0FnfSdaX9z7fHZ4ZyUMYfriJKEln1MHeLawt4sG3zxAV/zPmBNOKkHFxI1xrAZAgMSVW5I4CM8UJbHnmO/4A8lOqlTopv9gXza4MSJOHPZH4zRD4aUrCmPu6KTzwDThwza6MR25lJnPuXJ3n9JQtnn+IkMriPkgBv7m75M7BvWhaSUR6yRn8fOl7IknOfLShc/CwIFgYJAQeBxRYDgk2CFAAjFBMkkZNxx51SMQIxxAiyCHZIyTnrggZ8AirvlBDCcZvCoFgEuj8US7JGAIpM6wTXBTw7CmH8mIvCGJwc/lNhDH7IokZcDPNrvCZH4EOwRyBNwEbwxH3lggmyIwJMgM095JwAAEABJREFULyIYPo7AicfU+LwcSRdJCSWnfccxPgYNHj8kQeUkjyQVTDitIIGJiPTFMJwsEjBn9SRg4Irvue9UJXjDzzhrDUbgQBtiTVlfgm0CaBIZkh8+E8ljoBC2EcRzugsfhFzWkSQGOVkmOCMPykEyc1kLToKYy9oQ+ONDnsfeRA5j3KDALuxGB/1QxGTtOIkkoCbxJKGLiPQFSSSnPAZL4M51wWPVyMcmZHGDgtN9TrnY46wxn+PkSQBO59njYIQuCHmUpyP85BqLmNiAH5wuczrFKSc3TLi++IwoiQD+scYkDcjlFBYMwZY2awoPtoAxWIBdtgU74ctJGXjCk7FmjMSQEnyZC4aMZ53IJzHEVhJ1eMCHORAY8BniiNj8sihsiZicKHI9wfdo6Ez7m6QS/fjAdYBMPj/KqTbvR3wGllNQHlPNp4fsHfigiMmeiJiU9PGeBbHu+IjfUMSEB1/BHL3gB+bMy2XGi76IyRz4kMd7DXsTDNFBcs3j53yOknWNiHQjgxNnriOuZfh53Jq5yEAWslkDsGZ/nOr9F7vhPXLkSHo8msSc93BOxLmeuJ6xOyLEExrcIEA+6/WerBM6ngxUPRmcKD4UBAoCBYGCQEHgbEOAIIfgCbsIggjaCGwJZni0k+CDwIpxiMCWOQRi8NLHqRNJKJ8F4rEzHvvjGys5keGzcgRMBDUER/Dn5IeghvbpiICIoB974CM4hwiGaUMRcdxnmugjMIsIqqclZCOPQAwd+MuEfPcfTCIiBWvozFjBc+DAAfF4IgkIviOHEwI+f8oXz/B4JnyPJWEPwSk6SZT4HBifpyOp4rN7fOaPR+QIwLMd+EQd3ynPRNOYcOOB4J71JwkBZ+ZzMkYQy0kjY+wDHiXlM5GcKuXEBF7WPyLSlzJlnOmHwJgSygEvQTm6SKKxnf3EOHoo4WPtmMueYn9iM33sO3gg+ijxgZLHOPm8I49Q8lgmuPHIJY/vchLEFwTBRwLBiR5rij88iv2MZzxDL3nJS8Qa8wgp68ApJ/wQPhLYUz8TYTf+8QguX2TE47N8bhO9fMaRL35h/bh+SFCn5ZFAco1kPyMiPQbLXLDKGMkvTs1IcsARclf6YQ1zYsKcLIvECgbsi4iUlNPGN/ioZ3syplkfSR37i6Se+fBC+EkZceZrEz5wPd3+Zo9DPNacE2Xet/jsI5/DBBu+gIc14jFjEnmuW2RD7BfKbBd7ieSOPnzDV+oQmOIn+wq+XOYx+pAHNmBKP8Q85IANexC58HGN8pg1X3zE+wenz3yukhsdfPM1e5AnTBjnBgFYIA852Ise2qd7/+VGGDdsuP5YT+ayT/nsMp8352MEnBDzSDL7n6dX+EwsT1OwX5B/PlH1ODlb1BQECgIFgYJAQeC8QiDiWOBHEMRJCAkmd9MBgj5KTnc49SHIIbAioOLRWQJeEi2Cdz7fyckmQROfReMbFwng+eINAlrmICsHtNTPRASHBFd5DkEsCQVtEg9siYgUZGvqhS5oquuUVYJSgkB8IzCEkcSaMvtPsI//4EA/RB+Pc5Kg85k1vsCGz4zy2Ss+JzodaMP/WBDBYk4iSHY5eeOElbXhxDOfkOEfyR14gSG25BsG1E9HGUfWgYAVnOhjnxDEcjrM51j5wiU+E8nJLjiQsIEDwTJJKsE6+pkHrsghAJ/WjdzcjpjsTRIJbGZtmMd8ePCJvUcfdfYE/RD7jZIxSmyHlzp8BOD81zM8DkpizMk2j1JzIsujjOCGffAjgySUEzMSafzji274gituNvDYIjKnkyv008f80xHJCPsPn/jcKDo4ZSVx5/OiL33pS9N/YcNJKokCyQNY4g9ywZYy7zXWhzY3e5BNYgnm9EWE2Nfs27yPwYQ1ZJy5+Ep9mpjPOjGe+5FBHbsp87rl+ewJ1pt1yzjCh90Rk3WlfSY60/7mcW3WDQyzDVyn+E2SyQ0XErv8JV58NABssy/4hg3ZxohIX/JEH0kzchmDLyKE3/hEGxlgDC+EfvBgjDrvXfSDHfuBen5fpc4eZD2xlZsynFJyzZLs8QQJRD/64M/EWqMDW870/sv7MP8lT57L51uxjUe3+dw1T6SQoLP/uRZ4XJjTVmzGrjzvfClLwnm+rPRxfpZGQaAgUBAoCDzWCEQcH/wRJBOQnKiXu+sEOASUEcfmEKwwB34CTJIa7tqTiPGlJQTHfAMiwRk8BGEEMwRxnBDQdzpCH8EVyQZ8BMgEXNSxiTay4SGYpR+iDVE/HTEfe0jS8I/kMfMTuGI/bXSR+OTgnD7mcvLFZ/v4xk8efyPpYAwMIeqPJRFwE+RyUpf1cCJIEhoR6XN04MMYAXREpJMqEjQSGPofLYEBPmV56GB90MdjuwSxJNskQSQ04INs1o5Am+A8YqIfOawP+wAe1o428mhDtCmRi26+eIg2NxxIaKgTjLOncht5nMywbiQL6IEPjFhf6vhOP48Ao5c++JFDHWIfo5M6xDrjD1+sQlCOHvY7Y/gPJiRz0/ZPz4fvZIRM+pHFKStyeJSWEzv2ecTkWuMaw37WDP/xB1xJDrA77zvq+YQO2eBOUoIO8CDBYF/zKC594BcRYm3AhDlgwRgEPujCr3y9oh87GM9fWMM1xJpnHjCJCJEMMgYvhDzKR0tn2t9ZH7bn/YKfyEcXe5T3I9aNJwBYV04+4c88zANf2hCJHv7l9wIwZU9lHtYoIkRClvvQBUbgCA7IgcCfkvcOZHINwgsfCR5ryjg2UGIv49TZp7lOO/OQvGI/7TO9/zKPmxh5T/A+x5pzvTIGVviDLNro40Ye9fORqvPR6eJzQeCsQqAYUxAoCJwXCBAo5iAOhwnQCEIIcKYDRwKmHMTwGT3+ywCSMQIq5lEn2GQen53KgRdBGeME7PBQPx0R1KGXxxMJhgmW8jwCI4JjbEEGMikhgijspn46ipgE9JwIEXyRuBH4M4c2QR/287k6Ak/sYYxgn4AUf+gjmKQffkqCevipP5bE44bo53E4/h9RdJH4EuASDGM33/LJ45rgR2DJ48NgR0ID/6MlEg3WAt+Zgw5K2uwF7Mh9rDtrxV5ivaiDFfysC7qxBZvoI6mJmCTItBmLmKwN/pC84V8+lSW5gw/iv3H45m/+ZvHlKuhANwkcew7b4IHQQcnJJif5PMLIl2PRh2/YT53HGJHJtUCbZJbPElIneaFkbXOyQJ39RqKNbvYhetEP7+ko7xfsRg52czrNHPRiM8kOe5LTPnBhDAJb/q9W5vAYO33gjx3U+cIdvh2X01kwp48nEVjDnHDSB9HHtcSpLY9bsj/oRz+Ef/hFH8Sa8DlNPvPHqRl9YJox4b83gZ9ves3z4YHwIWKytrRPR2fa3/jGqSXriFx84KkKvn2ZPQceyMc/PlfMNZETcDAB94hIj3fDB5Fwwk9iShu/2BsRIa4jHnllfdnX+b2H/cw81j8nnMxh36IPPFhH7AEP9j1yWTu+EZzrF3sYRy7yOJnkowrsA+yIiPTtz/hJm7mUZ3r/5X2KvQAvN8d4T+dJFNqsK/sOrGjzxXA8UovNtM83qs43h4u/BYGCQEHgdAiUsYLA+wsBglYoyyMIIugh2SJgJoEkQILgISgiGCUgI7Clzv8XSMDP42vwQAR+JCEENHxxB4EX/cglWCMwo30mIoDlhIsgjkd14SfgQhd6Cdzowz6IOoEuZcSZg1qCOwI3HmPk8UXqPMpIcI/tBH58BozEjTbBGrI5ZcB/ThhIRkh26CdxIUDki0D4XCN9jyWxVnzmjwSM4J/gMuvji3F4JI8AnG+pBZeIEHaD66NdA/yGOJEhYOezZchCD3iRwIEfdXCjn3WGh8+Wgh/rxLoxxjqBO8E+c0hYWF/GIkLsHXjZa/TxxT781zrMe81rXpP+n1ACfQJ4/o9REo7p00r2GuvAfBJ/7EBO3ud8czK4RIQIrqcxI/jnv8/gc6/caGAeNxN43JFEkMeGkct1whjrTEKPH5z2gRN+4V8O4uE7FXH9ZLv40hbmc9MDfm6CME4yyWfr6Mu81LGLa4svjWF/8rlPbGOMdSCpgJDJPgYHHtnksWFs5dFSTtQYg4f9SsJBok0bOZngAf/cZs15fBr7+D9keTQ0j3H9cAMKjMCZftafEhnYCEa0z0Rn2t/sC04u2evIZN3Bgv//liQPvLIvf/3Xfy32PI9Fs8fYQ9jDXpu2gxNs9jPJLO8xOfnikWf+j1Ju2MCPDN4HqbPfOZUmEUcPN0Z4n2Nf8xlh9gh8vDdQcqOBhJ1HsnlPweacFDJOm0SS/8uW9acPwv6IyfsausEfG0/3/svnjfn8KvP5BmT2Mu+lrBvywJgxPhLAzQbeW8GNvvONSsJ5vq148bcgUBAoCJw7CJzTlhIYTztAUEoQyrc68iUpfBHMy1/+cvGNidT5XBRfYkJgThBK4MTjpARXBFyME+zx7ZH8twwE3XyxCoENwRe6CM4pCZYoT0ckR3zGjgCOb4Hl/8XjkUP+D0D+jzrsjYh0QkHAiayISJ/pRKcexYvAETb+7zsSbAJYfMVu/isOgnACbBJfAsscPJMQEDASoPOlH5xGUPJYKSdI4ILcx5JIfAn8sQ/92MzpDsEqOJFY8i2dfAYQXnwlgCagPHHtT2UnOEI8jsdpCJ9hZI35xlaCXpJdTrNJxvjGVh6hJpkh2SCJIoDn9Afc8toT0PNZNb7hl2AZe5EdMfmcHGsJscewmySQRJETOJIMHtfGBhJabmywLxjHB3SwTvhHAoAc+tmjlPQjg8+woZvHLV/96leLxBw7SDT57CnJGckK/HwxCwku++57vud7UqLKfuFkipsOnHxyGgdO6IgIYQf10xHXD/IhbniAF0kwgT848iVFtNFNYsA6s+e5GYRfrAm+8DlF9gH/pQmfL2Uf8Pk9klH2MPuA5Jv9DT+P4HKN8q3CrBlfVsRpKP6CB3zwYzv6SMpIzmjDw3XNNcIJK/uOzw6DHevzile8QtwA4JSYzwbmOZRZRsQkaaLvdMTa4xd+owe/pvc3+5j3Bb7AKcvhfYh9zv5jLmvLt26TnLMmYItcfMA3/GEuPlJyCkxShq3sK64jsOF6JhFkjdjPJM7wYwMla8F7JziAIfhiC+tHcsn7BTdDeB/MuriG6GM/o4f14It+OF3l2kAWJ7PI5/rhekAf87n22D/Yxd5G14nvv9wk4UuH2CvcFMAGvoiKfcq3+fJfv7D+vOeBK9cgfdib1x/d5wtV54ujxc+CQEGgIFAQKAg83ggQ7KKTQIYgI3+ZBQkd33rKo4c83pXbfLMhj7hy2sU8ghxOEwiwuBtPUM5JAAE7j0HyGBd8nHhwqkCCQjvPJ3iizekEASGBXj4JIKgjICLB5UuI+BwfgReJAsEfgR/ySaImgaNEAsLpD7rwjaAS+QShBF4EbdiQE16SEsZJmjgxww/kEfQRDHJK9Emf9EkCGwJ9ZMJPneCN5IpH7QhkSThJHAiOsY1APzhnracAABAASURBVPvCHBIHkhP8oo0tBI7U8Z06OORxfGAM29FHMMyJHHyM4TP/vQHfOMmpEvqwmzUiASNoJQFGBrzIBhvWAnnojwgRBMMDkWxQEpBTZiKA57SGL9XhNISEC5nYSnLESQs4EABz6kigzE0LEjv8xj/sQx6y+TIpAm0eh+TUiLWJCLH+7EWC4rxH5Bc+8rgrc9mLnOgRpHMSBfZmST/4BGEbAXk+OaLO3oGJZJe9TaDNGiOXEx9844QRu+HDN/YnevhGYk6KOHXiS5EYwyYeG6WOH3mvcYOEfQWWGVv8QSY+YRtyaWfii4pe+9rXihs8nFaTSLHnSEJIHiNCyAUncMy+kCxyIkuSw3XHWqCbGwO0SYjRhZ/oIjHhM6n4wfX0y7/8y+LUmgSeRDEnbyTt2BkRwg/qzMcP/KSP00xwI5Hhm2HRx/XDI8DcpIKPteTxUuZSZ/2YC2YQ/ewNkh1O0bl+mUc/Ok+3vzl1JPGFFzzgBw9O6Xgf4r2LmxVcE9gDTiThYAgm6OdaYn7WSR3MeU/jWuZbiTn9Zf9zos37Gieq+IHOiBAJHzd2eNIBPTxRwH4gqeP9gxsYyGUvoi8i0udm6WP/cj2xPuDJey17Af28t8IDoQ/i/SfiWMIOD++zXHfcAOGmA37yfsk1wg075rNG4MOXXLHHWW9s5IYaNxi5ecNJeraV64V55xOVhPN8Wu3ia0GgIFAQKAg8bggQAJK4EDgRyPBtq5x+EIyRkBH8ESSRnBCQ0c9X9nOyh5EEbBEhAiQSQwIteEjYSAi5609yBy9EoEcJoQ8d6CeBQBePfJEs5DkkH/BxQkdSwCkaSSFBM2M8YkkwSNBPIExARcJM4IZcEix8RB/BGiWnHgR5nB5hK74zjzGSV06wsh8E4wReJJycEHAKEDEJ9ggQI0KcCBDYEjQTcHLaQ5BPkkIgSsAXMZkDTpxGEcSik+QDO0lKSCIIFEkoeQwOuzPm2ECSzaN5JB/giD58jgihj8CbJI5H+khYfuzHfkx8SQx+TdMnfuInimCW4DnrJ7kAB/jwncf8aGMbRD824AuJLY/B0g+mrAMJBRiR6LL2+EEAPD8/L5I3vqQEvfjMvIjQvn37xGk5tnKqgw3sM3Sx5lk/+4E+kiiCawJ4TiHBkQSfAJpxknJ4SahJNvCBmwjsB8bBimCfOutOm2/SZY2xjyCcL7viZB798GV+2nxBD4k0urkG2Hvgh9+0OVlkXVg3HgPGL2zEBtYReRAYwMdc7MBP+hg7cf+RxHGyft1114nkgIQfPk7SwJ7rDxtJoEmsSBh4xJuTM04D4YE/IhQRVBOR2LEeJJ4kT8zjvwxhH2WbWCfsBhMSU655xth32M9+BdtP+7RPE9cgewI+EhnsQRF8YMf+ps3JPzclWOssHx+QRaLK/iHZYx56WKOIU+9vrhNOK5GNr5mfNeRbs7nZg83c8OCkkVNOcM+6qTMXijiGDwkxuHMDgJsh+MY33ZK0oQdinSmRgQ3oBlfeP7i+eJSc/cp7EDdn2CNcu1xH6GPdWHdOxj/7sz9b7Bf0cP2SNHLKCt/pCBvAin3DzS/eV8ATjLGB5Jr3KWSgDxupc+OE90ESVG4ysK9e9apXiRtayAMfCN7ziUrCeT6tdvG1IFAQKAgUBB43BAgGCURIGgh+UBwxCbxoEywRVMHHGETQQjDC6QvzIiI9wkrghSz5xVyCPQJLN9MPcwj+UsO/qBN8Ic/N9F8OUEYc+381CahI2pgL37QdzIefR9wo4SF4p87jh9iG7ZTwYhMBNDbmgDgi0n+DgGzmZUIWhH34gR34RzBH8IwseJFHCRGogRdJDzZzikidMWygpI1c2vAzH3vgpR8ekjeCbXyFIibrEREikYEfO8AWPmQyDyLwJVmnpI3dyIWfduYlgQETiDH8Byt48AEbaKMLoh9bmQ8/ttOXkzzqUESk/3qDpA+99EEE6pQQ8hhDJ+0LL7xQeRxc0YFdWT+4w0cfJbqxJSen9IEDmDIf7LGRtcMXxmkzP/PAhx3IQn7WhVz0Yx91xiMm+COHOSQjJEh5r9FPHyVykUdJoM8+pB956KaO38hlbSJOv//yHHRlX5DNo+b0YSty8A/Z6MY2dNCeJvpow0udBB4Z9EH0gyO2ZjyQx1i+xiJi8zrFDsYg7AQb6hCyWAfqEPubEgITsM06sIU2Y+jJexc/sAcfGYMYm97f9DEXDFhfiHpECD3YAU8mxvEPndic+ymzHEra7B9KiOuBkrn5/YD9hy748ZX3BdrgwP6HHx2MUcduSm4WZOywg75MEbH58QBszf2nKnl/yGPUwYw28rGHOvaxzhkL2vTjH3XWAaIPwoeIiR20zyeqzidni68FgYJAQaAgUBB4vBAguCA4IUjKwQ8BHoEVQTHltC0EKLThJ+E51TiycoDFHGQij37m00dAxXz6CSx5XJAxZNOmThBFkEkfbQibkRcR6XNyBMUEUwR3OShnnEf06GecgAs9EPM5/eJ0FXknI/RBjOEHdlBHB8Fz9gN59GMvASh19GV+6vhJkMk4bQI9glDm4j92Mg+iDj/4sC7YTT99zKFNkkedfgJMZFKfJvxGNrrwA1nIyLzgEzH5gp4cbOIDMrCTU23qYIUs6tjLfHQiExngTR/j6GAuemnDQ4lPyEA/MujDD0r4uXGBT7QJ1OHJ/k2vUcSxxA8eMEYXsrEJYq9A4McYMvELP9BPm7kRx2TBiy9QRKSAH9vhg/9UlHHj9Iy5lOiMiPSIJT5CyMdW5GAHJYTdlCcj9EMRx+zMfHnvUWIDstmXjCMTHZS08RnbWBvaEH3YRR/z6YOQAYZ5PeGhnzViHZAJ4SN96Gd8mvAVnogQ68AYCRolxDWe7UMGfRDzWHN0UkL0TdsDXyZ0YAe+RUT6r34iJljhB74hA354kEtfRKT1jQghHywg+JgXEcI+5tDHHHSxtrRZE/AGN053qbNP8JX3BdrwMYd9R8kYfeijJBHewI7mcYSdELwRE3+OYzihAd90F/rwB/nYgy8RkW6qYSf8EZPHeVlT+qbnM5f1Z/50//lSr84XR4ufBYGCQEGgIFAQeDwRIEAiqCI4IthAN0EVwRfBSA7qGCNYYZx+gjnuoEeEmA8xzhg8EG1K+ghikEkbog+CB9kElpx0YQfjBGnoYCzz0A9hM/0ETNTpI7DCBuwlwEU2pxIRk6ANGRGTOnaQiEH0Mx9CBkEwJYEbY7QZo44+6hAJKyWELQRo+JDb6Keeg0eCTHzicVP8os449jMfPeBOEh8R4nQMnfgDX8QkaCTQJcnDduZgU+aBD0JeRKRv5Mx4ktBBjJPg4R919OMvuqgjD90E08ilD7zgBd88jzrj6KKPNjxggB/UM7EOWQa4MAf7GUc+PuMTdtEHltiAfPyFn35K+rIu+NBFP36CKyXJAvoYwzZkgDe6kUPJOPMg2uxPCPlZBmPwQ+gEJwj5EHX6SZKZS4n/8OMTeiHamfCXOnrgBXfaEPJYU0rsZgw7GZuWg24SIPiwERuQxxz40UHJvIjJPkAWPPCDG/Io2Z/0wZsJPohx+sCO9UImBK4Q+hifpohI//crNiKbkhs2rA02c41n+/AfGehiDdCDXZQQ/rEfGZ/Wgb0RE7+wI2JyXeMjfNiNDmREREowkUt/1gcvOiNi81HjiAkva8kYeijxmbVFNsS1jz/YR5s1Qy51iHnMwT/Whj7Gp/0AG/pP9A/dzGXs0RD2wQfO6GBuRNCV3pepREzajON3RAjcWFPmYVemiNjEgzHmnz8kVeeTs8XXgkBBoCBQECgIPJ4IEIwRHEVEUhsR6RFZ+UXQRhAUMTkRIGBxdzq94A46QVymHPwwDmVe6pnoI7ghKKOPwJCgLAdg1OmHsCsiki0Rk5OHHOQxj4ApyyHQwk4CKZIVbGIs24R/1NETESkZwxZ4tPFCJnMpIyIFbMhjOCch2AfBRz9EYBYRyU7k5bb8wgf4XU2BHAE3mNImcKXkcUzsp05QyCkQtuEPeuhjDEI2JYQcMMg20gdFRLIlIlJgKb8I+tHjalo78CBoRgfrAS7ggy4SU/pOlMs4hAzwRX9EJL+wn748jpzsN/zIxCfquWQcPvogdNKXx9EPRYTANWLiDzpoMweijn7swa+IyV4BK2RFBGwpEUIH/BGRvpwoYjKmjVdEpL0BLhGTMfjxjX0BoT+3GWMqWOY6PtBHIkI/lMfoxybGIiZ+0Qchm/WmjJjsP3gZgzh15rQY20iA4M22YA86pvFkDm14mANG0/IYRxc8J/YzB5nwsDcY5xqgDSGPefhKyXgm5rHvIfoyP/2sCTcW6EcHNiGffviogxd11vJM+zticlqHbdiRMUA+MiIma0gdQid7ipI2xBz2RZ6DTdgaEekJCniyn1yzXMN8kREJNHNYB+bAB0Uc05n1RES6FpkPD9hQnugf/CfaB9+ZCP3QNB+2IQtswZU2NO1rRKT9Dh+U54NJxDE/cv+TvSwJ51m0wsWUgkBBoCBQEHjyIMApJQFI9ojAjeCKoI9+ypzkEYQxRvBCwMwc2pSZmAPRhp8yE7wQwQzBIYR+Ap3pAIygiGCO4ItEBX5kEBzTh36CKGRFhKhjJzxQ1svpAW1K5hGQ5ZJ+5tFHHZvxkxL98BFUU2ecoJKkDdkQY/AyBi9EPSLS432MQfTBTx1s8QXfSCpJAOmDJ2IS3IEFn88DG+xBf7YRHejFbuRFTOYgk76MC3OZRz+681qhF7zBLeuEh9NFShIB/KQdEQI37MMO5kRESi6ZC0VE+qbNrA+d2MFawI+98CEbmdkPbKAf21hT7Kad8UUv8+ljLr5C1OlDLuPYxlzqeYxx9CAXrLCJcWyEJyJg2STsRTZ8dII/hFySA0rmMQYhBzwg5kRM5JHsRkR6TJN+5oAl/fgeMUmCSRiRwQko8rCVEhuQScl8fMT+iGNJD6fOnBbDD8aU2Mi8iEniwDzaELLQBR/EGPqwjTF8i5jMQyf98OF/5qNN4sdcStr8N0CU2IcedDAOMY+ScYg21zBrDR7MwXfaeV9y7UPws27YglzaEHaxTthLiT546Gc8ItIpJnajm37G8xht/EVmxGS9GKMNH0QbuRD1TMikjn34wjXLl3fxZUL8dyPIZhyiDlFHJvIh+rALijimn+sAn9jHmY+5EHaAG/VHQ9iGHvRCzAFrdII1ftCGIo5dt+AJNsxhPm1soo95yDmfqDqfnC2+FgTeAwQKa0GgIFAQeJ8Q4JSSYAMhBDkEJAQaBCgQAXPEsSCJwAuChzkEOpSZmAPRJojKsmnDi3yI+ehDP2PUKQl4CJK480+dYB0ZEOPIRn+WAS91AkHGCZRIMKgTvKKHuQRTELyMIRs51OGPiJQoIh+Z2EM/MihpwwvlNrz4SMkcAkT0ow+KmOBGAAcPATv2cDpFcoUs+rAFPdjHfGTBTx/88MGDfOr4gHz4aUdECrjxhzFwRkYez7YzBt72NOfmAAAQAElEQVTwMQ/dlBDJAIkAvNk/1gCebEfExJ88zjzshNDJ3IhIJ6jMwQZ4MhFgU+fLaihJLCmzj9Qh2hB1CPnYjs/oyH3Yhg5K9DEOTvRB2Ek/tkHIhCJi87QTuciHH7nIZx4YsaeYTz99jCEHrNDJ2iOP9YWHNjzIhJ8+iESfElmsPfpYG9aafngj4qT7LyI2v6QH3jyH65JEJduIXuTAgx4IPdjCWLaN8YhIp234iAxswY+IScJMGz6IeZQQvJR5/fhcMligg/5MzEcn9mADmLE2zKcfPurMpQ4PGLK/I0Jc89jPGBQRp9zf4BER6bRafqGHtcQfN9PnMSMm/qIHfuxjDB3Yg32MQdQZy4Rv7Knczmt55ZVXpq7Mj0z8jZhcI7SRjy/o4Bu4mcA1RQlvvhbZS+ihD/vwAbnMhfdMBD9zIyI92YD/8gsbXKS+iGNJJthgG2OsAbqZExHptDMiNufoPHtV55m/xd2CQEHgnESgGF0QODcRyMEHQQ6EFwRflBABCeU05TkRkwBreizX4SGQye2I43mn5Wa9uY95uc4Y7SzndCV2E0jDg35KgvyIOO50LstmnAAMop4JnfRFTIIw2nmM/tzOOhgjQEQ/ttIPH/0EdZTTBF9uZ1siIiUCuX+6hAf5uQ/5EZGbJy2xgwESSUoCW8ppijheBthhN/Kn+abrjGf/p/vxCZruox4x0UGATTtTDr6Rl/sop/GKmMylH50Q9Uzgkuv4O93OciOOyci8yDmZrfTnefBGRAq+6WNMU6+MJ5jRDWZZZi7pZ/9RQhETW5CVeZANMZ6J8RP7GMtzqGf91DN/xEQ+fZkYwzbK3JdLZEQcmwOGEZN2RKQkeJo31yn5XDLliRQRKQHM9qMDuZTZBuqaeoHh9P6eGjplFZngkWXCSB9EHcJvSoh++CMm/tFHm/J0NL2nptdyek7E8dfutE3gwFML8Od++mhnipjMxx7szP2PpoT/RHnMizjmJzzIzvoZn67ThuADs5PJY/zJTtWT3cHiX0GgIFAQKAi8nxEo4goCBYGCQEGgIFAQKAg8SgRKwvkogSpsBYGCQEGgIFAQOBsRKDYVBAoCBYGCQEHgbEagJJxn8+oU2woCBYGCQEGgIFAQOJcQKLYWBAoCBYGCwAkIlITzBEBKsyBQECgIFAQKAgWBgkBB4MmAQPGhIFAQOBsQKAnn2bAKxYaCQEGgIFAQKAgUBAoCBYGCwJMZgeLbeYtASTjP26UvjhcECgIFgYJAQaAgUBAoCBQECgLnIwKPp88l4Xw80S66CgIFgYJAQaAgUBAoCBQECgIFgYLAeYRASTjPuNiFoSBQECgIFAQKAu8dAqPRSMvLy6JcW1vTysrKpqDV1dVUX19fT+VwOEzl0aNHU8mvQ4cOUahtW2U+Orquo3g3ynOnx9GD7hOZ4UEnY9g3PY6+8Xic7J7uhxd59MFDeSIhi7kn9tOHPso8hg3UDx8+rIMHD1JNvlKBD1mZJ5eMTddpQ+CD/+igja2U0/TQQw9tNrEf2uxwBbmQq+kH/Xn9UsdJfqEH3XmIOuuM/fQxP9dpZ8p25nYumZvrYD09lznT9qF7mhd7czuX+IhN03Lom27Di2yIOoSeTLSnifm04T/Rhmx/5oEPwjbkUc+EDfTnNmWWmeXQd+I8xphHyd6BJxP9+Ev73nvvpUjEOqTKe/iLPZWvQ6ZmW/AP/ZTwMAYWrBl1+ikh/ISoQ9NjtJHDXOqPPPIIRSL4jhw5kup5PDVO+JVtyt1gyFza+bqiDh04cIBi8/0k25s6N36dShe4Ihs2cEYHfqGfMfrzetBHG2IMXuoQMuhjLvop6c80zZv74GEeZe6jnG4jk75M02PZ3jx2og7sgIfxE+VM+8J4ofccgZJwvueYlRlPJAJFd0GgIFAQOEcQIPBqmkYzMzOiHAwGqU7QJL/oJ5DJgTCBJUHP/Pz8ZtK1uLhozslPXdepQjCEDIIp6pTMY5C5lART8FCiB930E1ChjwA6IlRVlbCBABPSxot+9GE3wTQBMXr6/X7yATZ4mEsduTmwZQ5tdGMDNsKHvF6vl3Rme+HDni1btmhpaSkFwRGBSKGP+cylIyISLvRjK4RsZDCObfiPDsayz6zD/v37YdHOnTtTSR8V5mILemhHhCImemhD4IdP1CF4c9BOiZ6I0N13382wsGN2dlb4ix0Rkero0sZrOqnAH+zBF3xlLmzoQTdyGGN/ZMzhZxzd8ELwTtvJmtHPHGyiRA6ETnRB8EDgxnzWDYqYYBERm2uBD8xBFr4zBxtyIo8N2I/f8KGLOvKQHRFiP913331pLfEB/NkD8GQ7kAnBS19EiD3LHmMOOpBPyd6B54EHHhCy0IO/6N6zZw9Dwoa5ublU5xdtfAEjsEQ/mDCWifnU2VMQbexhDv1ggH5KZNGHbog6/LmfNYTox0/68QWb4UMO/jIOpvRRP1E2NmI7Y/DQBgfalFDuYy79yGYO60V769atFGmfYkfWC0/el/TRTowbv7AbHyD04Cd4U4+IJA9W9FEim7WC4M32MIYs1ghZ7BlK+pEFPz7AQx0/6YcHbJCDXsZYj4hI684cZFKCLfOoIwfZEZHe65CFbchhDDmMYwd24jfjzIeXsYigSMQcxlKj/HrUCFSPmrMwFgQKAgWBExAozYJAQeDUCORAmMAGLgJVAvMcxNAXESnBob5t27bNZI5AiqCKfgIcAifkUCfoioiUxBBg0U+QJL8YRz7BWcQkwKIPQkZEiICQRJagCj4CLQJqgkyLSEkfARtEGx7mUEYEXSnAo4JPyCFQI2GkD0JWRKREmzH0w0cZEZt+4gu8OejHn4hIJ6vUGcc/ZDKX4BD/GMuEfGQTBFLCQwk/81iH7du3J5nvfOc76RJ9yP3/2TsPQMuuqvx/65x772vTJ5lMeiMhIQRCFVH8B1EEayyAikpsCGJBEEFFAVGKFUVFBTXSVIpgQ0SB0AkkIYEUUqZnZjL9zcyrt5zz/377vv3mZTIJoQQSPG/uurutvfZaa+9z7vrOPucMMrCfcVLDwhdjII8UPqqzj+HNtmYQQ926detgS76hH/zYhu9oQB7+Ih9xxI/wog+60Ae/YwMysQGibdmyZSlgpgw/diMLsAQYI5+J9ZPHRT71EZFAAbKQTf+ISMCPtYFceCHyzAk605e5z33wLXoiP9sDkIcXUAw/dtOHsUiRh1zaWGvr169PFx7wPXbBn9vhgfA7RB5izeJ39GAsUuoz4X/k5TJjkwdoMT55/ELKeNiPDfiSeURP2iD8jz4Q9lKGH93py7G5Z8+exTsWqKcfMuAjz/joz9jIoQ6ijjZsQWfy1DOPEP7Arxs2bKBaGSAiG6I/DfSjHBHpHMI4zCN1tMEDMTY6YyNlCF5S2rCNfvBwDqIeokwK4QMI2YwfEVQLmdne66+/PtXlMvMD5T6pceEr68f5cKEqXRTAbvpQF3H35w/4GAt9GCPPLX3xLbYxDu3UwYOdrB3y1NGGnOwD/EIddtE3ItIxx3qHkEk7bfRv6J57oLjnrA1n44HGA40HGg80Hmg88MV4gKCdIIUg5/d///f1lKc8Re9617uSiF27diUQRIBJIJSJwI4gOAfPBKEERAS5yIoYBnsIQW5EpN1BygRDyGFcgjECK+og8hDtyCKAYixkAxQgAi6CKQI2CJkRw/HoRxlCN8qkyKAOog455KmPiAQsGDcixFiMS4otBJy0YS9BnvwHeEJ3gk/sQ6arU+BHEEwb9kQM9aKNOgJH6kkBAIyDPRA7ar/927+tJz7xibrssssSqMav6EB/KOdJIeQglzYIXXJQGxHCx/iKXSF0BYD8yq/8is4991xddNFFetOb3rS460l/fJVtWbVqlZAPYT/tEHl8QT3+Qw/mijbGRx/sgSKG9sOLX7JseLGflD74ATmUIeqQmevwGeOSQuQZJ+uR+egL5fEYEz2Yb1J8wVqGBz9RByELihjOf557fAYvxJh1XafjAbvRkXpkMn7eoaaOMvzkIdYLKXTbbbfpmc98ps4880x99rOfTfPMOgZY0r60H2UIeYyHPtlX2caIIehh7vAN/PABBh/0oAfpec97nnbs2EH1IjEPyIMfogE/UEdf1h0phC8YEx7WP8QFh+c85zn6pm/6Jr3//e8X/kUmBB8y6UcZ3amDIobgiLEo0wZlm/El9RAy4MNO6gHl1EPMHSnymQv4mD/4qKeOtQ8f6wj6gz/4A/3oj/6o/vmf/3lxDuGDn7FIIWSiO75429vepksuuUQcl9QxBjwQetE/Iu7y/MH48Mh/8LPms73Usz7dlC6oZB9jA/URw7WI7vDQHx3QNeuBrrRFhOgDRQRVDX0JHii+hD5Nl8YDjQcaDzQeaDzQeOAeeICgJSLSztK2bdv0oQ99SLfeemvqecIJJ6RbFQkICfgIfsjTBwaCJuoIQiGCZtppQ8brXvc6/ed//ifFRARb9CFgAiykSn8RMBJMEeTldgJoAjR4CbaQTx0Bl7skcEcfgjoCLery2AT/jEUd/PTLOsOTQQeyGRMZEGMzFvJIkcHOGHIyUYdepNiLXsikPafkMyETH1GOiLTTQ3AJ0R/9IMaBD3DAThmBJ3pHBF1TUIqfGDdiCDLII58UJvSiH7ZSR5l67GEsLiT84z/+ox7ykIfoG77hG/SABzxA+ZZO+NADAmhQJmhHPnl0A2jgF3jwG2NgMz6AhzIpOpBSZo7ogw7IyrJph+DNdqJ35qeOPDbDB9EfPZCxlKijDZ6jCR8gB1BEG2AK0Ic+yIaoz4Su2ER9xDDoJ08762UpUQdvRIgdasqsoy1btujv/u7v9K//+q9Upd3yrB+6Xnfdddq8eXO6dRdfRkR6jpqLG5TphO/oQxoxPD6ZQ/yV27mAgDzKRxM6Iw+wu3bt2rSTn3nQGTspw0dKHbLxO/PJWBB82IwPmXN4AcjUcUGKtcrxRP+I4VqNiHSxAl5syGNgG/KwiblmrUdE0i3Lpg82oXfuRx06cczAFzEcpyzLdB6gDp5M6AY/c4896LZp06YE8FkHtEOc09Aj9yOFFx1ZH/j3qquu0jXXXJPuCqANufBByGBs5hzC1tyXFF50wB746U8KwYtPMzEe9Zno85GPfESvf/3rxXqiPvePGNqPP6mHsGOpv6hr6IvzQPHFsTfcjQcaDzQeaDzQeKDxwD3xAAEKO1mZ90//9E91ww036IUvfGGuSgCJAnw5KMopARdtBD4ETgTzlAnCCI5+7dd+Te973/uoSkTAyG4bwREVBH8En/QnQCPgzTJpJ+iEh+ALvqVtEZF0I6CDFwDCrg55gv+ISLf0AprkP/RBRwI9F1OAjx6MiQwIu2hHFgTAgpfAlBSiDlnwUYbQDX7GwqfUQTmPbfDQB98wDoQ+8EHYRnCMPgT61OEXUvrQF33pQx55tCObenyUy+gXMdxNop7AFzkveclLBEh485vfrL/5m7/RxRdfnHZnQ9ymAgAAEABJREFUmBd0J4WX8dGdiwKMEzG8xXipzujJ2MjFJ6S0k7IO0CUi0gUL5pF62pFNngCdMfEb9lCH3siMiLQLhU8Yn3ZspIyPkJEp60sbMiD6YAv9sIPbMAFGtMF/yimnJJCDjkv70Z79y3iMhU7IoW0pHV3HRQ7aWUe0sYv59re/XeiCr0hpB+S/9rWvFaD3G7/xG5Me1KMLFx3gpRwxBGIRkXyIHbk+Yrj2jz/++ARmqUc+xwp5ACB6oDv+pI165gndyEcESZLNfDEfzAVrLTX4izz8WQ664R83JbvwD7KpgxcZzClleOgXMXx+kXXInDAGttB28sknw5YI2WSQg1zmi7lhHlg/zDfrBz7mkDHgpZ06+i4l5KM74+IDbg2mP30zH/6GjzJy0J1jHT/Sj13cD3/4w+niAccCfBD6ww8xNr6GkM+Y2AjRDpGnH4Qt+Awb0QuiH23MD+PTh/a//uu/1p/92Z/ppptuojmBeOTnZ7GxPzX4CztYQ86mOcUG8l9Vup8P1gDO+/kENuo3Hmg80Hig8cB90wM5QCFYJogiaDr//PNTEEzwSNBCQEVgw9V+AkCCJ4Ie+KknMMI6AqcczPHmTYImAkxS+sIDL0EywRFlAuOISLt3BGHULSWCTnRCh9xnaTvyKXNr6Cte8Qqxe4d+1JFCOVAkmENnbKA960od5UyMRXALAVSoB2yTQjmPvZTpHxHpuVPGwqf4h4AV2xkP3SOGACIHl+hGf+yGyEO5noCa4JR5QKdMyIQvItIuGXnGYEzyEAACPnTB58jn+TV8if/hZe6Yd/jRCd1JKUP0RQZ8lKGISCBe/sP3uT/z5KoEZkkZk5R5J087/qAuE7owJn5Gf+xG79xOXcQQFKELPsxt8PEyG3bwAAnoiK7YRRoR6RZD6ulLP9rwA3l40D+3kcfX+Jx5zb5mHNoo0w+CB1nU0Yc65FImz64dF1WwDRvZWUMOY9IOcTttBlu0UYefuK06+xT7kI9sbM+6MjZrjj4cn+hDPmJoM3nGQg4pPkA29XlnkjzrihRCT4i5YA0wJvXYlMfIeuIf2iKOAEnmCl5s5rhCJ3RnDOadPuiAbMagjAzGgY88duHrbCfAC1CO7VkmfBzHpMhgTOTSB/2wGRm0Q+hFO3n8ADEmZXTEP6wf+jIO+nN8c17K/TheAKb0QSf6MR76UpfngjyETtgIMR5yOY8AEhmPOcAn8CIr5ynTBtGHvqwl6nMZf2LTSSedRHVa4ynjL/SBnE3HKDaQb+iee6C456z3C85GycYDjQcaDzQeaDxwn/IAO4IEUb/+67+ebg18zWteIwJQghaAALdgPvaxj9XGjRv18Y9/XOxcXnDBBXrgAx+Y8gBMgieM4ha0b//2bxfPj1H3hje8Qaeffnp6hvOv/uqvYElE26c//Wm96lWvEjs9vKTlcY97nP74j/9YeaeSoAtCNzrdfPPN+sM//MO0Mwf/T//0T+vP//zP9bu/+7v65Cc/mcYg0OOWRYK8Zz3rWeIlPO94xzv01Kc+VX/5l3+ZntFEFoHeP/zDP+jHf/zHRQDHrhfy/vd//zfd6ggPgIaUIBV7zzrrrLTb8O53vzvZjf2PfvSjU/7aa6+FNRH6EngSFFOBrUsD4Q996EP6jd/4jfQsJbuM6E+wTDAJPwEmeYAa80AdwTe2fud3fme6FZax2Sm75ZZbaE4XCVJm4QsdIiI9I/h93/d9evCDH5wAISDw1FNPFbLf8pa3iCCaLgTd3ML39Kc/XWeccYYuvPBC/eIv/qI+9rGPpd0sAus8F4Ah5gG/sR6uvPJKMcb3fu/3pherII/d1NNOO03spvKs4itf+cp0Gy9+/rEf+7E0L/AR8HPr6dOe9rTkj+/+7u/Wf/zHf9CUxsUOiArmgzaeS/yO7/gOPeIRj9DP/MzP6J3vfGeyDZ/hO3TF3xk0EOzTFhGpDwCG4P+//uu/0tw9/OEP18Me9rC0s896YSyCd/hYT5RZk3/0R3+kJzzhCTrvvPMS/2/+5m/qxhtvFACTY4U5OvPMM5Od2MUuMuvm7LPPFrtVyMEGdI4Ibd26lapEV199tR7zmMfoJ37iJ7Rv3z79y7/8S1qb9KMME7ep/8mf/Imw/QzPEbr81m/9VrorgXbWKWnE8OIGedYe80Ye8Jh58rpijUZEmrcrrrhC2MTt1hw/3/Zt3yaOX/qznkmRh6yc4qOI4UUjzhX4H1+wvhiDPGMAFLm9/md/9mfTeYN6nhfn2EQe84PPSfEj64k1yLF8+eWXi93Gb/3Wb023g7/oRS9KbwRmDrds2SKOg8c//vFpbn/5l39ZnFeQCSGTFF70QRfm7NWvfnWaJ56Z5lhkDcMH5T6sq0c96lH6pV/6Jaq1atWqdHGMAjxf6PyRfcR4rAOOdUAkNvM8KeuCcx/rKgNv7kB42ctelsbCdub8Gc94RgKXrA98EzH0N+dddOTY4Vjj/MQ57AMf+EC6QwA9G7rnHijuOWvD2Xjgi/VAw994oPFA44H/ux4gKMd6glACsohI/9dkfq6PoIoAkGAGkPEjP/Ij6SUkBEcEQYBKgqXv//7vR0winvsERObbcr/5m7853Rb2xje+UQT2iclf73nPewRYA2w89KEP1fOf/3wRMAFUsjyAA0Gy2QWwIjjkmaaf//mfT0CGnQeCxYsvvlj/8z//k4JSeNmpwDaC0V/4hV9IoIRgETsJOAkECWAJ/AEGAFMCYQDXpZdemm43RQ7y2VWAn4CRHaif+7mfS2CRYI884A2QjD/oA+HLDJIo0x99yL/1rW8VwTF2rF+/Pt0WDBAn+AbcAc7RE9sJPunDbc4EqPgIPQD8BN9/+7d/q//3//6fCMgBV4Bo+AEHEUE2zSdB7Qte8IIEKqgkKOeWTwJe/EEd8/Ut3/ItCbz86q/+qgB+6AMg/8mf/MkEXLNfuT0RoIrtAB5AKs+5sR4IqLEdYrcGYArA5GIB8/rIRz5SzD0XJZDPPBD8X3TRRWJ85HzP93yPCLaRwRrEn+jILjZtXNTgAgjgDKDO/OEbeCDq2E3L/dmloh5aZdDAfDz72c8W4J35Rz8AJ7cvssYZj3Wf1x67lOiGXzgWCPB5YQ4vlQEEoA+ysZ3baH/nd36HogCm7LrzwhrAIZWsKdZRRKSdKOYNoMYxx7wDzlmLL3/5y9Nt39jBM5if+9zn0kt6mHuOsbz2/umf/kkXL6x/5p01g93oL//hP+qdTbffRkQCI4yFnawz2lhL2MILqzgO8SdgEoCLbwA6yEFX+Fk3jMOFCsrkAefIpJwp8+MT1tSnPvWp5HfWI+cUjl98gz4AQuYG+5CDbzhGufCBHdiJbjwbzvwBYEm5bf8Hf/AHxXmEux2e9KQn5eETQEQmAJd1wAUL1jNrDp9zfHMs0p8LEHScnJwkSRfduEBAXyrwLfOBbqw9dGP9sP6Ys6PPH6x/+mEXY7GmOVbwKbr80A/9ULrAx7rCH/AC9LnwxlrkmKCOdi7ccG7ET9ShN2uB8xt3L3Ac4ifsw58cY5kXfs4N+JB8Q8f2QAM4j+2XprbxwNefBxqLGg80HviqeiBiCEoiIgGfiEjjRwxTglYCSYJNAhx2HAAIBIkAFAJpdiLYgfnEJz6R+rKDxc7IJZdckm4z5RZdwAW7MuxIwcQuG1fmCawIRP/iL/4i7TQhjyCKQImdFgJOgm0CeerZYQHMslvJGARZBJeATXba0BX59CdYZteTdoJQXuJCUEg7O3uABVKIt1ASzLELByBg52Lz5s2wpqATsAjoI3hmt5edYHaB2WljNwIfYNNnPvMZkRLgEpSSIgRdCFqRCeAEsCGDnU50J+D9ru/6LhHoApIJ4tkpIvCmP6CegJEdTsYFcBN0A+bgueyyy0Twjr/gz+OSJ7DlzbTs0gCAsA+wwhuJ8T/BMHNBsA2QQi5BLLtI+IN5w3YCWOSxJkjRj90XAmTWA/78vd/7vfT2VdpZEwTo3DqKvvgJmYBGwDU2vvjFL067y6wBiGeIkUV/dqPxO8AGWawvwBigiDXAmgGUAbgAMpdffvni88LYmINr9EVX1gRzwvyQp51dRNYcaxl68pOfLMAqoBcdmDPKvNk0IoTPCPyxk7kAOKAfawvZAG5ALKAacA4oZu1D7DAjE2L8iEgvoqEMUKOOl3ZhM/YAOFibgCN4/vu//1v4Ev+x68n6AcziM9Y9QBc+1gMgEiBE+e4IH9AXXnboOVaZc9Y/c4NM5o6199GPfjSJYueSDH4hvTvK8rkzgt1TLj4xr/iN4425u8TnCdY8YA1Z+JP1CyiHuMAC+MVujlPWCcASfyAHH7MWOD+w0wno4jyR5wSQjEyODy4c4GPOA6ylf//3fxdyWEcRkd5giw7MHSn9AJjok8ukrBvWI/MDoRf24DvWHv7jWIcX4sIFxwrHN8ccc8eYXKiiLxd+uGiBvYz3eO/W/tRP/VR6oRfnDi7MsYY453GRB5mc25gf7OYcAvB+7nOfK3ZP6Y8fAMvwQpwbOBbIN3RsDzSA89h+aWobDzQeaDxwr3qgEf7174GIIbDE0ohYBJ0RQVUigvWISC+sABRxhZ5dhohIt80CYgCE7MCkDv4iKCVQAqDRnyCJgIe8m0VwyRtTf+AHfkAEUgR21APE2Gkg6CKQZieVetoBFATT7JJRB1Fmx4tAMgfE1NOfIBkwhTx4yBNIEozyIhCCcgIz6ugDwQuY5bbKpfLgycEauwcAM4AwfQCgEOCKW+cYB9uxFb1zsEpgz+26BIfws2uRg2FACsA4y0RuJgJV+mErgTJ65GCfHRb+ixMA49LbCAEw9OciASm+50IAFw4IQtd7Z5U67KKd3WduGWVuAXTUsTuDXthLMEwAD/DDLsARKXzs9LFDyG2Y3GJLHeNie0SIIJl29KQNUAZIwAbmgFsA4aENcAzARS/mO2K4DlkX7PYAmgEs6AQ/hM+QiV2sA+og/ISe5NE1ItKOIiCSNnaIWUuUmRtunWQnj9tcAUcASPmP283Z5f37v/97sTPsqkWgyK4za521ApBFFrLZRQU4Mr+sB+aOfhDrD8J2ePI4rBn0Ze2iG2sRu+kDsUvNrdeAFWRSh4/xHWuPHUrWPPWsOfxC/u6IsWgnBfhxAYOdO8q5HqAMSOOCBHNGPcT6IL07ioh0Kyi7wgBnQDTrJfdhvbCjz9rD5+hNG77AduaNcw5+Zs3SBmBjrbEWOX45jpBPG+uHuyjoxx0R+Df7hAsj8LD2WGPc+kyZnUdsx5fsDrKGsJ9+AEVAM+sZXtYCoBGQii8Yn7VKG8ScLT1/0Jd67EE+Y3HbORdcWDe0cbyhN7uU+eVAEZFe5sXaYG3Ciz9YV/If51vmG/s4hyIXXsbAPxy3rGPOc9S7S/O5Bx4o7gFPw9J4oPFA44HGA40Hvp49cK/YRjCTBUcMg/uIYUo9u1CkBMcEVuxw5mA3g0ECOQLlHCzCT6CV2wl4lo5DO+CAII4gmogwpnEAABAASURBVDLBOkQe+VzxRy67EtTRn2fA0IEyz8yREriz20FARwDIWNTBh87nnHNO2nFDP/qgFzIJ7gjICdSQQ9+sL89GEtwB9JbahD7sXgBuABKMQ9BLf+QwNjtFBKvUZd8RFFJGFoE7eYJe+AC21FOHXEAVtgAGqcNmdn8iQgTV2EE9ATUpQfEZZ5wh+uS2nKIb4Afb4IUIoEmRj/7k2Ylht4SglwCauqV9CIjxPzzZR/gRe/EHoIFx6JfbkQ9AgNiVA4gxH3l8QAY2YC9zRF92d2hn7lgD2IGfaePCBSCaYB1QSB1zyDpCDwJtLmrAg27IwTcQchgboh8pYIm1Rx5+1iJtgHJsYe7QjzrmBxu4MII+jId99EMHgn/4MhggT3/8u9SP1EPIAEBgIynjUR8xPO7QjbmgjrHycQFQA0hQj1xs57Zu5oY1Sx9k0479rEXyX4iwnX7s7mb51LFWkYNc3qzLMQHgwm58mtf13cnH/6wJbOTCAnOHz/Ncs745DljDrBXmEXmsXYix2eFkfeNP/EF7XnPYzVxQBz95jlPWC8c5/dCVvuiLDewWMs/MK3rQlwtoAFX04aIMdRD96A8vKXX4hjsZGIfjnjrmAzvJoxPjcP7AVurQg2MAfuyhjrGYI+xHH9JsP37Hz/BhM+OTz8R4XGDiAhHHC3oC2qmHh2MBe5YCzqw/7RBzQ9rQEQ80gPOIL5pc44HGA40HGg80HviKeSBiGORmgRF3LOegm+CEIIjAJvMSLJMHuBHMEGQTHFFHgEngTACYZRB80U7wRHBIH8AMQSUBPTtgBGTcdsftmQR+BPEEisgmKKY/8gmySKkjcKOe8UgJ4kgZlzbGi4j0Uh30wgZe0AIAjRjWA4AYmyCSW9EYm+etcgCIPII5gk0CfEnpOTgCyawHKbKxk3zmyzLwIfqgJ+ASHnaHcztlgk70zn3hxe+ATp7zJNCOCBHQRoQILKknuGZHg90X/IUs5gV5+IgyxHwwbxGhXA9ooT9BP0ExfAALUmxBV3aUCOLxGfXMHT5hHvEvZeqRT4oN2Aoooh912JT5sl45SKedOsZHL4AAc0A9/bOP2AFiN5Zbfrm1mJ0qdgO5tZqdKfRhjpGDLgDQiFjcLUJXfMQaYTx0gj/rBT/1EUeOgzw2O9Pc/siOEjtZ3H7Kra34G3AQMezDPLOOkBUxrNNRf4xLP0BnxJCHeYaN8RkTnfAjvNRDH/zgB4UO3ObKLcqAZnbb8Qu+ZqeTfsw9sunzhSjzsXa5xZWdSIhxuMDEjirgiTHwH/IiQgBE8ndHyMa/8KAba5VnZLm1mt15notlV5WLHugPH4T+HJOsA/SiDp9ERHomk3WJz5lH/Eg7xwopbfTBD5SZB9YU88I6J6UeeUttwNaIEBeB6Ds6OirOM6TMSe7HGoOHYz/i7s8fjMtYnDewj2Ni6XyyTmnnPBcxtI0yuuE35h9dIOozRUS69ZvbedEbG7mNm4s3+A4gyjmOYx059MtzRx46ukzd/3Uq/q87oLG/8UDjgcYDjQcaD9wbHogYBrtZNoFNJuoItEgJaAiCcttSoEBQRfBHcASRpw+8BDUABsoRkW5pBKjkXSFuYeN2UZ6/JKDntkWej2LniKCO4AwdAFY8/8lVfN4mmYMo+Q9+gk52DtCFNnaF6Ec945ltEWBlfQjUuO2OnTuex4J41pPnuriFlGf06JcJuwhkkUkdASfBKPJzHfriJ9ppw0/oQRm9KBMkE2jiH+oh6pGDbgSnWV5ug5/ns3iWEF/hP/zA86Dvf//707OLvLiEwBU5ECAdffEJciCCZsYinwmdsYVAlTr6kKIn4Iw8t4Siby4zz9hFSt+IO64jfIUNpNkfyAGAoBvgHVvxETrRBkgjpZ4U4EAaMQzqmXvAD8/2vve97023f1Pmmc9nP/vZAjwsHSuDY2RAtEH4A70h6iFsIMU3rFlspYwPSQFFADuezaOdW7R5npM1RDu2Zr1HDVQA7JQZj3ZshshDtOEbQAhliPVBynyQjxgCkDwvPGvKHHMrOvOAbG5z5lk/dsgAaNgRMZwL1gjy7o7yXHO8AOJZY1xoYb1xzPGMJPXYxIUhxkQ3bFmq+12NgR/R6ZprrhFy8oUBLrSgM89jsvPJBRTWU5bD2gOEMl6ep4hIFw7wD+PLf1wkyv2YA8bDJvRlXPxstvShDG+WBz8NgFBS+mAbayDPO2Xkcf7L65HxWQMA3Hty/kAn+pAig5Tx6B8xnCsuNnDcQ7RhNynHBsRaoZztZnzWAHPPS9c4h3KbL+cHLhrwzDUXCVinjJ37ISMT9uZ8kw490ADOoR+a78YDjQcaDzQeaDzwFfVADn6WCqUOoo5AiJQgjaCLQDQi0n9XQSBGG0EZxO2VuUxKQBcx/G85KEcMgysCHYIg6hiHnU2uzkNPetKTxLN07KoRTAJQ4IMI+NGHZ7YIsgClBMQ8P8ezeNxyCB+BHLoxPjsUBHnUE3xST556QBS3CnJbJ8Evz1XyshaALbf+EQRnfuxHF+ynP4TciEggmp0EeLCL4I4AkUARv2jhD/9B1BMwRgz9gQ+QTX/kk+ZxsZcyKbub7AixqwUIARBwmyd+41ZYxqYf/kU3AmwCVwAWKqBX1icHtgAN/AwfY8CHPjlFBnl2WKknYKeMTvShTD2y8XeWyzj4F1540Ic8vBBl+uM39KaNQJ80ItJ/CYFelLGHPjyzxrxz6yf/LQ3/5Qhv+WSXk9uq6c8ub7YDAIteuYwsyuiOfuiAv6jPOlBHG/NBPfZz4YOXuwBC2NFk9/3SSy8Va46UWyhpgz8T80seWaSMCZGHmBPGZC1QhmjP/Kwf6nLKGudFRYAIXgDFRRF0YneX3Wfs4MU82Ec/CIBIeneEHrTzTDVABZ/zgipewgMY5GVYPOuIngDMrA+6Zh/R/2g6uvxv//Zv6WU2vFGZ5zjZ4QTEI5/b51k3XCDIfuP4RBcuoLBGkMfuIGnmYV2w28hxTT36RISYd9YL8jjeaIMAsaw5fEw7daxZyuTRgTzrljXLONgLMRZ94UOfLPcLnT/oGxHp5Wn0oW/2OWsNefgWf3LsRwzPCawN7GL90QbBm1PqIyK9UTof/5wXeJ6XcwHnVM4X3D5MP9ZF7su4jJntob2hoQcawDn0Q/PdeKDxQOOBxgONB+5VD+RALA9CEESe4IuAjUCFMgFPDmAIZqjnijttOSVogoegjiBnaeAfEem/A2CnKwdg9CXoyzoQnBH4EXjRxm2EACze7MquCIEWL1EhcOL2P0BYDkoBnVkvZNKf4JWx2H0iGGV3FV0JMrEHnkzUoz8BY65DD2TmMnoS6FMXMQwUsRdCJkFqlpsBCbtw9KcfKX6NiARatfAXMZRFkSCVgJw8b9UkRRY+BRCTYh/j0cY8MD7y8XnEUBa6Ai7xC36gjN6AEp4NxW/smCIDu0nxPzYA5NhdZC4AAbRByMcnUESkl8MQ7NNGHf0YBxnUwY9u6MqcMQ5rinraMx/jwsctssigDf14iyr1vMCHF9ngB9og1hZtgHDWLD5hbOoAIvBAzCf15PE964F8pohIt2zShm9JuZWUfoAjLojgB+rpgx2MBW/E0NfoSjuymQ/4lhL2Ig8/AG5oow9rjnr6Io/6iKFMbi2NCPHyJXa1GJc6eJiT7DvWNnWMi3/JfyFiXHyLvsjmogZrA10iIr0sDJuZW3RmbSETn5PeHWEr7fz3JaSAWG6jJ5/nD3mMxVrHLtogbGDN4g/KeR7hQS796APRnvk4p5DPF8Bog+iHXbQzZ9gEZZ+x3liPHB/YydrDJ/TFv9SRZ2z6c3ED31Gfj3PaIerxP22UmU+OCXSOGM4putAGH7bBy5jUQYzDWqYde6jLRD3EnRj4LteTIoc0+6WqqsW7O5DJ+j+6D/wNSUXjhMYDjQcaDzQeaDzQeOAr74GjAxnKBCU50MojUk+ARIBGHcEbwTx56gmKCKYoE7CRwoMsgijaCZC4fY2Ah8CZwI//1iEiYBc7NAReESGe04N4vpDAidsDefsiO5EAL96Yya1/3KrH7gy7lASwACqE5RQ7kEldJoAau6UEXcignjxBJHl2kXgTKs/LLQ0ksZcgO8ujDD8pOy2MBZClLhN+wwf4gjp2IdCNW3cp4zvSTOza4kfGwE/IRl/sZgeKdnTKQSXzwS3B7PSiN2CNfvRHDnlkRwyfuSOgJhhmLvLY6M6td4zF7clZVwJkdMff2MEOcp5bAmjqaM+giXEggAJzRoqe+JX5h2iH6EfKWPgNXUnRjb7ohJ9oh49xuW0Qe3jGF5n4gTaIHVj0yfzYHzEEjxHD9QUfNuIz1grjIYf6rA9t2IY+5LGBOcdv7Lpn3jwO6xI/UY9sUvQGnCGDdUUdlNcGfshjkMcm+rCrh1yOC/L0oYwM9IgIZV+jd754ASCGdykhH5vQCT/luWY+8BNpxNAvjI0dyOQWYfqxPuBBJi8PQh7+wiZS6iF4l5YZhzFzG3l8jQxAW9af+UUv+PAf8hkTefib+ogh2KWNciZ4sIEUffANeXyFLwHglJGL76ijL+3w8ywpY1GX5wT7WfvoxLPMtDH/nLuogw//UM+xyFtmsYG3UlOHjtu3bycrdsTZfeeFPeiBT2jAn8iIGPodfdAP/3HBAbtZ5/BCrGFsIGX9UYfupIBkdjPxKbeXU4ef0ZM851J2qdkJZ0zq8APrjTnBNuoauqMHvjqA845jNqXGA40HGg80Hmg88HXvgaMDDwALRJAEEQjhBHbCAAIELZRzEEPgR56gjMCINoIo+vIiINoJ5nKgBHiKGN72xhsxCZZ4kQj9eFMkKS+D4f+J5PZFgkeCOYAq4xOUoTO3vBIYMk7EMIBDB8roDB/BLQEW/ZCLLgSnBFyMTT3PlPHGSfqiPzt57PK84Q1vEHYhh74Q7ZkoE0xGDMfGL5SphygzFkElOhFsUo+N+IDnVXnhBwEj9YBmnk0kSM0640fauKWR/7YBuwHhvEwHG2gDbPASFgAy41DHuBCyIyK93CjLQg/kwIe+6MnOMC/BYd4JlD/2sY/RnG4DJIhmVwpf8JIXAl2CYAL3HLSjS0SIeuaKABoBjAXhW8rIyP6kjn7ojL3oAU/EECSSR0/mCD3RHzBEyn+XwjzAA/EcIzto2EzQjW7MNW3Ipg/1lNEHeYyLnlkOa4Z2fIBdyMAWgB87wJQZFx70IuWCBOsH4AFQQB719IPg44IIFwKoB4SSMhZt7MDBB6ihHp2ox8eU4cMmfIMe2MRaxY9Zb9YCz5Ky24Z8+sAHiGS3F5k8C8kzfciEWJOkEPLxDyCKPLvc+Iw2dONCBkCfMuPCSx5/8NKkiBD/HVL2L3PKHDNulsN4rHvkw0t/1hx9uLWWcwB12Ekf5ogyY+EP+lNGLuNGDG9RhQ+fs86ZU3jQmXHQg7mMGL5chzb8jV48h8vzsNThM85P/BdMrF/+CxbmmzZksv7Qk3GYA+oZl1tn7fYyAAAQAElEQVSD8TH/ByZvi6WN8x2+fuYznynAHhcOGA9d0BEZpMiAsIUxyWMntmdbsYN55DhhfEAsfJzTSJHDreUAUXTnmIUXe1hv3A3Cy884f8JLH+whbeiuPdAAzrv2zddtS2NY44HGA40HGg989T1AkEQQQ8BDoERQhRa5nuCHcg54CZAImggGCbwJGgnI6EugQ1BEPQEQgIpbwOjPbaIEm4BGnuXiaj3PZvLmTZ6RA1y88pWvhDXdqsnzlfDykhyeUQKEMQ4vIuE5PkARt9oyLjoDcCGAasQQFKIr7QjlWU1uzfzUpz6VXmbC/z3Is3EACHZVn/SkJwkewAf8BL/YQdCNf6hbGiDiA3zGDh1tESHsJ4/PCB7JE3hzGzABKuNzWzC7nq961avSS3D4rwzox1joi1z6AfbY2cN+bifGlzxrx9tE0YngkmcJc1BJAEs/xs1zAh+6oCd1jMO8wsf/HfjDP/zDuvnmm4UP+P8ukckzgrxM6QUveEF6ZhFe+hKIT05OUhT+iIgEUBkXv9BAPcE/RJk1k/2JXeiS2+gHD3OHzswTuuF3ysw1t02zy8haYq4AWoBtQB0AgGAcwIXfkMX4pPTFVvIAANYqecagTJ5xSfE7/RgXnWhnLfK8JrtG+IS1hj8A/zxvzAUE/EFfZNCP3Uf6AGZe+tKXpjfLAgpoxwf4iGcikQ9QoJ75QTfWLGV0Qm/sYXcZGwFsz3/+85M8QA1riBfw8NwxdqI3/KwDQDDPGHLMPfvZzxbPgGbZyIcHXeHnzbvcpvz6179e/F+vAE2ADBdg4IWYd/Qhj/6sXcqsXf6fTIAj4yMXMAUf84t8LiBxzOI7/i9T0pe85CUCFHIswMt8kyKTOWd94I+8zrAH0BYRop2xmCv0wnb60k4//MrFEuYYP9LGC34Yj4tVXCzg2V/WN8RFLuzneIIHmaSsU/piEynjkjK3rEN2/zkHccfGC1/4QjHXjMv545JLLkm3I8PPrcHoxRpBb+oiIr0Flzw7k8w/RDnPCxeCOO9xUQ4f8iKz7CfOCejAxQbmjPMCxwjnUdYdZfrif2RiE2lDd+2BBnDetW+alsYDXw0PNGM0Hmg88HXqgRz8YB7BFUEdQSoBGwES9ezAENSyo0HgReBCG/w5oARAEjjCSx+IoIlA7tJLL02v8GenhGfFclAFiHzHO94hQAMgCMDITgyAkoCUZ8kYA1k5wAVcEtwS5BFwEzzS97Wvfa0Ivt/3vvfBnp5ZQmdenkE7etKQgy92kdjloB//lQA7R+zusCNA0AawgD8TgSLyeBNuth0/0I5P2AEmAAdoECDTBjEugSuBMGX4AXfcUkvAiL8IhBmXep4TxP8E2gS32X5eioMveUspvmC3jbeV8v95ctscABHZgBjAT0SIIJfAP9vMnALYCELZiWEMdproR58Xv/jFet7znids4FbBD3zgA7r44ovFm4Mz+Ec+AIkAn5TdIOYT/+AXZGXCX7w5FR8wFu2klMnTl3by1GMv8tGNHTd8yjisI+zg4gVgnX7sELMbiz0E29wSDPBjLhgfmwEb5CF8RhvBOsCHfoCvPCe04x/miTUDOMb3HB8cE1wIIYAHTPAmUEAuIA9QwYUAQA3+ZiwInQHurFUuYLznPe9JO4GMwfpgt43dKGzGNvqgC2PjN3hyHSn8ADvWDDpw3HBhhnlhR571s3SdA2BYW+j6nOc8R9iAbxkfeRA2kzJ/gGoAPMCWW7SZ8yuuuEIAMI45Lgghg+dG0Zl+3MbOMQToxk/IQSbrnfUED2VSjk3eJoyfeJsq5wIuDnChh9vb8SF9smzWCACQ9YEvAJbMB74iz7pgHWA3fmN8xmEdYSPnKuRRzuuAuUUmx8pzn/vc9Nw0t6jzch2AG8cXaww5EcOLVIzHemGtI4uxaefiBsAfAMhYrAf8xpoFSCMfvkysR17uxEt8sIP6iDuOwbkFHdGfuWRs/A6QZV1wfuSiBbcn5/5crKOd+eNuB+aMdYWNnB9ZN/AiM2I4Hv6irqE7e6ABnHf2SVPTeKDxwP9ZDzSGNx74ynmAwI1AkYCEAI0gmZfpEAgSZBGkE0ACkHjTJIENwRCBEfyjo6MCnBFAcmWdgJJ2+iGbQImgmLeLcgsp4JNgHgvgJWhn54VbSpHBDgtldggIIpEDLzqxu0dA/PKXvzwBI4JEQBJvLGXHiUCcW1IJWgkCeSbrzW9+c9ohjQhhI7IAOATj2EWwftlll4mdTp4LfcUrXpGAK/2RAz9EgMmtmzxzmgPDHLgRVD/jGc8Q7ezeEJhHRNqxpC0iEJHK+JoCuyuve93r0o4it8BxCy8AnF0M/Iw8/IeOBOb0wZfsbGIXgIPbSAn42aHBVwSogC54IXbSsq+xBVn4kcCVIJp2+AikSQHhAHnmCUBHMM4bRQEcBO3okQNY+PkvSZAFqAK4sl6oZ/5J2TXDr+z+MBbtpKwZdm4IjrE31xOUIx/ARWDNjiJyINYb7ewsAVgYF0CMP1iTrBf8wdqIGPobufTFdlLmAkDA225ZM/gbH7MuWGfYCKBjHQAmWN8AR/oy51yI4DladMOP+Apwzk4gaxN58GZQAqhlPb/zne8Uc8bFAsbAV4Ab5p0LNXmOmF9swP+sobxWsv6AJQA3QJM1AvECHuRx0QGQyW2d9KMO+9kxB6iyNtkVBqChY6aIEECUMmALPuzDP+jB8QkYZK1ybgCcMQ/4jTxgllvf6cec4uOsLzLhJYXwLRdJAGbYyQUDLizQD+DGuSHzc/GKHfzLL79cT3jCE9JOIPPBOqCN+UEO5wPGRD7EGud2eQA+OrHeIobrAXDGcYbPnvjEJwr/cbGH8w47uuwgI4P541ji4gQXgTgWOK6RxTECT/YxQJrzB4CTi134mnMn5w/kwAtxUQsASDv64yPOH6w7bHr1q1+tt7/97QJgskZYd9TTl3MUfmNdYgMXn6iH8AntXFhghxm/crEAX+f+8DEOc0YeWuozyg0NPdAAzqEfmu/GA40HGg80HriveeDrQB+CD4IcTIkIEfiSJ2AiGCcPOGTnjTwAhR2InCdl14wUfoLGiGGQl8EHgSD9GYtgi2COoA6QmHkYAz7kQLTnYJwdSAAQ4wBYGAOQBXgkzwuFCL7YDSHwpj928BwbuhJsYSNjEYhD8GAjgR99CSgjhs8i0kYfUoJLUoJNwA35XLd0tyK3oRPgDD50JM06ZXuoww/YCLjAb+wSRoQADbQDitEBXfE5O2jUEYwCHPBXxBBIU58DTPjoj02kEPJJAZrsDJFnDkgZA7+gC/ZEDOeOtqUyGI86fMxLetCD+UA2AS1+zil86AgAph39kI0dEO2ANdrJMw/4ihQZ+CDbQztEO2OTB1BhB+uJesZmrmljl5w68swtPOQZnxS9AADoRRmCB17y3PZMmucszzV16MR8YXuWB2hip512/Mh8ITu3w4+utKMnKWXWE3mINUPKMYJf0AUbIoYvzsF/7JTCw5zAx3zkMajPNuQ1RhkZHB/4mTHhQwfWHnkIX5PmNcsxiA84znId42X/0hc70Yl+6IF88oyH7RB+iwgxHvXMLTz4A9DFPGcZgGnqac98jMf6ynX4KPNjG/OIrrQjnxS/keZ+5FnXrDn8BhDEZ8jhfEB/yrTDi674j3nO88NFAWzMvoAP+0jzGuEYYk3gF8ajDf+RZp0A7/miBD5kXrAJHnjRjTy6oAeyGBNe6jl281xlH7FLDx/tnL/Qg/xSwjf4C8r12J7zTXrEAw3gPOKLJtd4oPFA44HGA40HvmIeIBjJQUoOjHIQRFBIUETgSIBFkMbA7EIR3JAnpV8OsghqoIhI/70EQRhtgCCCJIJM2gkuCeoIoOBBFm0EVwRbjEfgTjCFPtwmBv/HP/7xxZ1K9KaegJEXdxBQshNFEIkcZCAXGUcHWOhAPTbCgx8YHz7k0h+9aSMAxQfkCQZJqUMGY8KHD9CDNsroQJ56UuxFH2yjTJ4gE5vgYVxsoQ0gCBHk4jPmAD+zO4dPGBc56A8/fRmP8QFk8FKPHvQnz1ik9KEvdhBQ41t0YA5IkY3tmZc8ulImj0xsAQxkn5DSjzFI0RH+3I/x8Be+Qjfy+Jt2fA4vffA784GO1DEeKb6Al3b6U8daZE2RRwYy0Y0yz7LCi+30wz/UU0fK2KTUMxb+p0w9ZXxDmfnIsinTzrjkM9FOnn6Mhz+Rix/gpw1iDHjwEWWIiy2kEPaTIh878Bnzz0UI6plfABZ5CN/QluWRpz4i0kui2B1GB2xmXAjwAg99WFPIwIfwUM941JGHeAaaOnyInVkG9rFe0Ak+9MVu1h9tyCfNcimTpw/82S+smyyD+kysgZzHD4zN2sFHmZ965JDCy9oljThysYRjgTra6I/+lNGHckSkcwkykJ3b8Bu8rANsop75y/pTznqwRijjN+REDMdHZ3xAG/6DkAEfMnMb65l6+Fg/pMwNOjIe/kcWPkYG6wOiHV6APnzwIJd1kEEw7ZnyeJTzeOQbuqMH7teAs/bagwakya7K30eTVLt2Kbm4+DlST7++6zNRzkRdz23zJlLKzi5+4FssLGaQTYH0roj2o+mueI9VP3BnKLe5eIdPrj9WeoTx2Prn9mP1zXWZ5+5SeGk/OqXuWJT5jtWW6mDIlCqGX7mKdFjDN7Ydi2i789qgb6Yhx5HvXH+sFC7qc0r+i6HcL6f3tC/8iehA5uiUunuZGPJoWhzyGA21qsVjcpGvyXxpHsj+XeidizldqG6Sr5EHCAQJlAjeCABRg+CLAIcAhnJEpOedcpAj/9HuRAQvBJsEdZQzEVgRuJHSBlgikGSciBBtOuqPuhxsEUARYBFMoQ/PErLzwzOX3IbJLb7crsjtbLzshlvyeN6L2/PQk4AR2xiCoI2UsanLshmL+gj/QDuDrugAT0SkW3FdnT7Ukcl9yGM3KcFcRCzaRBAZEekttwAh/Iif4EMv+S/XOZteukOa5RFEAgYJLPEZgS/tUNaDNCISuEAmZXwFGCSYJujE7/SnH+NhX0SklxnRRj2+5ZbKPPfoCB9tyMNefEKZPHYw99RhW64nZR2RwkdaFAWJ4EMuemJjRAh9qWNOYGJOaCfPvJNmOfgCXvpiB20E/KwpyuhD3VIbkIvtjIM89IbgYyxSCBtzP+opoy95ZGMnfJSRxbiUkQUvNqM3fIxHO22AO8rwQhHD9YSu9KFuKYCkD3XMC4S92IDt9GE+aYdYD/iGXd6IEO0Z+AA40JUdSvTHdsroylzTH/6cZh9mcIZc7KGd28hJKWMfMvANeXTLcvALsll3mZ8+8FPO6wm7KLOuSZGV9cNe6pBLCpHnWGY8iDpsIqWePoxNGf/lcRibOo5DUoAcvFmfiEjnLfSnnjlDPjLQhz4RIfpjE+sjYnjcsAaZW3jIk0IRw3b48SGyI4bjoGOWz3jwoAvzgj0Rw/MPciB40AN9sAl78B319ENfxmDOaIcX+chlTeS1yWRZRQAAEABJREFUgN7Io40Ughe55Bu6sweKO1fdf2oSjCgK1Z1SPfVVtEJ11VNET6oBhQS2lQY2CaKGtHI0VjsDdV0573yvtoR6zryzDoe7DoiTdFW9OWn+sGmf1DX1J6XBrK/c1Or1PUxdm3fgPnemgaWhwSBx1C7V1lKL5GGFLkcT9Zk8xCI/+a5tORYBhfu2a2C1K8gCyDvxuEfGRAZEfWW9ZM2PRbXrocq9h3ZUrqF0hDyM6+pj2pBtskrm0eJIS8vkOTihyhyJXJl0c4oMJ26x0c7Y1UrCYFgworaRnFicCPuHVGlQV6oqMzHJlTuwHqCU94y4vrJkt3jtyFYOaWjTcBgPaQ4tUm6jjyWnecl18JLPKXkIXijzH53CA+V+OaUOoi90dD/K1Nsz/sD5pZK7fxkf/I4emViH816AvUE/BWti0lyWy7LP5QmsTF17vOtjDnu/jOH/b3fFefjWhGuZi+H61+KxAAuE34c0dBl10LDUfN+bHiAwJigiwMrjEOAQwFAmmCSljhTK+YhIgII6KGIYPBEQUc4peYh+SwMg6o5F9CPAIuiknVvueC4LkEk9z8DxTB1Ak8CdZxlpB6zBjy1Hj4ON9KUe+aTwQrQRzEWEf5+HgIj6TLSRzylysl/IL21DFmUCalL8mMfK4Bf9IoLm9KZOMtSRZiKwJH90PXWMgS9Js055DNpz0EkeQgdspg/lnJLHZ1lX5GW7aIMihnqSZ6ylfalDNikggDRTxJF+1NH3aNlZFrrRDt+x7KWevqxV8pkYO/MvtRk7Mg/zExHpRVLU5THJQ3lO8vgRkS4eIFsLf0t9S1VEJB50oh/6y395LIC/i3f6MHb201KZEUNf5Tb4sCFiqPdS27K9WTi8WRaAgzJt6I8+pJTb7TbJoh/ynNO+VF/sSYwLX9i4kBU6kSfN4+SxqY+IdKFmqYzsG9ohQDQp/dCPlDKEXFJoaT7zoCttUMSR4xQ5eZw8du5/9JqhL7pD5HO/iEgX1uS/3ObsHc5v+CKvF/K0Q3ks8hGRLupERDqX5DpsgChD5Jfak/VEFvZERHrLbT4P0CfbRp45Q3d4KR9NeX4ZJ7fBC+Vyk97RA8Udi/fzUjiECgfeTkRqqOCSw1s5vB0STUMraZHYIa1C5nEY7D4D5waqDSYALVLtRelV7S4OqcNhfpDWrgq3udr8fEdKkZmJWujocu3KTM5+GZ8shTSLwQXkbZIg8kvbKduqYfJFfNfi3x07LMr1oGmsY6R37HFXpUphgCh8aBnyWJVTaLFHGmCxtJiJKBQRJi0hyrXLofRnWSnla2me8l1QcRf1VNd83UNCg7sjxNzVWHmcoecpQfS4bxH2oVHlL/J1EeK4iaDkStTOxBynqkoDH2/ONp8vxwPJx4XXulRYTioGGaU6NX+NB+7GAxEsliEDt9/yEg9eUsJ/9cAzbbxUBPDJi0IIwNgN4Kr/sEfz3Xig8UDjgfuoBxq17nMeIEa5zyl1TxVKyvvqfssYsHRAG3UYuFBrqgvVcuBrYfUCOUmfgYPe2sEuFG4sTOG+tUkq3WqqS4POUnXR0aAYUV2OSgXUcdqy7CRq4csCXMNoR6hyAFhZg2FaWCpUOs1UaOD22qQ7UGFZ6ERaOg9luaX7LKXC8iDsp09I9oHHrYcp9Uv7I6d0n7KuE5+s5bEoXA/JaLxwHpK1DOczlZJlQIw3lBcLchdTId3tx0hDlZRAPKmJsgl75BTKtbX449vkubMqVCxQpBT7C/vLs5/KR75oX0pwmDzf1DqXxOX8kXK1WL+0LfnUapDCC+X2nFK3lPDVkKq8wpwqUVhRCP6cDvPwyh6vF6ll3kzIc9EfuI9BPgaUyVz3xoc5ZOQsO5wJz0FEKMolLZEa/NV8vqIe8BpelGcfcww4Set2sT4dS0dK5O7MQ21D/9c8kK/Gp7tM/Ft6tP3s9rArxJV+diXYASAP6Fx6y9vR/Zpy44HGA40HGg80HsgeIF0SEVK8f1HUUqsyeXes9I9l6bxSAEbIC6wqHGoVqv1PC8Te5RDkDFzTU+nIiwC+dIgWUbqusBPC/UqTU9cNDDr7BpsDUxVt17dMZvMnrES4V+jofzJIUKot/I0Wx6Jhf/PFEUr8LsMfti2Avk5LUo9cJtBZCQ3LhbrCKXxDkmRQZhGKBQBYuF+mcH5IWvgrFtK7SKracpTsKSwvE7dLLspZGE9Hp2ks5Fb2wh1T0WZ5Qx09RvLjwEyVx6pSKtsFXyYuEiwlMypCi1QoXDWkCBpKyXO4SGqnckTIG3EqpAU/DtNAJ9NwPDcu5itLzjRwvl4gOVX6i/StVCafZYVtGOb7bkMG/Un7ssmLRB/5b8hbJd3Il9YhUyRZfcuBKnNrKMKda0pOScygRLp3/7z8PUxlHyrpO/RnKMKkuNvB7771brs2jXgAB+JwUpM/Yk17xaf5IJXXDqwNNR64Kw/wSAKAsyhYTEe4uN0WYMkzcRD53AroBIjmcpM2Hmg80Hig8UDjgbvzwB1/Ye6O8z7YRrBbAsQMNlPUnXQsnDWFSVCqXPgi0DfVffP0HA4PBHSECgfIpWsKh2qFawtHb66SN/i8w1kKwNmNEYf7I6oSj8T4Wvwj+D8W1ea4C6LarTJIk47Vt7JGJkCZR10EZraZPMCvdFvpcrFAKcB0XpD7DGUzCGRZrqNvak88si+OEFxLqbAGELYuJRmEJkrMlb+/FHI366MFAlwNqfaodZq9wtoVbqc+2WJf3QFwWkRt8nS5jzMUzO/ckk/hfJEkwQQL5EoXq0RZh5Til2MRcl2PLpngr6m/K+LhOvdRena0Mjs0WEidP2Y/NNMSvdD2WFTZJovSETqay0KUKO90Hp3qy/jzYPiBtUQKKM6aRBp0QXYspCkZzsUdqlJ98/Ule+AOzqzs+aUkl+V1Mlz/njLn1fw1HkgeyC+5AHQCKDNRHxHpGSeAJQTITJ0Wvo4GqAvVTdJ4oPFA44HGA40H7uQBor87Vd5vKgw+SgOuIxFUDqpK7wESAg8tIR4rXENtUfdUGHCWBgKk6s1L/a6Kfk8AKBwCf+mu5J0k8T2DzEodS2m5XBv7DFRW7mOG2iTDo2NTapTSzqvzpJlcPPLJox2pSbmhcPdPpWFKHeQqQCCVoYUK1y391NaL4ZbWHZ2vllTcSYqDDi1QKBY5I47kkV8vjJNTLZRJh52yfUenbs2DkhoQYVMiN8WSMV088vHcUwD3piWQvgZ2hQlwN7Cw1DgczyXYj+0lGgGFKTVbSPIFizT00tRNqS7xVZQW5dXY6xqanBz7QyNEa07Jf0FKCh3hSrpWLg+FDL9d9IdayNl79lna+Z71OMLFHPAyoIF97iMjDJ6hIwxLcpiwpEi28FyTNvSleyBNH195/bP2fX5TIubli1oNX7oiTc/7rQe4rZYXaQAoM1EH8cZInttcahzglLdEsuu5tL7JNx5oPNB4oPFA44G78sAwGr+r1vtNvSMuB7TsRvYLQ0vyC7oTALtGLQPMdtU3SByoICgDLBIsd2clqD+vYtA1kOwJIFo6gGtbBsDT0hOw6Btt1M6F+xcL/EY4DrMLau9EMv8iAVwok2byTmqdgAr9kUTKlCwheOlnPoHsyC/W6chfanMxBfHub56h7KEHKvevPJ5Sux2UUsZjXNmGI1QjZoEY7o7kvm7jE2HZeZyjU4/H+DpGSt0i1XjY+pov1SU7wuIzFR6+cNmEzkvJtXwS56LSA8lzJyyiDoYFqpxmcnbJx7KtvzJlXe4qXeBDfGWeITFi4VEL1a6D5FTpdl7k2076eX2mupS6PmlBeoRyX9La/shkwQziHiG5XrWzHpFvshD5e0RfFPNdSESGjylxLPmYsFKeq9rEzqvnwbotqokvEil9F+n7LuQeo7qpumsP1FG7sVog+z1fkPA5z5WLHzgWC54bJTpS0+T+73kgIu5kNLfS8t8J8Np/3hjJc5tLQSa7nwBTdj3v1LmpaDzQeKDxQOOBxgPH8ABR7jGq7z9VBLTErqR9B/QD/3465BrG4jbDkEgtB8MFgTEAk5Sr/9yGC/HfnvTnpEFP4Z2awmlRzRt4zqUyz4gWC5EaYR1gpkSGeTSY8wg0RgrdKiuylGoDvCMEEOFpUVw+JHSm91KywKR7Tcby6kS5n1PbKO+2yvVKaZgzhCxRl9oZq1DlPCC8NgQYmEhr19XWS07hr9ybT+0vyIlyHXnqIPKJwt/cb+ykdh7egcetLL9akg7CjS7X5tNRae1yqiZFD0BZsqWUKFMPAS5Jdey/ZIsHSBuZ3mETATbk+RZzS56u8JAei9IYbiCFPB76uYslcqlCi+mwvhBt5LHLPRfKWkwrV0L1gizhb+ePpLYzlQtzmsKJaShXyf8DV1XmGdg3yU77BXnJPwmku4N5+IR7ZKK3JVJ995S75/Tuue+itfJw1jT722nYC1yUoYNbxRpJREWioXYMC6Wq5utL9kBa+3WttPZZ854DpQsAvWGd3HYn6czMUroTwxeqaNq/TjzAbbEZTLJrSZ7dTv47gfzaf0yFj5cGATIBm9QBPEkbajzQeKDxQOOBxgNfyAPD6O8Lcd2H2we2YODIte8do77zDrPUt74Og/1diVtlB7NTEgQAmZ3VgY1b9PlPX6VrP/Jh3XT1p3XdFR/X1Z/8mK675irt3LxR85P7pPlDUm9KMT+jNoFcv+J1Mxpx4O+Prv3ge3XV+9+jKz/2UXX7fY/lwQ0QZJqanlF/UBkGSHO9vnqOCnN4h15w92qLd2XPFfnuT3cR/4+eqzTvzPTMnLpmqIjYDfIqg7oaYGYQoqJ0KFkYf7RURGEcHIm3Zz3pX4XEGHN2CONZnHqVY9AkIzRg0AjrSKsbnJNpUPc035tVt+pqzkCctHK91RX/t+Jcd178H5cedKE2kr/7DGrZdoQ/Yd1kPuvkeuzvOsUX2OXssN3D1ral5wmc61bqV4UoZ5Lb8AGq1ipEGYrCwNv2d+33ynZ66hV8OfCeO7Bfm67/rD5/zZW6beNGATx9HcH2oo/SnyWp9pwO+l3VljHo9tWd76lnIwaVu5gLHRl3zl94CPv5/yXxo6xXRIh5me127SslH9gEzZufvvBblODveU56Fky5VqGBlYbkecsuszrqmy/3tRjNzvc1b8f1zF/D6HGVaQHE1obDYbIhqtihdz48MxD22ZThx35CxJ1o2Hq33wShSxl6vZ5q+zrVGeDsvOUmffID/6MbPnOlZmemrJk1MuipVSeWiFBgq0v0qxXOSazblGm+vmQPDLy4C6/9/fv26SMfeJ+uuPwDmtm7W7LPtfCYAD5nXVWSVwezMiRPomuaz9fSA+wmMj7HVE7zrao5pf7u6ctrZf0AJiHy90RaRKgsuXCm5q/xQOOBu/AA516aSDme83FO3fT0NElDXwce4HcYMzifN/OKJ45NxN7Hbrkf1NbW0VhFxikOpAimHMy7jno52A3DgNLbk60RAxTvXB7etFG3XMvFnV0AABAASURBVPUZbbzpFh06cMibmn1VDspqB22cCA5O7tfWLRu1+ZYbNbNjqzR30FFxT62yUss/sBapgpEG8xqruxqPvsY6LUPA2mRWB/qFafnEmPt4TOvSajl138p5CCBhXIMoOU5U27/Z7VDqH0Yd/LcGrtJIKzQ+Pir6u3viD2YrlPI18gxEK3ZrnS+KUp2RkUV+xoGssPir3KFv+eiQsMKg0sBgq+51DWqmNTc/ZcA6Y9zSU9vgFuqUhQpuz7OAynbVVqSw0rUFADqR17PvBt2e+gY7A9d7GHNaRw9odttVJ3mdUhptt5JdzspmiPaBZfdLG9Zqqy4D76b+1Ftc8kFhw2tbncYwSJQ5wuVOu5NkzDL+3KzkuQ5LmNy/T7dt3aKdO26TQrJrxFhh5ayWAJvqz4uAPDx2aTmdTsuuCnHC6PYqg08NAbr7+OOVJGE37QODLEDYwKCKq/12iftKpQdo2ZSQeU2MxbjyGIUbahoS+csNyLUZiRkZESFPUaryFHg+W9JCUJd4LROfILdOwuSd+ErhNQCxs1UBBq2X7KMWa8+pvoJ/2B0R9mcoKTo/p5lDB1V6naxcsdzzW6rvixUVhsj2eGxUheSy/Gc3JX/ZVQs1rmw+X7QHWBO1Fzdpx8fWMp93wr6fm/J5yxeL5HnSnebf85ZGoheUCs3X18gDw2NU6vrCFb9BnE/YReS5SW5r/Rqp1Qz75Xig6dt4YMEDxAv8FkaEOK6pPnDggGZmZrT0DgLqG7r/eYD55bxdOk7jHM75PM8r9fc/i+5djYn57t0R7mXphEwDH8yVQ9jaY0GV0zBEKNnRNBBSb079/Xu0Y9MG7dm5w2Cw1AnrTtapp52l9aecopNPP1Unn3qKVq1erX53Rnt2bNGubRs0d/sWaWAgU82rHZZqeZVBmpGqRgCd6mlFpyWeD627c5qfBsQayAz6Kgn0DHIBIaoNl6wYoZ43qwyJlMCM1bT8gSqDqMoAKLy7WBsAV94VrQzkKiNGYxW6y8XEbi2O9LdOQUN68dG8Kus+cJ6+pQcbMV5BDSYZkpGKq4XM0gAIMN4x4p2wDctG2hp3fqRdqGXUW9mGMKIA+NQAGAMKbAkfWLX9DbiU/zoujzjYhRizMJ9sg40yEDJMtQ8q6xgeuzbS7s/OCaptI7LZFcQntVFo3/IS2cjK/JX97SrJad+7rgP85Pms7Ku6mrP8rjV0s/074DZnjzXSKbRm5bJEy0ZH3L0SNif7nbFp7jB8TrdwcC4DpkQO+MLjmEXYUGOHpdtUWbysnsoo7Bt53EqFUVOnVapDyoygk9dZ4DcDUmQwlqfIFyu0+DdwLtlrhRhrfsZrZn5aNX09/8JG77jaZdZTqW/WAQyHLh7SNlVur4yb3df9CwOM9Iyy1z2gQ/aT0rylET3q8FM7yWQXu/TFfWorwMl12KvWtH88pwzwR32B5PjVq1R6DfW9Bq3ckIXvGktd4wTdqZIKJ5CT5vMle6DwwvSUiOfs1q5aldbmQZ/rNH1YLkicAFiEw5xXdKpxqfncFzyQQeXExIQKX3UiSOEKObshq/17dF/QsdGh8cD92QNfS905piNCU1NT4gVc7XZbHNfj4+NfS7Wasb9CHmj5oj7n7L5xQUWAtiCX8zpzvVBskgUPfJ1FfJHMwigAX+GdHzn47e3aoe2bbtXs4Ukdd9xxOufc83T6eQ/S8Wedq9Wnn6U1Z5ylU845T+c86EE666yztGrFhOanJrVn20Zp/+3S3IzD40qlw/wgunPaMdgcJaCfPaTCICG82znqHbaW64twkG/wUDrQqw1ECvO1HGmjHRiwTFrWBjKWadBTGrAYuyiRGUpAg/sBQgTwMYipPQZZbLNYg6JaALxIwjyewZbjFbUAjA7+qQbwFA44GbfwV9s6WLwjzkrCNwZGU3t2qXtoUgCden5G1awBjMHPYG5a9Cn9VWAzYMwnTotWRKTgqFMWKq1r2/ZCLecpt2w7VDrteEDq5Hxh/7QtoG0DAkBku/JBao0EAKqNtML+KC0zLC+sZ3jsjvUY9TZppxMqWwMV9qkMsnrdeQfbHXU6HdXOq93S6Q98gB7+iIfr/PPPVULqPhHgNw8tQHZhWSoGCvtG1kvJsbUKO7RjID5iGSPo7bHZfW6Zz0V17NC2KRjbOtE33L8wn1XTaKcQ9rZsJ3PPWPDI/gvVqvoG4D3rXst+k/8qjXjM0msm7JOyrNXxgMgoLTO8C824rlbYOeEeheWE51FOZbvaXjToLcsx+lWUMNla21QD/OGz/krkNn+qTBZoVVy66w8Ac2kr5Qh3pNKdD+y9XQOD9pUOmDvLJ1zrSn+3Wi2PPMwngO264SeE+tCw3Hx/OR4Id+76mGl3WlqzdpWXf+jQ5AFNHTwgT4yn3XPgtcOcO+c5kan2khw4Hbh38/laeoBnJQ8fPpxUKH3xruXjZsLHEhcQ8m1aqbH5ajzQeOB+54GiKBQRWrZsmRqQmabv6+oLsMm8ct7OO9jEtBH8Mn9dmfoVMab4ikj5mgkpHLyGysqpIIl4u3RwXSZA4IBq9rD27tymA3t3+4Af08mnnarxE06QRn2FqexIxYgUTjsT6ixfoxMNOE8943RNjLU1c+iA9u/crt7hA0o//j55FEVLUnic2uN2NZg6IHUdMIR3Ng061ZuRDu2TpidVzRxUWXcNJAcqDJ5KyHqNlJVGyxjumnr3VLMHJY9BH1lePTNpPDSnVluODnseq2/qqbCswLaiUgIzBpma8dger39or1KeN+56p1Om2ruuIwZWbfcZMYDroF9/Rv3D+9Tdt1vV5D4tW71CnVHbZOAbBg6FwVZhENMyGAWsq9f1uB7PqgR1Bk+lQ9XSPkCXGY89d2CPeof2y4he8k5kYVlFApRdycDV0e/QPs8FIDGR+WSA2ykH8ugm+9Mgq2Ww2TGoA3CWyOhOqbZP+gdtn8dKPvKuoOy3opRKUCS6FbJGlf1lsp/tMMm7bQDpyn6qJbfLf273OGkH0L6QwbXmDklTk0OamxL6lQaSI/YzPittTxgUynWV/T21b5dm9uyQPL9ivme8Bsh3p5P9Ip23HO+OI4e+YRnyrmzheWDuwnMi6+XtcetkP01bxmH7cHpS4b6t6Bk8DFTaTqjluS/Qwf5J/eZnVVsXXxlR7bUz8BzosO3Ar75YIa+zwDcGnoI8Cj6w9Z49MXpKXX23n6UAkxPpUubu1EEd3LdP4yOl1qxaKQHkDXLb9nuhQnNcJFnaYTEfKdeAzuSGL+uL+UzzYrCybGJcy8ZH1fUanvKxrfl5y4bDyVGf4QwcVdkUv+oe4Pgq/LtC4MKuJrub3W5XpecT+qor1AzYeKDxwFfMAxzfHNPscC7d8ep7R+wrNkgj6GvmAc7bDJ7P3dwqTR7wmX6XabxP01dXueKrO9xXfrS0+1MXCV9gTOkwunA4za6TDCwO77ndWGKfOkY1609cp4l16yRfRe46MO4VpfpFW/Nqa7pXOZQ3U2dMK48/XqtWLHfI3Ne+3buM4wx66hgCliglkzGRgVhPq0aNCqf2abBlg/Zef7U2X3WFbrjyk9p4/We0c/PNqqYParjT0FVlIFIZoIRHKgEPBge7b7lR26+/Rhuu+bRuufoK3Wy65XPuu+Fmzdx+mwCOMugoDBxFH4MeGUwMDCxnJvdo18ZbtOnz1+vmz35GN1z9Sd3Cy3Is8/D+3davq9KgKdyvMOApDcQGBgn7dmzVDuu7n2ccD05q/803a+NVV+qzn7pCOy3r4JYtuuaKK/SJD37Q+He/anYO7dcwcKm9qxbS0BdGMBuuu05bb7lee7dv0jyg1zaqPytAdH1wj3a67ebPXWXZH9N1n/iwNnz649px42dt2zbVBtresPTcVQacA3UMxtrWV9joXeXuwf3aeetN2vL5z2nDdZ/RrddepU22b4f9Nbf1Vskgt0Ow5h2efq8ndXzhwDu02264Tjd++lPa+vkbpapvXSvPpYZ/Bs2D2Sljxf066IsQN3u+bvnMp3XztVfr8/b7ps9fp33bN2tgUBvRd/+uCuwxgGcuZg7u057tW7Rj8y3as3mDBnt3av/WDdpgG2+wfZ/96Ac89ie0a/Ot6h4wSLbfPfHWoae257DVqq3HwDh+VlP7d2nfrddr2zVX6MYrP6HPXflx3XDtp7T5ps/p4E7PvYFDWjsAU8+5rLs72reHNWXZB3bv0Oc/c5Wu99q53vrfiP7XX6/bvSbm2OHynIl+Ph5siMetTEdyvnaQynf3xQ9mBDM+5CodCJPjRLtvz17Nz85p5fJlWmZK+nl9tIoWLLrTCbdO1c3XV9gDacfb5zp5m33VSp+3PF2HvMvZnfFFjzyWfe9PWgnDFUDDcD2Qa+hr44HD3t1kl5NjhSCFnRDu1lganH5tNGtGbTzQeODL9QAXk7hjgeMaWfyeQi3HoJQbun97gN1N5pPzN/NMGcIqLhySNnTEA8WR7P0vxw5JADYdSXnT0ABLCViUDqsKomkH2/t271TXO2nj42Nasdq7MMvGJQfNvbKtut1WMTaucmKZ6s645gwLhISRUY1PjKZbNae9i0RwXbm+Ti7CZbUiQqXHGDGI6xp07Nh4k4HIJs1O7tb0gV06cPs27b1ts7ZvvFk9gz92zQrvPBXeqZK6DtQntXvbJu3YdLN5tyawVnmnre+drkPePdu55RZtMVjrHtht9hkl4ADwsAx20A7t36NtBjz7d93mDbq9iu6MBt5BPLhnp3YaAO02KDq0d5dkUCuAS39OMqCrDQgP7r1dgJU574zt2XCL9ty2Vd2Dh9QycFvZGdXykRGVBjcAzf07dxlnGUAacGtQW97Aukiqam/sHjZo2+lNx70a2E/tdKupQZrzh7mN2aB5v4HTlHdTe4cn1fWO8aRB0i7bvdu+2b9ru2R9WgmAD1TQHxs9X7N7dmnP1k3avXmjJr1D3feOTeWdznn7cv9tm3T7rZ/X9ptv9CbOrOa8CxsRknfYenOz2rdnt3bdvkMH9u2RvJMcrldItcHnvH00uX+fdu/Yph3bNmjSvu5OTRrTH9a8d1H32m/bDRb3GezXs8MdwwrAif8M/AeeoxkD6cP27ZTnBnB6aM92z98+9b07Oef5P3D7Vt1u2TsBxd6tTHOAXV6XAhgM5nTQdty25Vbdev21Aqz3PO+FL0Z0DaL3+ILAbV4XOzfdorSbOZh3CnkO7a8Zg8n9u3Zqh/0zZb90Z7w+fAGla7/vsb+3btms23dst78nmSgbXot/wAvPoPOuosU+cXKPPxGhiEj8XMnbs2ePjPe1ctly+WCxjowwbIcJcEoNY1JeSsNjd2lNk/9SPMAhWbRK1T52mdjVK1ZqpN1JzwzN8hZEn6P4QXRCs8krwYVh3bFm5kvRounzpXogg80OF8sshGNq7969zkm7dvn8nXLNV+OBxgP3Vw/cfvvt4pk+9OdlYIcOOa6g0NDXhQfYvQZkzs3Naft2x7QLVlUCHrFHAAAQAElEQVS++L6QbZIFD4CeFrL318QmGHQSwLYNgtqe5JZTOXV0pdnpGWdrBVeUyo6NDDneStiJ/7JirluJELl0y8CgoNevHI23VbZXaHRkQkV3oJZ33NreJYSvMjhS6iEVTvcbeOzbt089j7fu5NP1wIseobMfdIFWrl3t1p5uu/kGTe++zcDqsLv1FN7lMrrRlEHYdu9ErRzp6IQ1a/SAB56rBz78UTr/oofrpFNP847siOZnZr2TdVADL2SwSuWgcmBw1Zub1uzeHdq3daM6nZbWn3aazn/0Y3ThN31LktPptLVn93Zt3Xij6u4hdecPOyDtSRHirz8/p5if9r5uTwcNXqI9qhNOPE2nnn6uxm1DsWq12t65HR9radoAVlPTYnzVZfKbcOz8rAYGassLablB3bLRERUG9XK/7qCrnQa1Gw2IV6xarjPPPkuPeOw36eGP/1Y95KEP1ZpVywxwd2uvgXF/bt6bdl0N3MeGSj2PZbmzBpwHtm71zmetieXLte6UU3XqOeeIFzwtWzaheQOvg94hnPIuZcvzVqaAbWjfqmXLdPLqVVqXLi5YQW4tjZ6imlV5+KAqg/UDgNJde/SghzxMFzzyG3Teox6l0889W6Njbc0ZxE0ahO/fslUC7PW7AqyrlDeRarUMXFveF295B3TXfgeH7RGdc+4Fesg3P16Pfsw36/RTz5Bs117LGMzZ974YIOxj4UWt2ru3s/brvtu2CFtOPOMMPcTjX/DYb9Q555/nunHN2weAdS5UCCDOmh5Uque7mnXb9L7bdWDX7Tr/vAt04UWP0kMe/mjr8CAtX7navunq0OFJHZo6bL09W2HSkT97REUtlaY4Uu1ZrUx35M3NZlUdlYt907zCduEndmLKsTGpKJXWV6vt46vQoN+3r1o+RlytWiH/+YvrFjzTWXktQq79uv3UXwXLKq+LIgr1QZ5eoOX4mAFn6VPMrCrOG/Y9PrfrNbwox/x5DTIzdeuroGEzxN15gOMnIhQRuu666/TgBz9Yj3vc4/ybVekEHv24u85NW+OBxgP3eQ/80i/9kr7t275NH/vYx8RdDCtXrtScz80Alfu88o2CX9ADPG8P04//+I/rMY95jD7ykY9QFCA0ZZqvRQ8Qey4W7m+Z2oGWYYQqtlmsfDj4avUHip6Dquk5ad+k+r1a7fYyTaxcJ40uczTdUrTHNTYyKhlxjtgD0Z3XqAHlqCPwqnbFiHdCV56sVrlcK0fHtN87csX8QcmAZcAO1fy82gawpUKH3Xd87Tqd9dDHau35j1F9wtmaOOsCnXbBhVq37jit8wBT3v3sm1RYL26xNIA95B24MQfltWUdf/rZ6qw/Xf2R5YqTztRJF32DVq87xUCx1vYdezU3KDUbY5q2HeX4ch3ct1dTm2/SCZ2BznaAsvrcB0trT5TGV2nFyae67nwdv2659u/fqtt3blLLOoR3crsG09GZkAwcV7bbmrac1evX6/QLHqrVp1+g5SedK3VWSGMTOu709R7/gNoGq96Ok+zP3mzfO8Kjzs5L9sOhLRs1NjurlVFq1fEef2K5BmVbe1Vrj4FxyzvKJz3ggZZtuSvs/7E1aq9cq9PPO08rO7Va3nndtmm7qnJM81Gp551f9Q9r34YbdNA7w8s8p+ecd759+0gdZx3Hzjhby895oM648MFaedJxOjwz6V3QW5SeZXQATYDfXj6h/uyMVhkUtmempbKvac9dt/JVxWpGtUH65PWfVSdqXfiIx2jZKUPdevbrqrPP1Glnn6rTTzpes94hnDHglUFe4TUg7/h6ujVmYN2JgYrBrA55N/KBj3ysTnnIY9U+7iz77STZiTr53Au1ojWisG+2erc0RlvG66Xwvyzk4IF96vkixIR3Ok99wDlaf/5FqtecqG5rmSZOP0fnX/QIHb92tXco92vbddfa97ajKCXPXXjdbd28Rft3btZF552riVMeYJ/a98uO1/j6M3TCKWeos3yZDntd7Z6cVF/G8B6zbxo4X9eVwWaVdrOLQVe17at8sYR13TP3vIl0YD5Xu10Ofi3Da7a2FdMze6V6SoNdG7Vas5ruzqlYsca2L7evxySv06javmAypo4vF3Snp/xdKwzO+96d79UD9UNez9KhXk+MMzCg7/oCRhqsliofw10Ddi8j3df/erZ/3hcQrHVSteudZpuQVJ+anUv/vU63N9DsnC+q2Kcw9W3v0j6Zf2kK3z2hkVKqPVHtUZ+zwuc0e3uNL2Atq2sd2umrrZ7fomirbZ8XvjAzEpVY+7VK1UXHQ/h85+/m86V5gGOHntw6R0q55WOU/FIiwIRy3W233aaBLyBS5nku+h1//PEiz90DuY32o4m3XVJ3+PDhRRm155s6iB0UdlLIQ/CRHosyX8/H4tHtS+uQmdu3bNmSxmVM9M71jIP+2U76084YO3fuTH3e9a536Y//+I9TPttIPyjLIc07QvAwDnVLifal9Vz0zWX8By96ENRnf+V2nqmjHV3Rj/xS+zI/fRkHO+CB4N+/f3/SH3mUSbtdH98L8wkfsrNN9MeOXE8befrRhp6Uj6bcJ7czBjy5nrEpQ3mso/OUlxLj5X7MS5aJT2jLvJTJoyO+JX8syv2PblsqC32hm2++Wb/5m7+pG264IbHj27wjxDhUZnmk1KEru/60ZcL/OZ/1zGXGpU8uIyfn4Z2cnExF/MU8wL+Uh0b0Is1y8BNlCJ3oQ5rLpBBych94qNu2bZs++9nP6uMf/7g45qmDIsIXlolwKA2JdYdOw9KRb3yH7kdqlP5blVxmLNbI0jUMf5aFreiLfqTIW3r3xN69e9N6pj3LzOnSugMHDuRq4RNosWIhk+2nmHW68cYb9Wd/9mf6/Oc/T7U4rtCZArrkPGV8sHRM2qlnTrAH/eFfOg52w0c9vJmoI087Ke3Iz/ksA/9Ql88b5CHGyrrkftQfTZ0Ov6MS5/3du3eLfkfzNOWhB4phcv/8TgGaA6nBUitSUEeLG1R48kPpv01x0KWSheEIbcHcQmGOSkXUzvUdiMtpW5KpGFXtAI6doEiB+bxksFgXlgvVhdhUGF++QiMrV0mjJgOCWYOG7sgytZat1HIHfiMW0DIonWe3yTuLcsDnAbxhVqlnYDTq3UWV1gkw3J5QbxCqTOtOOlkPfdgjdM4DzzNYXquyM6qiHNHU4Wkd9K5e6R2+48ZH5QYpsMtUmmd8pZatWKXVExNaOdbRoX273IcTRS2pUGE/dFRomW1Y1mlpzQknaGT1GmlshQYGfl23d6OUOoXGJzqK3qwqngUrW2oZ9CCl3S5VH96r+akDtqOvkc6YNGIqRlQXY1q5br3OPPeBOu/BD1W5fKVle0ezNSqZ6s64eUcR7x0X/0gDuh0s1fZTFQOpZz97B7dTDTTRHlHHfgyDwa7B+Fx7udQxLV+j5etO1gneCV5r3cdGOhp45gYOthVt45ZKZW+gtsGNjZasr4qw7FnF9CGNesxR+7OdbgVdpmpkQrNty7DtEyuW67i1lu8LEpWvQlYH/ANFIGGArrKw7IEq92+pTj8YhYF8PbpcNXqF143nUO0xTbQ6mujYTwbmlXcoa//AtFxXGZBMTe73DuG0jpsY1Yq1a2VHK0bGVY7aN1FInrdV3qkaaxWaPzypwawBZ7cnn+V9AaWnUctd7V3FibGOVLQkxmyNSK225365TjnlNJ3Jy69OPVWKUoxdybqbIkJRy7lKZR3Kf5WzlQuASlJn06fwOncX1S7V6iuYo7qrVm/KO71zKlstVd5RT3qEdTGQkaUvdNCY/SrPjlxRlLVqr/+hLKlst1TY3tJ2dkasPwOZtyilTqejCr973PvuB09VGhntCNAHkOx4DtB34JPDiG0q7JLC62/UPKVtrXwhxMtIIyPtL9u+8ECeXX8PP7Xly+O3PUDbVeF1KgNOe12+VuD5Rt++WyrVnvtKhfPN5970AEEXAQ07GxB5gpgTTzxRZVmmoQlQCI4Iamg7/fTT1W63NTk5mXZCEpO/CPiQt3LlSpek5cuXL8qgPgdMK1as8Pry8WQuAjVkO3uHz9TUVCrnsRmPCoIzAlDyuY48aznLQT90R9elQSf6tFqtpHOux176Yi9j/cu//Ite9rKX6X//938XdacfuwHIZ3zGw1ekjBMRPvXNi4ARefiJW5EjItXRD11pz33II4Nn54qiSHwEg7RP+LeRlH4EsQSe+Iw6KPuXvoyDbGzFvxEhLuhkvZAdEWm+yNOfucAP2EXgHxE+3mqaRD19kRfBESyhZ2r0F3rTBxnwuWrRT/iPcib0Zk1QZixkMq/oSd1SwmfYiy1Zz4hQzpPSpoU/fATQiwit5TfK9YCUpWDPVek8TcrYpFAehzpAFnZAn/zkJ/WGN7xB//Zv/+aLmJXw7cknn0wXsdaxm/mggvN/RCT9Vq1atXghRv7jvxVxkj7oyZrIwBUbsIVG/IAc1hTHAbz4iTbWG3MBf16r1EPokVN8zvqlnIk+EcO1l+tIqWds+pBSd6p/g7F38+bNetrTnpbswK/w0A4xHjaw7tApzylt6I3v0J1yJvTHz8wHPKyhpWsY+ciCH5tZK9RFRFpPS++e4H9uYIyj/cBawn/MjfyH35lT1ig+gVin6EEdKXYzDpR1wv5f/uVf1jvf+U5LUYqb8BXriXHRjYsa9McHjAkj41NHHsKeiOExwzi5H3YjB5nw4Q/WEXWUace2iBDyqcu85COG55c8LmOiPynHDTy5H3nOj4zNOJQbuuceuN9HHI6bZHwmQGdVOKAqvSD9SbGU833VqS1Km9oqJdfJ0RcLKlysHCQPDFRqk6KjwsBK5H31v1+U6obkTVL1vHs6UCjoVI6ojkKOKTVqQDQ6scK/GuOW6uBbIblfYSA5seZ4FQYS81ZycnpW6lo/jyHLrsu29W55l2dOMwcnJe/qtDqjaleFVQ+1Vzto8E7b6PrjJAfpha9Aj3sno3/osOYOHvQPXKmVa1Z7rJY05yDysOV7F1LdgRincFrM9tQ7OKWY6drkUMd6RG+gwrsthXeQShsQPplrZEQqZZuUbJL/Rg1+Vq5ea5sKTfOMIGBD82ar1PGQhw7u11x3VpWBWcugTwbMg36obz+NF+M66YQTtWadd96Sv0LCrw6GA5DsYIqdLX4QBvMzBvrz6njMwqPV3umaMdDDv+MAwonVKkaWaWCOXt1R5V1nTazz5yydcPr5WnPCKWqNTqj2nFWFjXAQZws1X0t1aal9KQor7Pb52XnvinZVF21NLFuhZYBht1Gu6iLJaC1fpdI7DaMTE94Z7Wr3vv12ykBqj0heK8aLtttC3W/ZylVqdUbVKluKCLdLzkjWodVqacT2Dhz0V95ZKstQYZr3rueB/XvVm5vVymUT0oihwfyc1J1VyRtzuzPOz2m0Hda4b74pyTuDrAEZ6Mmy2gbnXPw4sHeXNHPYhvY9pqSo1Vm5XCefepJOOvEkLR+f8HxZjue9VDgvABnpgAAAEABJREFUf4dUhGrI+sh/bvY3n8JfkJOFT0TIn4WSVFKoa1W9fgoaOqMjKj2fyLQi5nOb252Roko2y2tCtfsWpW0KFS60JLUtKzznqR8Xikw1DnbqReFufXNVR5GL96FPYJvtqbyjz1zL9lTWf97z2baPC+tamsJEW+1jOBQumQbY5+ySj2tT65KqY2d9MaU2LW2McG/PBT+chYPsvtdebdDOuQ4a8tbW1pMxLDTf96IHEE3QtTQwYW6gsixFMEOgydy0PW8TPucQZG3atImuKTiiP3xUEPBRJr+Vuy+cGXh+naTgHTnklxJyCdip+9znPqeNGzeS1bJly8T6QB5BZJZDcEYAChNBJMEx+RH/RqAzvJRJWWOABsrQfu/80Yfx4Eef5QbFtBH0b9iwIQEvAFuE16obsJc+yEI+47s68aEfO6OUkYctyMvBHzutEUM59MOv6AUvfZFNX+rpe4IvrlK+6aabRJAPH22MTT+CZ9qhbDd+AcxwPifIjxiORwALH3aRRoQiguwigEQmsukL8XsHQ0SkZ/oooxd16IMsyqwD5oVx8WHEUG7EMCXYpQ/+Yk1QRk/qmNdsJzuJ+Jx6fAY/+euvvz7tMmE7ZWxBT/JXXHGFaCfPjjt6AdSRj1zmjjbmGvvI3xVhyymnnJKaWdPMJfOELoAq7MfnBPDojd34mA7UMYf4ADn4L+sfMfQD8q666qp04SUDV/SanJwUuiEL/zFmXqeMiXzsRQeOLdYUdW9961v18z//8/q7v/s7IYf6iOFYtOMLjmX8DaEX9YxBGjHkpQ1dSanHb5TJYxN+ZX7Z8cW32M1YtKN3xFAO5aw3eXTHL+QhfMd8YB/lW265RfiZPP4kxX+kjM96J49/ss7YRB3EOsAfAEHaswx0oh1Ch2w3xxd+jIh0vDIGPBGRzm34EB8j65xzztG6desEsGSdw4dfeL4Vvbiogb/wL+PDx/jMO7w5JZ+JNUk/ythx9dVXk03nwsyPPPyEzrmOdYOd2EI/xkEHxkcAOiMbfuaKOuYp+4HzI3Zne2lv6J55gHjonnHeF7kc0Mogs45agE5C0wEWlT5gHeyloLooNVAYdLrVdc6q8i4DwZqPCzn6NRESlm5y56Ij0WAaqFQVLfd36qi8NhgMh8yOolVHqV5dqDZ4kXe0ZNBh/KaedxT6HkrwjY6pHBnToBzRjDeo3Mmf0vJbGl+2SisNbGb6XW3evk27N2xUb88e9Q8fki/nmsdCYpDS7vy0ottVGJTG7JzC4FMGHX3vnImAlzfszvVUmWSQKZfHbMfKiZUaGIzWBgeJLwr5zKDawbEcqBD0WyEJJzgG7Yf9KALSQmPjy7T2uBOkdtsgbVrybmzt3UfetCv1NDO1XwPrUK5YpvaqNeYbMVgtVAwKBbarY7a+GGdgfQ9353QYMDltQOXxi6LU8rFR1QZYxWBebVXu11fP4GrOYLi2TiPjKyR2Bd3adXmuahlLj1jfUWl0tcZWr1drxUrVZek5kiLaiX9gO7lIYO+5snDPkdR+aGbO89Azdpww4FylwjubqkKeWsHfVWVXlJa9TIV3bXHbwcNTdp3rPN8wVpZd16HKrJ229TDwdKdUln2YMsyJhn/9eWtOvfvJQKTybvcAgOm5K+lggFXNTAuwUlvoYGZWjgTVHh8XPySc5ObtrySt01bLO5/LV6xS7bW8/faduvWWG7V9+xbNGHxWhw9IgNZ2S4IMOMJjFl7LhcL/khSPGpLtqe2ZOulVeF2YpEUeD6Cw3mFWd9Dwr1BhIIONBIl1FWonwOnxqDdTfYTZJZvidTvDrX/s0taVSssLH3+lW91L89yOCvAadK3DQOGLQj2vlelDBzyWmZgTkvsoDWzLzMFDmvPx4Y1Ma1l5mrtDO607toTT2nwyQCzLwtcPvA4PHVRR4gV3+SI//IAv7cLM1bVrmCzL5Me18Hz0Pf9d+5YfT7emD32ZI9JU0Xzd6x4goOz6OOCYIcjf7N2OV7ziFfqpn/opffu3f7ue8YxniJ2/ysc/gRkgAqUifLA4Q4BOcPfud79bP/mTP6lv/dZvTc95kv7DP/yDkGc2MQ4yyDP3pKwDUoIobmfkeTJu76Pfc57zHD3sYQ/Tgx70oBRoE4TBe8011+h3f/d39f3f//36vu/7Pj3lKU/Rhz/8YZqE/mTKhXVGwPZ7v/d7afcGfR7+8IfrZ37mZ/Tv//7viReZ7HJh7y/8wi/oLW95S9IXPZD1Td/0TQJ0R4Re8IIX6Pzzz9c73vEOve997xP6/ezP/qwAiHm9ElAj69JLL9WP/uiP6ju/8zv1rGc9Kz0fJ/8h00kKOpcZVJMncJSUbkP80Ic+pB/5kR/RL/7iL4rA87d/+7f1cz/3c+kZux/8wR/UZZddJnyVA03sBAzgx0996lN64QtfmMZ81KMelXTl9mB0ZZxMHG//9E//lAJs/Paud71Lz3zmM/XDP/zDes973pPY0A1ASN2TnvQkPfGJT0xyf+3Xfk2f+cxnEg8gCrszoQMNeW4jIgHHP/qjP0r9H/e4xwkb/vzP/1wf/ehH9fznP18veclLRFAPmCDQ//u//3v99E//dAJVrJUsk3THjh1pff3QD/2QAEMAE9YUQAE/AEaZjyc/+clp/T360Y/Wy1/+8sSb/Y5+8BLoR4RIuZ2SNYQut956q1784hfroQ99aFqvzAFjc84CALztbW8T64R5/YZv+IbkbwAgPgUUIB8ClDz72c9Oc/c///M/gphXfPmEJzxBrC/ANjLh5/ghZS7RAb1/0scSepA+97nP1Z/+6Z+KW2ABeejNMUufN77xjekYQPZ3f/d36wd+4Af0J3/yJzQJH0YMj1MqmCvqcn7OF885vr/lW74lzQlAk7Yrr7wyzferXvUqXX755Wnspz71qcmv2P7KV74StkTcDcCx8T3f8z3C97/yK7+SnvdmbphTdMVWbGYt86woxxDzz7pCbu6DQC4IRQx1RsZ///d/pzmh7yWXXCLsZDzGxX+cfzh34UP6IgOg/xd/8RdpHr/xG78xHf+sQ45V2uFDJ9bw7/zO7wgwzLF23nnnCX7mGf+uX7/e4U5fH/jAB8QuKLazVlgDyMsXyFgfjI/sTNRhOyD8TW96U1orr3/969O5lDm9+OKL04vX8DlrjHPHr//6r6fj/3u/93v1//7f/0vnHI5DZLKGOU4AlJwzmMc3v/nN6dzIvD/2sY9NfV/zmtek28Lhp19D99wDxCr3nPs+xlmhj0Fn7YCugkrnCh9IjmpriLyjwIGD4L4BFgGfzAfYlPulY84eqFOYXTj8diHlCYVLzbtPXbZUOXgLB+hFAhce1B2rKDRw2nXQLeoNTGtZhvN1HR7RehgAAVwKA5OeLMfAc5D4Sq1Yc5xOOu00TRy3RjMGIFs23KrPX3udNlx3vbZv3uRdzP0GDwYfxUAdgnrvmMlALAw4SweS8wZve/fv0bUf+bA++dGP65Of/FSiqz9+hT535dW6xQB2717LsLp9A1AZ9KmupcI6tgt1RloaMXiRQUDPgU7PbfisaIX4126PGhSvUGUbpx1M9w/uU8RAZTUvo1jNTR80wOyqXL1aMgBS0Va7M65OOSr1Q5qa1/zeSW3bvFm3bNyg6z9/o66+7rO69rrPaeeWzQas0xoxuCgMuErAhizb3fhh6REk14Va3j2VfWoML6i2Ln1ZfN2yfyc0KMc9N231bRYUKmUlxJz1FQlEqmhZQumN34FmDf6wszUyok7HeroFbFiHFGVhDaS0TiIUZVuF+eYM8pEnmHwloSxLFV4LAyvECUkRqv0v5eU/+9Hfw4+F9w0wC7ercJVtrQ082q1CpevmvQt27Yc/qo9+3HN3xVX6uOkjH/+0rvzUVbrx+pu0+bbbVbdGNeP564F+oy35IsLxXjfrTj1dHQdU23yxYtOWm3XzLdfrlptu0K5Nt0q8ndfjqvSgntuwTqWHX/ph7dYoZd8dqTf/kcIwVzkxD2A4nC3DPAN5o7USP66c9MPzKDe6xlZJuIqy2dNOwv69u3XwgNciwBnQZR8U3qkt6q5qX8RQ1BoYZNb2j1Rp/949uu22rdbOAwtCCaRB5KtUSws1X0saeF527dzu9XzIS81e9jmjsM9HRzrq27aBLyjZWxpwIcA2k+ftyTtsnyo78h4rP7Rb9l/YR3TD/6w98ok8z/J6LFstFYVXnct9nys4/6X2JV8RAeuSmiZ7b3mAoI6AreV5IVB+9atfnW4rJWjjfMIzXgSY1BNgwU/gQzAJP3oBbAggP/GJTwiwQ3DNHAP2CJQJvOCjjrTyGmR9ENRRXrFihQgA//M//1O///u/r7e97W0JcBHcsUtCPSDzb/7mb1Lw++lPf1rcDkiwRvBKgJ6DSeShN8CMAO5v//ZvxTojWEQ3wA7ABKAFeGaXC2BN0AYgHffFNMDiy172sgROGR+ZgFd2btHlda97ndAFn0ERIZ4BI2hFf4JHxsJXGWwQbCIHwn+kEH4gZVz0IcBEt/e+971i1xcZZ599tvA38gl04ee3iBRwyAudCIIBkuyq8BIYQARBN4EyFwzghfANIA2wTXD6V3/1V/rgBz+Ydn0APPAgB5/wghHm7JGPfKQIdJkXgEPemaIN/ZlP8vSlTIp8ACbr5hpfJEBf/Md8cUEB+1hbzP2If8tI2bkFOBKkIw9AhCzO4+i82b/XgE2AAqBhv3etaf+P//iPBFTx27nnnptAyQUXXCDAP2t3cnISNiGfDLJJAW/4ivXwYz/2Y2nXnmD/RS96kfAd65N5gZf1B7HDyoUQLmBgFwD1RS96ESyLxO4YfMwLaxM9WCdcJGHNYv9LX/pSkWcMfENnwDwXKFhjD3nIQ8RcM7/vf//7xRrAPi5GcAs4gAJwjnzWHmNyOzm2cmswF4y4WILcTMwNc0UZHzA+xw3rFZ9SD6ErxyN+/cM//MMEuLjIgd2AcC4OAaIA6QBezgOMz3FGmT7MHXOKj9GdCwYcC+985zvTBRgu9HCc4V/6cDEDPRgfAsBxnD/vec9Lxzx+AhCiJ4CYtQU4Z+2wPrCNfviKi0och/iO45ZzGeAZcJ0vqnAccH562tOeli6eP/7xj08XCAC2HDv4F3nwsD6QyzHAcY2PmT+OH+YZPvxJGhEkibCdPpxjsIWLLZyPuH2bc24+jlgnjMv8YuNjHvOYdLHtsssuEy/7AXQjEJ1JsYnjijbOZ5y3LrroIm3ZskXYSRt8DX1xHii+OPb7ILeDqqwVAeiQbFZRGowUKjojqszDwVQ7+MoBW+Fgz1wLXd3LgZzMZ8wqotnKvPMJbJRqtTrqtEfUbrUVCz0qZ6qC0M99S0vyQVCaiL1LgxI3J84oWpL7AYCMoFRHy+FiaGxiQiPHrdNJp5ysk087VZzc5UD88KFJ3bZts279/A3asmnDcMfT4xCUyyAzHNCWqpWqPBi31a5ad5xWnXC8Vq5bp4k1KzVhELh2/Yk61T+ix8eDegEAABAASURBVJ10kka9CymDHHlkI0b1y0pd9dM/tdtCx+iE2t6ULK11ZRqAGgwgi/aYgVulfYCYthvCrdP71Z+fUrfuafy4tarGxgzWCvvGVntHdXrbTu3dsFnbNmzQ1s2b/CO0y6B6RkZZKg124XSEosH8vNreoQ7PhSwhkoTSWrZURyErJv4iQo6fkwmlqz1N6jlWr9XSwIHVQJ4D8TdM07yEDEQrKUoVyDWADSsQheejdDDuJnRALlR6zuS/dFK1j2UHc6K1eKU2i+b2xFaro07LMgw4RWOEpeO1cG9/kON5iRiWI4apFbVClTemK9scsgruXmli+RqtWHui5+x4ja9cqxXeVV62+gStWHeyTjr7XK0//Ry1V6xVz0C+a6Ctsq1izQk6/oxzdOIZZ2rt+nXqdErNzhzSnt07tG3TRm249WbN7Nwhbx+mKdegdlqrkJKnKqfGwqqsGtPsoj9Fape/yYVrjAOTjs6mtHbvAmd5AvgBjzCX/ZRkOFs7H7Q79YgCpMJ3aPKgJvcfUGVQKV9MCFMB+fgata/QKnzhI2JgH3UNOHcboE56erzryeAeV0LrVLhPfYWddODAPgerk1axL3m3vrZtzkgGm6Mcd9hmEucY1+3Zs0v7ua3agNSd7oE9C7bb75mZdWqXW2SliDBJ1HmiEgvzFBEuGpy7X0T4GCrMF8p/Zc406b3mAYI6hBP0RYQAAYANdoe4es5uBEQABy/HS0SIc8+KFStEkEkA+o//+I96xCMekXYOCXYIepDDDgEy2SFgHIIsAt6ISHNNwEtd6fMSQAEe5AIOASa/8Ru/kZ6rA0QRxF7mAIxxXvva1wrQxy4H4Jagj6CS31F0ZK2hN3w/8RM/kXYlCfrZjSJQBlgBnAjUGZPdAfh4Cy992b0CrBLcIw/wesYZZ6RdyA8anLELAh/BI8E0MtCH58EAAQC817zmNXqXdw8BmgAjgA+BJbwE4wSN+IJjAVnUA6rwxeTkZNqlADgA5tn5e/e7350ACgEwwB5+6NChQwkwEmxiwx/8wR+kFx/99V//tejHWOxyYgfErhApPiBgJ7j+53/+5zR37EIyNgEx6X/9138lG7hoANgk8AYkvv3tb/dv7j6GT4QNKeMv1oaTpBPjfsd3fEfKAxII2tndAVjDA7Bh7ZGHmGfSDPJpwzcQvJ1OJ51HWDfYDR9z8zvepWo7VmDNoCtADRDDLaj4jTrkAt5JI8Ln776vc/fSDvqll16aUgATu9jYSd8HPvCByecA/7e+9a1ihx//4ltSwAsAhHliXSCb9UyK7lxYwM+AWdYiawpe1g/HFxdwWAPs0tEH0IWPWJvYBKhCj+OPP37Rh/ABJBkH/wJQuPiB7cw3emIDeXZE4c/EPEVEKkYMU0ARwIx1x5pE59N80RidAICMzQ44+nNxgnXOfACQLr/8cl100UX6y7/8SzHuOw0mzzrrLAFUWaOse9YfA+Y5Z46/67u+S/gQ4AqIx06OV2TAC+E/zh2M9Yve8Uc2Y3N3wq/+6q/6N+2QOBbghfAz65rjhR1LLoAB8jjm2P0HgPOCoH/913+FXYA0dlbxFRWcc9AF33PeQhbnFeaLdfHSl740XQhjbWEvfUk5p9AffUkjIt0yTR4gTopPuQDD+YlxLrvssgS68R3tXIDgllvGxsecQxmXcxW377JW4IOQde2116Zjm4tkrBP6wI9vuIDCXSIAUfgbuuceKO45632PMynvYEoJrDjwsoqh4b86CkWU4iRZOyJmIbLjAKgrHG23DHJKA6bCfeRAMOq+wjsQAdhwcNj3rtu8dyWiDBUGSa1O2/CmNmSRVNcKB5qFA2tOMFK4rlJtmSOSOik47jtXmaS+x5uz3KooFSYOcBUe2Z/lq1bpxDPP1FkPPFtnnHOWzjjrDE1MjGnSuzw7t2wyaLtF9aED8haJ5DHbIy13LdSKQpxgzrjoQp1z0YOH9NAH68yHXKDTzz9XJ573AK07/xytO+t0jRuQ1u2W5svaYLPWrNPpoqepqiehjwpZRfFX+wuwHZWVa41o5drj1Bod0z7rQwCt2cPeudxll82r1Wmps3q5BgZh7JKCCwaHDnuXbbP2bt2iWe9qnX7KiTrrjFN1/oPO1cOt68Mf9hCdYDvXrl6lkbKlETyaBpX/WopyRGFQOPCcVQA6VTa7p7Z5OnCEZIzqXrW1dqV94lhKxssKAn3PmwDFpVR7XpnvsGIjBjYjnZY71+o66O915yV23CzTQ5h5oLYltjyngKJqYbetByiwKxRmRJ7TMvxl3Qoqa9f7U5koKjywM5TRf2RkRMm5XlsWryJC/JBVvrgwOjKuB1z4MF1w0aN11rkX6vQHeB4vfJTOfNDDdPIDLtApD36E1p99vufvFMXEGs3bz4cHpVe7Za5ap5XrT0v/jcqZnuNTTz1Zp5y8XmMjHR3Ys0fbvYt8cOdOj21NmFyvWX/sCbn/kKhG7bsjbBh2qlTAmOwr7LJQOF9bKERT7S+Ppto2OisuBoxYn66B5uz0YfW8Qy/86os5YQmSe7TtL+/wF16fCmnfrtu9K3pYE8vGFOEKBC1SRY9Ei1Vf40yn5ePRGk0fPqR5k6wy3pHXWKtVKLDPa6h0nra9t+8UvMvGx5TW0RfUH4+aicnyeUmQzzNBah+m+XFz+nARxOeZ2mszlYtIc1B5jpi82mWhhKQIK6rm7972QKfTEcdHRKRbNQlcARrcmvnN3/zNaXgCRHYG2AmgAsDCvBKcUn67wQc7VwSgBOQAAIIrruyz+0LQxc5Gt9sV/aCSkyKdTcgjoGNXq+X1yg4Tt02iG8EquyoAQsACARY7eQTEyCn8O0UbgS3Bu8UpyyawBLwSsEdEuh0RvQAI7Eqx20VgSh+Cbn6vGJ/dWGRTz64M8miDn8D8t37rt0TASzu+ISVYJGjk95wdGeqxlzZ2CgES3DoKKKCOYB57yGMDvsRWQD1l/IjeWQ5zRB4fE9gSiKMX/Vf5NxpQx9zhb4Jl6vErwSdAFH4CV/ogizkGtFx44YXpdkOCb3xFP+aC4Byb2GXDJ9hOX27zY16wBX3gx+YIH8s+tvEbfPj5jW98Y4pvLrnkEiEHXsbgtktuVQY0RgyPc3SlfcS/R4zHfCCLOsr4hzy6Q4xBSh1gkLnnosjFF19MldidgwdwgH8AXzTgO+xDZ8p5jhgXv/Pbx7qlTHsmABTrk7XHbi/1rDnWIbdW40/WOPVZNvqhOxctuAiB7bQDcNjZYwx2cyOGPgCQU8Y3T3/602EVY8LPfLA2mEeAEOuHdQoQAXQBYBmPTif5Ij4XDvAhu5fUQdlWdKIMUYfdgBj8jX/QizGYQwA9QAuACB99OH7QkfHZcWe9c1zQxtpjNw+51NE/j4ffkYH/kMG8sAbp86xnPUvoy04ec8D4yGAHj9uD0YF1xzESEcJeLnbBz4UHxoYA64Bw2rlYxbONyGIMZHFe4VhmvhiHPuiEDM5blLGbNvox7/iGvlzYihjO1ZmOiVkL6Mx5hvMffSHk4UvyrCVSCL9yizTnNy7oUcc5gL5cFOE8xjFPPWOiA0CcC2zowVziS+TAi18AvDxWkPtwTLKzz3mL44L6e4O+XmUW93vDHLN6w04OW1U4P1yumDWksmynH/yKey573kEZmMnBWhCUOYgL7/OV6kkGAAIUQAYWlYHLwBQJ0FgWAaMDSzPKAgWoiZb8R0Bomf15hQNrAsHS/WUwKwJDcwz8Q9Ht9dytVvifHCgCarhFVoWFjI+rXLVay71Ledw5Z4vbNtauXKEV3p3dt327Md5hpEijHbXGO5q3rl3vDnbaHclAqrJuMdJWOTqizsS4SvcVL2twvu20bnc06zFnDTV6rVA92hay5D6uVs87TX2DtRSvWufK+qoupKKjVetO0MjEMl/tmlR6Qc3hQ5o5cEClm0ccNEe7ZQ8OHOgYYNfyBqpBwey0Ru2rtcvHdMpZp+rkk47X6hWj6th2xztmCoV9xO2mrcKCKs8e46ll/Guuom177SXmyBcCyqqrVjXv/pXaVrL0vJSDeRXRV2H0SeDeco+oPI8GNLVlp8Vg0QT+pY20VLUd/HM+40RbATgtS+5T9ec8XZZnS8LyXFBlwNDv9rwk5mVTZIX5DFPLa7lyBCdYxwE+YxmE/GcnOOWE2Hd9xwGnnSOx/hwE1irEya7vtTdqv2rZCrUN6NvsJhtQjo2Na8RU4ZfWiDQ+oXJkTGEDB7ZnrldrrvIw3BLsuR1btUrHHbdGp5x5us44/3ydfuopahvIc1InABJgw+vd6iY7KLp3+pBHVCqkLw/gNDDB5KzCetKXH9sBmfBc2QZEqgiLrxPJFRFBF1PYQx7OA4x599sVCWT3AfjJ5wM3MjKD2B6vF5Xu6w86M9b649ep7NhoOt9nqVLpBT06MpLmNAVtZSnOAf25WYn1Yb/MTU/JS1/8ZfvW+Yp60W5TdQ8Jf92ZFV8VCK/tUvubteYjUID+gjW0pEtEpBL8UCo0X/eqBzj+CRwZhKCfHQGAAMCOY5R6iDoCGXY7+r4gw9xNTEzQJG4rZJ5PXnijJ0ErATHnMW47JJADvNBvxGux5TVJ/9TZX/BSx24MPAA0gkmCRcY1SwpGCdgJpinDFzFcL+xKUt68eXPagaQdMMAuI23sGlLHLbjthTUN0OI8h70EvbQTzAKOGSfbsnQ8fifxV9aXgJB++Im+pY8tAl36Tk5OCl4CWXgI0El5ZjKPh98jhjYQnGMrPgVYcH4mqMUu5OSx2I0kYH6nd5KQl4nd4Rx4suNMPf2QyXxEhCKCal8wnhD+Rl/8wO85DdziSEqQjN9oY3z4kEHK/AOCuK0VXihiKBf/oDd12AA4esADHiDAD3VZPvPBziGyWSO0IZsUGdSzPsjTjq7YQTtzRgoxD6wtwCVrFwBDPZR3ncmzbgHM7OaiHzIjQqxZ/A0P88faiIj03Cl1meBnl4yx8Qn1nEsBU8whzyGiH4AT+bRDzCnrHQBGGZ/kdvRlTpmrbDspfs464Yfl/g2lL7LQD13wDXXI5gIAO5yUIWwi5XcNXo4pyhDySHN/8qwRxkQX9IsY+gU5tDHfeX3kdYvfswzmFzmsc0AOsphvxmaXDZ9hFzwck8wlawsZ+BD7qGM9UOaWYvrSB3vPOOMMAa7QBRmMQQqwgp95Q3fq8C0XkNABv1DHWsMWeBiXXWkuALBWWF/I4HhHHvwQZcamD2CSMTJAZN74jYQP2ZwnAYyMi63oQBv9SbGDFB2wAdmcUyIiPRtOG77jAg7rlDLymFtk4IsnPelJ6XZ31iDtXFwh5cJNlkWZ8xAp4BrdGZNyQ/fcA8U9Z70vcQ51IbAjOG45qGvLphg4lSrVne+qaI8agE1oxfKV6rRGNHXwkA7s3i9HhsPOBL+zDgQNDAfzU6oOus2gEaAyOLBXu3fuUGWwMzBIO9PBvGZnJIMZR86Swc7AVBkITYwbFMxNu66n0sq0La/ozajpUOnVAAAQAElEQVTiv0FxED25b7f6BrH8wPe801FbXnpRStcBqYGi+g4k5/tyZ3l7SmoXWn7Sep120ikqXD9SFzp8YNLyzeOxeu2WKgcUnbKt7rR1UqQAtzIIHRrGd+HoM5RkG8SESo8qFa22Rg1ueg5opuZn1eoQ8Jb2T1ttyyyM2EeKQuPelSrtM3nsojOmUQc+nLT2bNoorVyuQ3v3aXpqVqtWr0kyuoNZyyg9Zl+zBw9oMDelujutlQbHsm/qucMai8I/QNbXJwLNTKtl33BSnTeAkvVTjEqtMRWdCQ3CIJYLAwZssi9VzWm09hjVYalrX3QPSD2nPe+2zh7yzPfNdliF7ZKp0wpNzxzS6Ijt81V/ea7DEGhibFTLVi5Lw6U5MMhGv7YG6sTAnjS4dN/5Pbc7P9CaVct0qgHcIL3Ypqc0PwaqvHRpYqTj5WB+A6iIUFkWSn/hb69HdthVtBygzUmAwyi99nrOjmti5Sqg7fCH1zbWll/Nz3jHV/ZEZQGVCoNj9WbFeqy8LqltuWXE66MsKA1kh0pui2JhbAdky9auTS+rKFzHD5C73O3HU3637eVY20vf/h9bpkIt1QDQXl8jBsLTUzOaNVgsW7bN4w3se8NPexr9pNJrtTCd9YCz01sxOZHv2rZVMq+KUrX7DmZnNbrK/pie1i3XXecLG4fEjxMBgAzm9SX81QZemb6Y7rkPP2o5/wX7t1o6+ZRT0jMq7HTctmFDsq/lY0ZcZMK+lSvFutx0881pzgk4l69YkfiUdB1O5THHcjsXl+Q1NrC8gdefvL66BrRRKwXd9Ov3BioI9s0374tR6E+wtmr1apVeF5XnjTqPBLvFRc6mcvP1pXmA44yeBFekEeFp75FNhM8J0CgA8FpeLwSYACaCQurJ0z8ixDEb4blxA/NIwMbtXcwlYCgifA4fTfPHOppgnZmXZ5WQ4axyWh11/BB8EpQBaOAjoCOFOOYIytpeQz2vM/TMcgjKkIW+q1atgl0EhYARgl6AW0SktQhPRAgAGBEChDAunbCTQJ0AEPnU4R9SytiCTHQg+GbdwotMnrvEFwSm6IId9IOHlAAYH11++eW+1rqcqkTZhlTw19zcnJC/dFxXLwanACn8w24H9fgCIs/5i9uO2SVhd5oxCbLRa2pqKslFB3gh9GR82ikDjABm5Gnj+U1ksSt0iXcpmQ8CbNqZD/rmsakbHR0VfiKPfxgLnxEAU5fnhjw7g32fj3P/EV+IoB6ZpPRHB/wIH3KxgfUML3Xwrfb5g4sZjIWuEZHWHvzwMT7PQ5KyvumT5wQe+lGH7qwj2pgD6iDyzAe3VjImz9ZFRPq9YN6Ry5qBj+MBXegHYRvykU0ZsIFN5Flz5EkZlzrkMAZyKLMGWMfkacN+AGBEpPWNfRyPAF1uxeTiDhc82E1mRx1fRoRP7X1EiOOcMVNhyRc6IivrGRH+aauEXtiAHNjRgRS98B15dIUH21gf1OEL6phv5NKfPgB0fjexAz58TT2EH7kVl76sY9Yk7fABQrn9ludf2U3l/ATwRw7jsxbRlbXBBSPs4ZZ4+kLUM4fohA5cEKIv9mIHaww/Z/0jwnHDbDpfcH6Ah51JZOFDxmMcyhxfyOXchK3MX0Sk3zT5D9udCBsZk/7ZLmymL2PQxu3C6IZ9rAvGRSY7qdTnY/7UU08VfuLcw23uz33uc/XUpz41vawNPdktRi5jQ+TRAXmUj7UGaG9IjiHvx14I6146ti0dlPkQNvCSqFMyq3AhHHyvdzC4Smx6cfKY3bNP4k2gcAL4vLvZ6oSKUYfzMB08qMl9ezU1PamBAedyA5RgR9BhtAwOvLIt3rLZ3Qn5h+qg5mempNJ1Bi796cNquQ3wNrtlczoZceBxwhgx4AmPywLdt3e3Dtx8i3TosMGTjXD9jMFD3ztuMuiZGBnVRHtEo0VhMNdW7aCRMQbe5WTXMlqjmj4IIAn/CBXpltOBQWTtXTnNdTVvO7fftEE7N27VnIPeEY2orY5HKVWWbQ/RUs+A1lshxjQhydGrbSwgssmHLbW8Aze6cqXQvcctkZOHVBnYjy5bqfEVq9Up2moXpWXYBgO7gUFSGZXGDDYnlo9L9itz0zPonPXuqAws7BQDrlpVFFKitn1dJipGJjS+crUqy9xtsC7PgXrT6s8ZZM4fktpdqzqn22+9UR9673/o05++Qrfv2mlsNvSFnW9/tCxbPqlNywUJYGlA3moVik7LOLyXTvapnosI9nmnGKgl2+CdzXkDwGnPIwESFwrKZd5pCHyk9MfJrXIwx8lF1j9qq2QQkBrxY4T1D4XXBHaobElFS7X9XnrHD7+F52/yoOf+8AEFFy7alUa8ixvzrps9qN6+ndqz+RZtve4qTe7ZrsIXOEoPcGjf7dpw/We16+YbpOkDkoGEhbulkCLEWIUBYOn1UhQLddZRIUGwaOEv5alfKFtYmvXF4kIGOTZRPR8ffYR4XXYAoO2OggZ8aN9xN0CYB//QFR/Jg6xYtUpr1x0v6m/ecKuuufJK7dq0ySf1bgqwN914k3dxbNOevT5WV4gT/siK5Vp0qb64v4jwsEP6YnpGDPtgb8Qwf/f97V+fe5avWasTTjxJ9OPH7cpPfUoAz6lDh8QP5YYbbtCnr7hC7EDwI3jiyadoZPkKDXwxpD6mx/OoVQIvHa9ZeRyczZrruV/LwGXgC1nMWfIzXZhvp/OeD/jC60DhimN80rwdo76p+sp6ICLEVXukMvcEhADFVT4mqGOeOp2OOF5pJ2DK8zkyMiIIMAn/ZZddJp6j5DkpAvR3vetdIgCHeAELQRQBGbKQzXokzRRxF4vBDBGhiHDuyCdiWEY/arMd5NGR4xmA9Ja3vEU8k8gti9dcc016EQ9AlOc/uQUVfuwkmOd8SplzKzIihmOgN/Ig9Oc3Ez5+N6kDIM37Qgr+wS54aMdnyCY4xH58i54QfBwnyCZIhh95+BRZ9ANc5nrGoR8ykdUz8CaQpp4XHHGbIrdXojfBObd6vvSlLxVjwkOfDBroSx2U6xiHYPqgYwyef+NZS25PBNQhixeeAGRYI+iBjehPP2xgXPIQ/okIsXNFG5TnCTABsWawFf5MBNLYBCEbv6Er7YyLDfgl+4sUXbARH3AbIYE5u0HsJvMMIuuPW5nZKcPnjImuxFtLbWcMbGUdkEdn7ADMsItKHc8x8twv65wdXJ4N5DZYQN/b3/52cbsofNgXMVw7lO+KmF/WDO2AcIAS8tEdH7CDxfg8m4du/PbAyzwBetj9evrTny5uJaXvi170ovT8LgCUvhFxp+OG/veUIuJOrBF3rrsT00IFc8c8RgzPMxxXzB/NrIeIEGudMuuBOtpZ49Thby54sK4BZU9+8pPFW4XZqTzDu5/wM/+sY+QAVnN/ypybIob6Us7ribUr/7EWnKQP8uGhwLpAby7AsCbJU88FJ8biOKXM3NGGnZTRhxQdWGPkM0XEHeYiIsQcI49+nKve/OY3iws9rCvOUejPBZM3velNuvTSS9NjD/Rh7nkZGI86vPvd7xbrAjDOM+UA0HysIDsTxwp2sY6yTk16Rw84Yrpjxf2tFFY4Kn858CUvArgas8KVLbVXrdHx607QshXL0w8/C+zgrtvFLhvBmhzISwNnfVXau3P7btuqXdu3GazMqm2AuOaE46XxMcmAwV+WGfKq1sBJ1wCUAyTdhnD4oOTdp1a7lNGXZPC1bduWBGzGxse1Ys0alWPjGli/OiQOzM2bN2rLlm3q+QcIoNT2FczSoEQGrJwEpw4dVul/nc6I6nbbIM2liWVacfx6A6dx7dnv3cTt2yVfXS0MdDru6406l2c1uX2Xtt28QTs2btP03kMqPWjhXZDBTFellR8x/Axu86wKWR3JgAE/FAYMsixRG7ZlbEIjK1ap9I4eP5Qz23ZodmpOnYmVGqNehUbMl6QY/CTXGzD3rUiPXdxJg6IoND46odXLVjnIHmhm/6T2e3dsxvx92ydTz3K6dUsxvlwr161X23buM9/0zu3eLZ1SqxNWyzuKh/fbvn2K/oxaUWmZQS0/khPecZNl2OHqG6mU7ZZK+00+6dTcIuy2wjyj3llih/jQ4WlN7t4to2epLIXv6qqn3uSkDh2YFD+GZadtPSbMI83z380YaPdNbMoObFNtmciX/zjpOElelNtUlIKnl4BCIbU7Sv8vqHdxV6w9QZ3lq3RwekqTm2+WJr0ei66XWM+6mOYO6PCujdpxy7U6fPtmtboHNRrzGtOs2r1Dmty5UTtvvU4zuz333b4ULcsfsZ6ham5eMwYkddnSCLsfRSEVYZ5IqoZkbw+Jahe/4Ke0fwa2o+vd+MrrSJ0xjXieSoPmwsddf2ZOcltLYVxUg4uSHwbmnZqZkaLU6vUn6YIHX5hozXFrtXf/Pl37uc95/W/Vfvu74wssJxmIrT/pZLVHx6W0kHTUX+ERlEj3kb/Dh6eEfau8Zi986EW64MKHaKV3/ncZPF99zbXadtsO7Z88qM7omE457fREY76gIp9PomjLLlIVOsZfleraXjeyxVs2btQ1V39GV3/6St38+RtUqFJJW21XeZc9rb+wIF8I4Yev792NpT/2av6+Zh4ggGFwzvkEwJ1Oh2Ki0scW80QAze/IvEEV534CKoIsgi3aqGN3hWcBTzzxRPFfmfDfP3C1nmcwCYwRyLyTsgZIl1JEKGJIS+vJRwTJMdvRtygKn1q76fhOjAtfBGbs+BCM8ywcO4TsSqATb6VkVwU7+J1kjWIHslb4PEy6ICbJxQ+U4cNnuT0ihByCOXZK4CHYxEfk4WN3DdkEqBEh0iwPH2IDvPSBjzK+J6UenohIMQLgljLttAGq3vrWt4q+BOPvMtAHMPKcIME6wSd6EVDDD8GLDOYh60E9ugLOkcd6AEjxsqNLLrkk/ZcmzCn8+BX+iEi/RfiEcibkUAcAYFzGyrbgJ9YM4CPbkPsB8AAbrLOISBf44MefAAt8A2/uBz/tzOEZBiDMLbcXc5spc44s5hqwydpDF/ojH9BGnnpSxmD9M1eU8xjYy+7XSl/YZmcNEM06Z70DMFlf7CZTj1/RE70ihmsWWXdFjAGgQS/WxFOe8hThK54x5kIJc8tLaXihDs/j5pfM4IfXvOY16b+oYW7e8Y53iBd1kWddA145XpmHpWNHfGGdlvKTjxj2iTiSRgzztN8dRRzhiwgxV9hJH/xEiq9ImRPmAvuZC25T5eU5+IiXPgHGeIaZW8fZzSVWhg+fM0cQ8w0hh/oMupHN2BzXHLvkWd+sUXzP+OSRQR6iHSAHP8cJdegSEelCG7e+Mg6y0IP2TMhijiKG9kfEnc5dEeGL2nPiwgfjcn5i7rg7gbXE3RLoz7xffPHFIo9cxni3QeYb3/hGcbGBuedZZZ7zZT3y/Dc2sXbwJcddRNAtgXvaUqH5upMHijvV3M8q7mDAQpBah2uX0Mrj1+nEU0/T2MR4CnTZhdhw603atdGHFgAAEABJREFUueEWbd+ySTsM/PY6oNt6y63atmWrdy0Pa8S8J552isbWHicZLKkoJQfOIlz3OHNRaIYg28Hx3n37dOtNN2ly02Yd2LXLO1ObtWnDBsuZNjDsaNzAbNQ7glLLYWKh9siYxsaXqWh3dNigY593Qg56t2vaO6+HvLN2aPde7TuwX/z/i6UDcQgAMXD/9shyrXLw3lm1VrMe//+zd26xdp1Xvf+POee67b32xd729nX7Eju2k5ik6WkhnHKq6iDU0J5KpajcJFB5QeUNJBAghAQS4oEHXnkt4qFAVYF4QYiHtkdH7aFw2qRN2qQJTZomrXNr4jj2vq61zv83l6e948Z24kv2JWPtNfZ3/77x/b8x5xzjG3PO9cRjj+mM53HhB8/pwpkf6KWnn6q9K2dffkXVqNTBPfu1w57I0kZJq+zaFm55Bi21bTT0TBqGVOu2A0k8pWeDx4a0nD9SWCEuNblrp6ZsMK/Y6HjtNSvYRVszu/aqmp63cRFqoTVHSPa+9mamVU1N6NzKkp7+4bO255e1ZMP4lTMv6PFHH9NjjxnzMy9r2XOZ2Dlvr1l4qEID87c8Mgtlp+57dtduRaulx574Tu0l4tZXuznd10v6wTPP1A/7jzzkwYXD6tr4cQfC6MEowiAsvS4T0zOy29SzaElFJZVt9Xbs0JTXdNlK+tPPPKszXu/Xnn1OL9pL+vTTT9e3gL1o7HqTfS0cOiJNTUutjopuT2rbEGo5NBX2xJYdpzVSBBS69DFOa1b8MdLWhiM7IV3msQfGbWD0u1676fl97q6v5559WmeeekIXvvekVs48q/PPPqWXnPfKi89rdfm89u6c1uyUxxyseJ1WvZY97ZqZ1JrLnn/uWS2fX9Jw1Qu4MtTK2fP6wQsv6kevnPXmRGiS+RfmqgypCLmWwkmynLQsyOs3JgzHcQ3XsiE/jstjSlGWbkuOieOgKFRaLkcqVIRP6pZh2YscLqP/CP6r/vSNoyrjb5kqe13tPLCgQ3ee1MEjR7V7z17N2DuIIXa3jdE7Tp3W9I4579Wsee5LiqKq+9AlrnXbPyOvHRc3LnTQ9Qacmt0hleYzjEWnp937D+r48RM6cuQOYRjM+dxzyHJ0992ndfTkXepb5i0ykg+3ot2REOJrDLLk8wHFi4sXfDFb1OLSeZ9XzomL/QrGvAvh10H9HdnQXFxctNgP62fJyPShTJC0AQiwTihUDI2iRhyFm519ylAKy7Ks12p2dlZ79+4VYeFjLCJoJhRu6nLLNhls/GEAEKcefdEP6cqeb0JovVyQhiJCEUH0xygi6rKIqMsiopaziBDjQBHjMhQ4DArOmRho8gce1o8Z4XPDxVtY8ZBxbGF4dr2xSj2MIjervxFRK8uMgfJaZ/ofskw7DBLa4F1zdl2X9iitEVHzPeGNXQzwXs/nS1d69dVXa0PWUYExIXkoqmxSkkZBxliEd9IYJ/CwsLBQz5k8vLY8U/nggw/WP6FAObxAlEcEwaX6JOgXfpq5UJfzCfPBW8YaYsCgvIINbeCx7c0I6lGfPIg468q4pCHyqN8o0+RxBwWYUA8vIuM3WFAO0T91uPOCes3aEacu6xoxng/1I0IYV+CCcUsesgf/xOGLOdGeeL/fJ7s23JFZEuQTYlAi/00+64oBShl4kwZn0qwHRBxizQiZM/MiZC3JuxZxDmZODV/gzXzwbmFcYUBwmzQyyUuRmmcmwelv/uZvamOfW4kxVlgXeGJs8GVezDviMl7X4uXNyiKill3KIoKgpojL8TrjKv/ggSLWgJA0awPGzIHjjXywxUAGf+4ygG880xiVvGQHjz3HGOcS6tOW45t2tCEP4vhCFng2m3VAFmiDnIMLITJJXY6BiBAeP+rCE/ngSIg8sHGBLHMeIY/+mAv8sU7wSD/0QTlEfeZJfxFjnCLGIeXriXWlLX3inWc+lDfyBO+kOR7gnVuCqcsmBPlsTCAjxBt5Yy4cs8yX/IaYD3w3fdNPU5bhGAF0z3Fsi/4fwjeyFkWtu1mP05rjAxVaK1wwcgWfBHd6V3hu/35NTE9pabCqZ8/8UN+2MfP4k08IYrfiRz/yBcptp+fmtPfQIe2747g04RNoUUpFW7IxtDp03IbcgHjV0U4bf7vm9+v184v65qPf0sMPfUMPPWzPzfefFS9/2WWDb2qnjScbQEtWLlfMV9WeFAbVvoMLGvoC8+zzL+jhrz+s//zKf+irX/6qHvr6N/SCjbTejlnN7t+n7uyswgbaQEym5fROzRw8oJ2mtdGazvzgGT36yDf0jYe/rse/9ajYGeLAQtHdc/QOFb4Qjzzuio2fZSv+/B4l/J49tyg+tpcc1Mh5nKFkg8MRDY0F/C55/mE+15x5YXHFBpQV7I6NOXVstLRUDivJmCjM5dwO9ffukaYmddZe3qfs4fnGI4/bM/MNPfP08ypafc3uOShN7tCLizYqqlY9K+aGwbmmUq3pWXvE9mnO8+v0+/qeDcIvffnL+vKX/13fevxJPf/SK4pyQrv2LKgzMaNFG4/n7bmVPaSjouP1Hellr8eZl+11Vkuqetbv2xJxG9/zh49p554DGkRLTz/9jB7/9uP61rcf03e/+7S9xmdV2XDYZR67e82n64zU1mrR1dDtz9nue910zkbeK+eXPW9362+UhRTSKORPuG+nPbewF3B1aNlUabmstOZ1LDp9zXj83Ta+ur0pveTNhUcf+7a+9vBDeuib39CT331KGMT7LB9ze8ByykbloL6It+1xPuDNkx07d+mCva5f/c+v6/9++f9Zbv5TX3vom3ruzIsalC1N2ajmhU8qCvNkfszV+m9pwyo8o4vsql5zvcnHIleWch9S4X5lr5y8ORCtrqzFee2llXPnJHt+FarTVRREJcvNyHInUo6veczh6qqToZn53Tp2z2ndec9PaI9xqNrur65XqbIhVlXtur0ryxFT8y0cKahZE3IOOfOGvle2jQgVReGplXWoa34Kl0KlRrbqVlYHWlny/Gwoz+07UM/t2F33aN7niAA7Yyn3L2PBBhLYuJn7uPq34Y8wjJ8PPsnHMBT13Qhyl1GT/OFix4WTOfR97Djrqt+An6uWZsGtQADliLWjL7x/eG1QbrilryzLS+t2/vx5casf524UxogQShVtP2mvTNvnX3ba6QdFrNXyec0J8v/u7/6u/kkHJ4XCRojxgGJI/GYI/mlPGBFEa0IZ5TlNFDaUTzJRuFDGiHOLIm8u5dbIRsFk5x++6Yt2GODUhciDkFvmTB7EPGhP39RnLG4npgxCGUXxBBvm3nioKJudna0NZuINgTk8YGTCG/kopPTNuBiDjPUhezwoA0OOKfrab/2BvIZPeOXnaFivnd6QRbmljDoRUd/FRBwin/VkvZg7PODNxGCmHAIfbkumPxRa8qCIuCQnpCGObTw0vBSHn1Ehj2dEmQfH/xe/+EVhHEVE7eWhHGKuEZd5A1vyITZCMADBkbmQB7Z4HVkHbkXEgIF3MKL/Tqej5icj4L9RsjHowYf21GuI+UP0TXkzTzynYI0hSBlyBBHnmPjrv/5rcYvtOa41ZJqackev+mU+rDUVeMEPP6HD3QHIEeuP3PDTK3ic8X5Rr5kDOCDnGFnkg3UzJjIIdhEh5IZyaH2c9DtB8IFcwxuy88gjj4i1AGeOD3hATuEfg5o85BFeibPJRR0MRQxp4vQBDqwRhJyCB15tZAhZoB5j0IZ+kI3f//3fF78dyuYHY9AH7SDWgjbEOaaIs+4RUXuSSYM3IQQ/rDlyjcFPHrJNe+LIJOH1CG85xy+3+HMrLfXhmxDeyWNzAZ7Jg0/uMGBODTYY6/RBOfWRZ+QCXJAv5sN8KW+OnbfKH23eLYS2tOXnOlbyVSv5A8+Gt3kSYniuWJh9tpZsdM3bgDl172ndfd9pHbrjkHbMzarvi9IUBo4V+H37D+joHcd05OhxoTDampFsNCjaGhRQaEWhkY3N9vROTdtD05roC8/FqdP3arcNz/70jPvdrb1WOBeOHNPehSMq7cVRe0KrKrVk/lbcR7c/rXl7Q3YfOKDO5KRPWqHC2md7VKpTdTQ7P69Dd53UzOGD0vS0Ff5CaytDjXXEtnp79mnh7lP2Fh3R9Ny0qm6hielJ7dq322Pu156FA5o/5LbtSssrK3p1abE2zIpOtzZYuztmVXGrMAZBDCUbHxKojUcAU24JPe8Rl+yta5vfmdmdmnQ4ObNTVW9K6NZgo1GhEV3YEJENov6+Pdp1eEG7bRidXVxWaaPr4IE7dPqe+3XX6fdp9x2n1Nu1V6PupCZnplVUpQ2x0MgK2Br8tNqqvB7zBw7p6IlTmto1r5ENnUGUKj3u7O6DOnLitE6977+rNzGnqpxUzUd01bJh398xr/6O3Ta0pySvldzfsvt9zd4fGdtq30EdOHZCC6zP/kOamplV10bg9OwuHT5yXMdP3aP+wUNSe9KexKHOD0Y6vyYtYtB6HSfsperP7VPhucr44OEsS9WfAUAUoe5Ez/3u0JQVkWHh+Y0KDZ2/4lqr5qU9M2cZW9DC8VMOD6s3s7umydl5TZj3XfsWzONJeXGltg1Oe6MHRUeqJtX3/A8ePWlv2iG1Wj2tWC7Onrtgmy8se/M6cvxOLXijYdbeklF4XBsqSM54ZSUjbbYHKuBVUrgAIh2WA8JRsKAafwrJNr28UE6X9Vq32h0hC8OBDWFuK/XmgqFw+eVvROh1byqsrNkIK1uquhMq7OVUaZ7c4QovwDE3Q2+EYK+O7LGnj4hS4XXygO6sMF39y0UTGlpGCd9Y8/opFCLaXlkzIlQU1x5b/pz3/JZX1yTz3O701J6YVLTaqg1D4yrzBfaKwlMrxZxG3nSQ6ztx3W/P5y25Za/TUstGRqfTUr/fF7y1LnpyiEPWrutHAVBAWq7b9+baMMZDwMo4lv/fSQRYBxRpFKV2uy08CShhPHOJ4tLzGqLcoPjyLBG87fQ5gxBlJiLEWzpnZ2fr3+L77Gc/S9El+u3f/m1xSyaeADKrqrIYDIiqbE5KdWr8j2MEGqfe+J/8highDv8RUfdJmnxo2tckbieFf55DXP+bdChnGCH8fl3HBgnGNG1QVFH+UBgffvhhsmpvfR3xP5Q4jkXGdFLNeKQxEj71qU8J2caQxTMDD9Tjbbn8ZAmeYH7fkbyGwIM4CjghhtKkr7e0x4jBa1cfOy7kFrq//Mu/VESoMT663a7w/BDy4iKMlqY+L1vh5xRQjOGLdUbxdFc+7MfnT/Ahr5kLa8JLlpAHXtTSzIF5/+3f/q3+/u//nuaCT3AiwRya9qQhDLVf+7Vfq41afr4BWSIf4vcCGzkBe/omH0LBZkzqf+lLX6q9T5wDP/e5z9W/B0qccubImPCLkcEbPjFa4Bn5pS8MHDYW8NRigHBegmfKkfWI8cmHehByTRm4oaTTRxPy24ngDO+f+cxnLuEHdqwtt3wiM/RLO/Br4qSvRsgO80l1slcAABAASURBVKGcdcLQRBa4DZjbKtkAOnHihFgT6oAXbYjj2YK/xquOFxYsedYWPqkDgRMhtD5O+npEfYh6TXhlnPTVCLyRD7BARqnHpgnrguHE+mFY8+whxtyv/MqviGMSWd3vDRTOMcg1m2CU0562/BwIxivzhS/GABeOiwceeKB+ZptbjqkPUQdcGAecwRwZQv6Jc3xwCy91yYNf4rywBz5oiwySRzl3IXK7L+vPLbB4QiljHGSUOP2TJt6ExNcT8+RW8E984hP1Zhy3UXPsgxv1vvCFLwjZ43Zi+iOPY6/ZDAJL8uAR2eC89k//9E/1Zg5pZB7cmA8h/SLfyBjtkt6IwPU1qjfW33QpDCNO7VxiB57NmjlcK8IGjJVkp9WutFp7AlyrP6n27jntOHpYR0+e0MnTd+vkPXfrzrvu0rETJ7Xn2HHNHjqqng2KsFdMsuJor5ZUai18IXffVp3lI9Yemn06YOOkOzUr2XDq2tg8dd/9uufe9+on7r1fp+65TzM2bGTjzFaS1mxIDqKloftbGow0dH/qT2nfiTt18t579P73/jd94H0/VdP73/c+HT59j3oLC1J/QvJ8YljUt8gylTUr+bJioTkbvQt7tHDiqO68926dut/zuf9e3XH6Ls1iqM5OmbeOZONn6AvnoOPx7Uk6cPK4Ft5zr/bfdUKyMisr/CMNHDOKDGAa2khZc2npuXe6fc0fOKhjJ09pj42xw3ec1JTnW7T6suuvBnpg/lbcZtWWS2Wje+fBg9p/9JhO3/c+3ffen9LJu9+j+d0HpOhI5YTmDx/X6Qd+xp7G3Yp2qdXhqoa+QJkDYyWp1VE5M6uuPZIn7z6tD/7sg/ofH/6Y7vvpD+nw8bvVmp6zElRp0VWHCo3KtkZrIxXdKZef0n3ve0AnPbY719pQWvE8Vq3oD8C9bKmycTl/8KiO3P0TOnHyHh0/cZeOn7zLGxF3qmdDV32vq5kpu32F+1arrWEU2uE1PX76Ph31Gu8/cqdHL0yXv/XJsCg0bd7ZdNi3/4CqVle2CWWbU2bF8ZDw4E3Nqr33sOXuHh09/X4de88DOn7/T+uO+x7Q7jvukeYOSZPzUkxqrZrWaGKH59vRqD2tzvxh7T54XA/8zw/rQx/6Wf3MBz6o977vJ3XCHsN5y/DE7IxkPljVtbi0ul5jmx5e7zCx7i6Saq7gzNErv5XcRl4fy6zLRio08Dprclq7vBHAheTC669JvKzKXY9sYIXr8R36X683ocJzXbFnc80eQI1cWlQqjGe709XZs69p1cZn1e0pnKeiNDdeT2Ovoet6PL2B3Om6LxdEiAtOQ+uKrxvlIhMRP1aPvuq1/LGSN2ZMeH5RtnTBGyvLy6vjQrorC+DVa57f0PJZz68oXA458Hdout53wCaJ8T5y/LhQgFD+7r77bgXdYLC7rCxLFRH2gq8KRQw8UCqKycnrdf/Olr8LR8OIYi1YF6bP81Ef+9jH6h19ngn68Ic/rF/91V/V56zwcywVlhFueaMuccKTJ0/WdVDcMOI+/elP60//9E/Fc0X/+I//qHvvvVd4G6nb8kYD/RBHLggbQqYbavKakHzihBDxhpAn4m0bzITNXB588MH69/owRPi9QH4OAb5QFFFiDx8+rPe85z218UQ7CMW+7w0TPAq/+7u/K4w88umb442xmnkzDxRO8qiD0shv5n3+858XY/3FX/yFMDDxqOBdQZnGY0JdFD8UbuJQBAelfM3wGdHHDGuyd+/e+rnJD33oQ2JN/uiP/qh+OylKNc8k0g7iNkwUXjyJf/ZnfyaMUub5B3/wB2K8qSlvCPq8B/+N0l/5+kyceUWEWBf6Yi4os3gnWXNe2gJ2EP0v+JpPW+SmWYeIMe+0pQ/GIYRnXmSE0cvceSkKffNmTeaHvNAHcerTjmdhqffqq6/qT/7kT+oNkF/+5V8WxkNjEMAr2IMp7XZ6AwRjn7bcavhbv/Vb4hlWjC5edtTr9QQf1GVM5sy4GJco/KwFZeAI5ij53KqIoYpXlTKUfm5dJf5Xf/VX4qU8GJl/+Id/KNZ73759ArNmLmCBbFD/WsT48EMd1hA+MeqZS0TYDzEh+EKe2LjBswf+1OeWW0L4hF+MIo4/DAp44biMiEsbI9Rl3oRvh5o268Mmfr1+wKGpw5oSByMw5rdJ2axikwsMORZ5NpM6bACABccTc2YDjHlCbOCAN4Ye5xAwpD7tODaRF+bOhs3v/M7viFuR2XziWOZcxIt2kAPqQ0eOHNGxY8fEBgdy8+d//uf1RgllrMNv/MZv1I9I4R3lxTy/93u/J45FNlI41zEedZkrxxTySRpqcCJsiHyINHJMHPll7hiLrOsf//Efi+Ok2UBB/jj2qAvvnJuRVc5lnGc4PvjdUbDifAEfnAcZA75ox7ltbm6ufukSGPCyK/KTLiNQXI5uvZj1W6G0jXzQN9wzofAFhVAq/NdSFC2tWdsfDdxiEFL9kF/bHsFdmu7vVn92t6JvA8OGo3yhcAMbBRKevYGs4NtQGdUanpVvdzH0YJNze9XZd0xTew/p7CvntHT2nGQFuoNROzElTe6QrR9h8HAHHM8WVpJaJgyj1WE40ZOKttoTs5ro71DHymtlKrqTzm/JTEvmdwTvHrfrrDLM1+KKzi0N3BPtJ9Sy8dSfm1e7PyNeLqROW7I3SW2X29BStHxSHOr118/Zy+qOWl1perc0MSOFO/S3sPdOnqeM2JhcpJGWeGsr3isr1THjOXksTXp+7vfC8pJW7JoaKUQ3vuZq1dbd0GVlb9Z8GaNd+1RNGtuysqESHgIyfx330emru2OXVBYKGx0thf+8PKyT/LGhV07OqOrOeJ07tU0jtVXYiG+Ziqprhf5c3abqVIZq5HkWNZbl9E6NilKrw5FWDFXh7lpVRwPPcW15oCFj9DoSyrovmNMzc5r0Ogy83lp2ZRuvy247cu+rQ2nx/LI8NSMS6vSnJdcdui95DNd2/qg2MLioKwq1PX57915NzXn+RVfyJkHliqUJnIZe01o+ygkVXvvu1JyXa1qdyZ2atJczprw+ZU9qTWjR1iovFA557T2X182/SvdpDFd4YU9Vqmc8JqZnJfJdZ8UyzjijUbiV6lUNxzg2HIy/o5G03pMp2evpfxe/ddNwArKXEt6JDikwZpM+uS4P1nRhacnTW5PC/Xme8mpJIyctPysu8wHQssxVLa+7sak3TDT+zNhr3ulO1Ik1G6UjHxeFj9ew4t0oKnXhm/4bqhjaXzxaUTlcUeEwTIIs6ZYkt1q9JhXFqld4xex60UfLGq0tamXxNV147RWde+1HbuvFr+dD6KS/o3WEkTm0h7NjT07bJBUaGZ+BhYUL0fTOObW8ycOFaXV1ILy9rMvA8rdsI71wZ5C7fNNv2W5r6GNMhaXHVLY7KnyOGCI/NtJFZ+EFD9X1Vs3Lmjd1Bu1JyfIh81P373X2UB7D/SC3jo3C//J7WxFALoqi8DJx/n1dKCUoLxhbKOp4B1HmSGPAsJOORwLlsW/DbM0bDqXPUSg+n7ehxe2NvHTmX/7lX8TtZrQjH2WqUfCZEOehqmKtSY0JGRzHxv/X/6cMujKPNDwQwi8hihYh3jI8ABgHKGl4WfHSYiwxly9+8YtqtVpUFXlEfvEXf1EYWWyecCsw3kpu9aOsqQvvpCNCbcs/HhPSGNV4AVFKmSv98FwWz6ChJGM0UA+vFH1hKDXjTl7cfMGIYj70xRthUZTxyDIPlG8UUhTppi0eIJRivGzMk7epopQ/9NBD4i2zKKbMhTVaf76CBwwixocX+MIj0oyNUYWSiywwD/rlBSXghveS20iZO+cQ2kaEIoKozl28rRSDHr7hC+/xV77yFV/jXxdGMYShgGIMb2CKx4q+efERxh1xbuHFe4kRzQYGuIARBAaNpwajAu/Qxz/+cYEXHnkMNwxdPI/wgFwwx2Y85AXcGRvG2SxjDPoAP4yK2dlZIeuUs67g0XjQMAbA61Of+pT++Z//ufY6k2b+HFMcH7S7FjE+5Ri2HItsUIA7xjrGM3PilnXuMsCg+LQ3c3iRE/P4+Mc/Lm7xpQ/45hjkOWqMT4x1PJ9XO2YY88oy8q6kN6vzZnlXtmvSzIk4aw3PGHYYbLxkicfEOAY552C8cexgKDf1WR/W/+d+7udEPYxpbi/meKKPiBDnEGSBNsgzvOFZx7ikHnc28HgAcsLGGR5OjFzqwxMhdzWwrvDE8YWsYbhRBoE747MmGKWf+cxnxNqCORsOGMbUY40Im+OpkSvyIHiDiEPE6Yc4nmzWm/XnmEKeeIM2BiK/BcraMlfOK9Rn4waewY6ND3ihnOMTgxU5bI6tpg0bMeCMgY18N/Onv6QxAsU42Kr/CxWlp2DlKxRqWfni8tapjRepa8WqtPFTFT1V7RmFvUSqpiTH1ZmRykm36qos+hIGor026lqRN7WtIHeKCZX2LoV76hRFbSxO96RCshE1L8W0pEnN2NvXtbdRrUpFp6toTzi/K/VmpclZFf0Z9dot9yJ5dM25Tqd+mUpHLpTC9VttqeN0t+fQ6bbbtuekckphBbKsJLOgspAPxmlN9T2++lJFuEMeyNRR4JltO79lMv/uTG3jMBulDvanNKHQDozNYspNbNSYL5Wlquh6fpNSYbLRUpYt8xuaq9raQV/0a6NIk1MqvDMsozDjebRteIT7gL9OFepV7qfoSQG+JjDH8K2k9lRpfiWFVEx4fp1pye2d0pyNzx3moCOp26okr0FdVrSl6KkyDu2W++tMSqVrRUE3OmBDyylhs1TuP4pKYbxoE92+Wr1K2JVu5ZWq1G5Nqup5DihChaTJjvAAt6oJdTxG1TVfPY8zNa3OrjkVIU253n7XIyStdlsqWl461zNWTqgsQ4Xr9ScYqVS5e580OaeaD5WaaJeenYypNNPtqOi4HgZ/Z0IyxmXp8qJUFYXC9RUtqexJbtVznX4lkZo2hP1OR3L7sLy2p6ddpT0m5M7zUHtabc+jKLpqFR2vf8u9FCZ36f4LGC3dPzLneJSFCuNWRqWGwukoJTPD1zy3LTtyX6aq445K2WWt3YePaOj1f+y/vqPh+VcVnZC0qtWl19WOkbrtjqrC/KmwCVq5rFBVEkq2zPyPb+F/hapWR1E6ThemVod2uvpnNNT3nnhE3/zqF/Str/1vnXvhKfd5QRq+Lq28Ko0crp2VoME5yTRaRxq4bPkl6cIPpVUbl6uv6pUfPKFHvvZ/9OjD/64Xnv2uZEPWVqhkr//INPQsbN6poU6npa6pKqPGCWbDwJVVu56PPG+IvJZlrl21xBSp3zNuRUgNBY0vkXGQKQoV7Y4MjNRyyBobz8IyLJVa4u3YNuhlY/mlF5/Xc2deUWfmgHbcea/U26mi6qlbVDJ7ighzX9p8bmlYSCOvj/Jz0wigaNMJChAKNIoZaRSR0sc1cfIb5Yedczxa3N6HUoSHCgWHZ5W4ZZNniahPu6qqCGp8X04fAAAQAElEQVTCIPqHf/gHocywe/5v//ZvQgFCIaYCCmTX581Op6NmXPIbwjiDV5TSJq8J2fFHEcPoQU7Jb8b+4Ac/6EN1JF6uQj7GJWFDKOkokrzpkznxnBx5TTkhRjUh9Ou//utCMcXQROHdZ+8V+WACHr/wC79AUs34GEZ1hv+BC4YlBjftMb4xAHnTpIvrL0okkaIo1IyLkUIet22iCGKAMA/mzYtqMAy5lRBjhDGoS1vqEMcLhvKL5wgDmPmiYFOGhxejCQOcNASOyANKK2mIdWpz7XACww6vEoYmCv1nP/tZ4VGCd+bFLaquJuZACEUEgRr+SEzZu4oHBh4wcpELDDvaYQBjhFAPecCAJA4PGNsYW8gbxin8UIYBAd/NXBqZpYw7KzAWMHIxvJA/0jMzvg66AnLHHB29tHbEkUlCiLXldk2MY9aatW/mQ3uMPIx75AIvOcYxMs4xQ3tkgjlTF4zglecSKYMoJ/zN3/zNWmYxrFkv1h1jBm8ZBhMGP3LIGmLoclyxacFPDrG2zTwwVD73uc/VjyqAFRskGCFs/MA//TfHC+Ouj0eM14tjAplbzyfzoT1GK2tD24Z3+mA9Ked2X9LryzHQmDdeNPJZZzBmXTEykVnkD4855yLmDZ/NmtKG+oQQGIMlxwDGI2vEuYQ48oMBRT36jxjPic0OfjqFdeL4+dd//VdhsCIj1IXWj/HRj35Un7EhibyzibP+DgLqYlSy8cJmG3cmgDPHeXO3B3WQFcKGwA0i/clPfrLe1Ft/vHEMUNYQmzJsFGBUwzPnQ47B9ecO5t3UR1a41RZDl7XH6MQLikyAOY8zULeRFdYJ3NkIZJ4Y2JTfLCE7EVE/TsCxhlwwN4z8m+37nW5vteOdHvLWjldZsSuKSoVCVVGqdPc9GyyEULhE4qINtaRa7W5C8i5SOM/9+AwvdyW5XVxqV9VZ4dzSRDjup+OU21EvCtWV3E5QVBJjEbosnCKnfTHU+jq0r9OF5LqiDW0vkfN15YfeGB8zBLrIR90XZaShymwVl3Lhfzy22wbkvkP+FK5XOWxITqtuN27jfDDCWAAnqS6v/9Xtx+lx1HVr3t0/IfOh4A3kOnV+UTdkDOfU60e1cb8uqzmg5CI1bcBLquvTdlzfGfX3Yl3ahuoi6kCq27nfkOoCR2vM6/yL7eoxHGctpHoMp+jNKb5uRBn16nZOk32JnKbMRqnqVkU9FOPTD6FoRx36Ie62cZFUp6kJFc7VJR5oG3WO82lf13W8Dl2/znNYj0tYeGxIDnX5QycNXcotHGvIUb7Ucci4DTmpGjPLwcTsjFq9rlZt/J1fWnQ+frShuhcVq3jjqFLNp8egWoTkzSJn3uB3pLmZvqa9o7B6/nV978nv6L++/h967tuP6PUXnpcWbXB6iHrIsIfSFMVQDclprZzXuZfP6LnHH9ETNjKfeeo7Wl08r743GOZ2WpEKm5ZhZiMUYRIk/x+TrvnxPK9RHtcou1xEH1en8UV9VVq6oBV7k6PlTQZvcFVTuyTutLB8hfmPCEWEu20pLE0j/w+T8nNTCHDRR/lFESgvGpekUfp6Pc7LN9V9Nr5JBDAE6QIjBYUaY451gsjf6oTiyxwapZc4cofxgmK63mCkDEIxJqQe4XYmFHOOTTZTuBUWGcDwYv3BiPz1GxqcT9loWFpauuSV38z4wH+znvAOcf5hfpuZ7+TtrSGAwc+acv5CXmnVyPSbHduUb2ZCk9nM/F2XNw44TqwQbm4asLPMzg47h+wEbWdiztei6839Wm0pu93tr9d/lg+0WTGQPWsdu5bLqqvFpWW99PIrWnn9vNaWV7U2HHIoam2wZhp6DiMNbZRyvA4HA/HzHTyfSPxG5+dONT2/TwsHDml+zp7+1ZFe+uGLevap7+uZJ5+yEfldPf+t7+j5Ry/TC9/8jhp6/tEn9PR/PaWnnnmmfhPymZde0WBUan7PXh1aOKK5vfvliVzileOhmQ93uUKDwchsbMwaDY3/UCMtnzuvl439a8Z+NAy1bXQ2CgdvBeZWZRTTmtbsfTYNTKumG8U+2w3qdedaUwu6/3HLIoSSwC4+XrXEaYzTRuHQeM+8PLW3EyUNBS4iyKrXcKN4uxXjNsc5fWFMNfLIeZYJYnA3cfQhNkiQS/LQmWi3nQk8wIh5c0yCAV5qzuXgg/JOyHGLhx7jDQ8mMoJHb7Njw/zgn/nw9mNk4OWXXyarps3O/1vmzzrDu7Eudky9kP7XXFeQZeSY0Nlb6ltsKW7fhFl26TihRITY2aEKO1ScLNjZomw7E7se16Lrzf1abSm73e2v13+Wl/XtcZsRB9nDOTW3Rzvn92pmx261uz3hYas6PVUV3u1ClT3iVVl4DqHC3raa7AmKqnJepaK88fmptAe3KFXt3K19x+7UsTtPaf/Bw5qe3mGH37Kee/o5vfLCj/Tq82M66/C1ml4S4asvvKznnjmjC4tDTc3M6dDhY7rzxEkdPX5K/d3zMnNS1VaYSlMFlZXank+7lEMXl+F5lBtCRVmqwOBvmcdWqf70lOb37tGuPfOqJickezCLdktVq6VWQ5Xj66h0H0nlDa8f3hJd/MzMzAjitkiuQexKJ7Y3ju2twI6lQQlHWSOOvoDhgdFF+laMsZF9FEXBNOrjGyOJ+ZGBQYnXE/nEsCSPWwr7/X4to7SLiBuW+42c89sZG0zkD3cccAsqt0xzCzsv1OH2Sl4UxPN7vLCG5zW51bO5xfKt6D9vh5fbUZc19vTqjRPinOeb9Sb/doyZfZbv2HHDMcs6Qqwvckwe1xeOZfI3gm50zOJGG26WduxMLS8v1+xwUSHOBYYMTqqESYlAInAbEAj3acNydtce7bY3cHpmt1o2gKTSBYV4YdNgONLAzk4cniN74zTyfxLesfRV0vVu7rvKS5PslVRvSr29B+ufmTl24h4tHD2uXXsP6OzZczW99uo5nTMRvu7w/I/OifievQs6dMcJ3XnXT+jw8ROa3ndQYg6jQmtLaxJv1jH/Nd/mXSNnraOb4/4WtA6pbHXUm5zSzl3zXoe9mp7lme6AZQ/AKf4yhXPWk5P5vQkE8BrzzCU/K9B0g4ehuQY1eRluDAJ4RVDAG8MDQ/Pw4cM6cOBA/UbnjeHq1o3K3JA15omXC3lEJ+JZPubIs4s8b4n3i+dW0Y8YHc8nXhLi25kiov4dUjxFrDtG5i/90i/VBjovO+K5XTyebELw7CLlPDcJJuBKuJmJW8SRAZ5ThW/emowejJyz5puZ9+Tt+ghwTHN9Wb+WHLdbQTbfbHZoIm+Wv6XyGtcyOwCdTkfti8+PbdwkcuRE4N2AgE8fUdg+mxIezh4vwrKxOVJRG5tLSysGIeRrfk1O1N+I0BsydIMfj132JjV0OFwbaoRl2+6qjeF19A7dcdc9+qmPfFQ/+fMf1fsd/ref/4jea3rPg/9L933kI3q/w+N3ndZ+eza79duSe9KKDWLulR1KVacruW8VpcPSLIdJKsLJi6SN/tj4XbMV3Davvakp9SYmpLIQfKN8Dm3YQyikYxrZzr9Mys9NIYBHgZf98BIQOgJzQq5DhEkbiwAyj15Q2pOP8sYLk3ghCy+G2Q5rxJzwZiKH6D2EM/a0f+ADHxBvkuVFTLxlF08nxmcz59nZ2fo3ODd2dd6Z0dlsABtGe+CBB+qfg+EnXXi7My+Q4aVAvBwGLydvHKYem0YTnEtJbGLiRToRIUJe6sVPt/BCoylfC1jzTcx6svYWEMDLzvWlWcvmFmo8nW+h+aarYs1k0/H0thjiBMKuXWN00pgTMGFSIlAjkP9uIwKl1O6pPTFlA23C44xPKaWtsq43f0onHa0NtVBIvjjWxK1gVgJ1E5+RCo1aXa1WHV1wP+fsgTxv7+mKDbARb3a14lWPFbbKahpKxUXihUHQ5JTzOtJqaHV1qKW1kVbt2JQNZxUtKTwBezt1xSechhxs4Ne8RanKG2ylDc6Wje2SeRsXmdqdnoqyVRMK95hCZX0b8DhUfm4KAbxJzW4z3gY8nfzMxP333y+8TDfVeTa+aQTaPjaaTlgf4hhg3JaGUUF6KxMGZnNrXaOMYoQyJwwPfheReJOHrKIf4SVpNkco3660fo7oiXiK8AgyX5T5WRveUzbO2JiAeEMq3kHKqLPZiTVv5njkyBHdd999Nct4bNfrxHVm/ttyCOCt5piFca4t3KXA9YVju/ndXMq2Cllj2SqsvjmfvBadHzLG4uckwW4WRBoFKyKsc25fYo7Xoohrz/1abSmLuL3tI67df0SWR2xWDEoVNsp63Un1+1M+zsqaimip1ZpQxwZQFW1VRUtFlCqLoibi5EGFrdGIG5sfbatWJQzbqdmdmtm9R/2du9QxP4UN0arTVmtqWu2ZWXWnZ9Wb3lnT5MxO9U2TTnc7Eyqrnlrtvqact2NulyanZlXCe1mqVbqPqhLnljG1Hb9MEaGIjaTS2LaF4gl/UVTmp1Sn0xE79BENb2WdH3Fl2JRnGPH2MWDnmVsXUVz379+vT3ziE3r00UfFdYnnxSLefp8R2Sbi1mDAM40RIYyKo0eP1p6giBDHCl7piFszTsTG9sOxDvHTJ5wLIsLn5qJ+XjMi6vMDRjZ6ER5f6vX7fUVsLN8Rt3d83kAbEfW5kLnjLcIDXBRFjU+321Xp8zwhxPHMhgTHc8Tt5S3i5vvHs8mmSkTUso0Xm/kwR35SJOLmx4jIPiI2BgPWEJnkWGWt+d1gri+84Aq7R1vsU/ADw5uZ+L0cdp3YLcbCh1d2qfiNIZQq8Oa3k7iAsEPFbg/57Pywk0f5dibmeC263tyv1Zay293+ev1n+SZHwCfi5ZU1XVhclqI0hWwBaTQYqH6IsJCs1YxJ40+E5G9NutlPUUlhGrpHeyc1cmgjVO2WBlYkBkWpQWHvZRlacbWGllsap2FTEs1X7OFcXhnUz5yOzN3Qfa0NB4LGb6PlVtSBOM805KYb+o2yEDQYeQ7mmTi0OljT0orXRIX5gxz4a3RcS5dIkvJz4wggB+xA401AYX3yySdVWu7okd9uI0zaOAT4DTtGZ31YK3QI0sQbrx/prU7oO8wBzyUhhCcPTxdxiOc2mXeDycoKjzxQsn2pmT/4MF8IDybYMGu8no2e08gD+iZlW4G4w6LhE9nmXNTMh3hTluHWRAC5RS45Zq+8vjz33HPCHtpKVBw6dEibmXgQmt043vzHjiQPfrOTxw/F8uOqGJ+4nTmRsDCcUFkkDE/SnFiSRtb9k1IObr0McJxBK6sDEa6urml5dUXLa8s1rQ1WNDSNhmsaDocajNY0GK5qFRqtajga3LBsDocjLV1Y0aJpaXHF8WUtLS5peWlVy05DFy4s6XxDi4s6bzq3eEHn6nDRvIxEPwP3RTimofPGNBqNLvI3cPhm1JRvTAjmy6urF7H/8XBU43uZ76EN6PV0eX4bw/9WHx+ljusPBg2KLAo/xI+Fc8vm259frkNiljKQtTnWsQAACptJREFUMpAykDIw0vWuL5vZdnsz3i5vfW/SDYClpaX61gduEYBFbhfhNhniGKAYl8ShZmeZOHRlmrykRCARuHUIcIxBlT2IZU1Sq9Al0tCet5ow4NY0stFZ02hYx2+GE7x1LXv22uuoZVcleVBlP96YSvv51lNxKc34bq6GSG8lKqJQZSJcT6XzoKHxhgb2ONdkg3PN3s+GlJ+bQoC7abi7ht1nQjrjlkWuUZSRTtrCCCTriUAikAhsEAJcQ7iubJfrS7HZdxFQZpu15pYQdvSLohC7yk26Kc8wEUgENg4BDEBoPQc+VLWeopDCGVFEHepmPrYSwwZVMZBizeSwsHFLHEM3BqFKRU2tKNRyrCGMtIpbcbW1P3GR/Sa8mLwUcK6EOI9C6+OkL1XMyC1DgGsUxB02t6zT7CgRSASUECQC73YEuLZAXF82u/12JX9FRChi8xIeTcBFyHjoG2ufOA9K82A3aZQo8hpikk08w0QgEbiNCAxt9Y1s6Tkc3755MT0ah+GhA+vP4eWvyy4nbirGsT7UQKOwx7Qeh75HCvMDSWMOYhSONVSqGEGkmxrjUFf92JKt+78yvGqDd6QA72XtMR54/ja+67hD8qHLTIz5jjA26+hyecZuBAHkj3bNxZ841yvSEOmkRCARSAS2IQI5pduMwPWuLxHWYbYQFSglm5lYTy7g8IhhGRFk1c9YcbstBmedcfEfCwRdTL7hBR/1LWXNrWUZJjYpAzctA7bsxoeaDT6OzMvGJQaO3P+qBsOGBo6vmQgv0s2swXCgYRk1DQq9IRwVIegNNqLtYg+uS2TDbGRDjXPL1WiznzNiJEHyhxBy9NKXea2fA0ZQQ5xX15dl3DL5NuUxAqmXuA5FjOPcBsUtUFBi+vYxTcwSs5SBlIGUgYEixteUq11fuL5fpmFtF23mtG24Qv63aQnNiZcE8VIgXsyAskQeF3UWAXCbPPIh5tMYndw2llTWb05MHBKHWy0D9XFmw0+msYdzIOHxvEj1c52Fca+pUFmHTdpheeNUlKWWi4GWq6FWymEdXyuGWo1BTUPH7cgUpMJnBij87xKFoijk71WptEE7plJlufnIs1L4H+Sg/gZGqC3tMDG3sp7DmHfOmQ1x98hmnNNW4onrEtegJmQBMOQhrktbaS7J6/gYSRwSh5SBlIHNIAPNdaUJr7y+YOtsKUJh3MyEkQnI7BbzWzQoS7wNkAs6cXZBuLBTh3lEXFa9KCO/oQwTgUTg1iIQ4ePN3kRFqYgwvTGUinUDhuPrycmb/EbQnzRyEGETy2HdpXmqfaykIdhoiHRN/lff+msL7Wph3dnm/RdYlBeJ+JW0eTnfHpxxsY8Ib1gUln3Lk1SHEVGHyk8ikAgkAolAInADCFzv+oLNs5WoiBhfGCM2Z4iReeU68SPO7M43+RijTZyQHeeIIJq0eRFIzrYDAjY0dS1S4Vlej1zlBr4c4b2o1FVDpeOl2uan5XF5MRB1IDUfEg2RVzjh+ledg/vRNYlONpDCY0MORNjQNXlevx40TLpRBNj05HpDGOENj+FQvKGWn0Zhh/xG+812iUAikAgkAu9uBLiuXOv6EhGK2DqE5vHuXtGcfSKQCEi6GRB8GgnaOySojR0i69PE34yod+PEsKWbQ8SvJBf9+Hd9pR8v3Zo5zGlrcp5cJwKJQCKQCCQCicA2RwANcJtPMaeXCCQCicAWQyDZTQQSgUQgEUgEEoFEYJsgkAbnNlnInEYikAgkAonA7UEge00EEoFEIBFIBBKBG0cgDc4bxy5bJgKJQCKQCCQCicA7i0COlggkAolAIrDFEEiDc4stWLKbCCQCiUAikAgkAonA5kAguUgEEoFE4PoIpMF5fYyyRiKQCCQCiUAikAgkAolAIrC5EUjuEoFNikAanJt0YZKtRCARSAQSgUQgEUgEEoFEIBHYmggk15cRSIPzMhYZSwQSgUQgEUgEEoFEIBFIBBKBRCARuIUIbAKD8xbOJrtKBBKBRCARSAQSgUQgEUgEEoFEIBHYNAikwblplmKTMJJsJAKJQCKQCCQCiUAikAgkAolAInCLEEiD8xYBmd0kArcDgewzEUgEEoFEIBFIBBKBRCAR2MoIpMG5lVcveU8EEoF3EoEcKxFIBBKBRCARSAQSgUTgbSKQBufbBCyrJwKJQCKQCGwGBJKHRCARSAQSgUQgEdgKCKTBuRVWKXlMBBKBRCARSAQ2MwLJWyKQCCQCiUAicBUE0uC8CjCZnQgkAolAIpAIJAKJwFZEIHlOBBKBRGAzIZAG52ZajeQlEUgEEoFEIBFIBBKBRGA7IZBzSQTe9QikwfmuF4EEIBFIBBKBRCARSAQSgUQgEXg3IJBz3AgE0uDcCNRzzEQgEUgEEoFEIBFIBBKBRCARSATeBQhc1eB8F8w9p5gIJAKJQCKQCCQCiUAikAgkAolAInAbEUiD8zaCewu7zq4SgUQgEUgEEoFEIBFIBBKBRCAR2HIIpMG55ZYsGd54BJKDRCARSAQSgUQgEUgEEoFEIBF4KwikwflWUMo6iUAisHkRSM4SgUQgEUgEEoFEIBFIBDYtAmlwbtqlScYSgUQgEdh6CCTHiUAikAgkAolAIpAIrEcgDc71aGQ8EUgEEoFEIBHYPgjkTBKBRCARSAQSgQ1HIA3ODV+CZCARSAQSgUQgEUgEtj8COcNEIBFIBN6dCKTB+e5c95x1IpAIJAKJQCKQCCQC714EcuaJQCLwjiGQBuc7BnUOlAgkAolAIpAIJAKJQCKQCCQCVyKQ6e2NQBqc23t9c3aJQCKQCCQCiUAikAgkAolAIpAIvFUEbnm9NDhvOaTZYSKQCCQCiUAikAgkAolAIpAIJAKJAAikwQkKN0rZLhFIBBKBRCARSAQSgUQgEUgEEoFE4KoIpMF5VWiyYKshkPwmAolAIpAIJAKJQCKQCCQCicDmQmDLG5yj0egSohFxKU6kLEuCpEQgEXjnEcgRE4Ftj8BwOBTXmbW1tXquRTG+pHY6nTqd/xKBRCARSAQSgRtBYLtdX4rBYKCtTBiczcWeOAvUpAm38tyS960tm7l+uX6bRwZyLW7HWqyurtZ6BCHXH8bI607KGnKQlHKQMpAycDMywHWFCwzhdri+FOzObmXq9/uqqoo1UUSIHeZ2uy0+5G/luSXvZe09SBwSh5SBlIHNKAPNtQaPZkTU5yuuO91ut45flecy1zOxSRlIGUgZSBm4ugxst+tLoS3+wcBspsAOQBMnvDJNXlIikAgkAolAInArEOCOGvppQuJJWw+B5DgRSAQSgc2GQHNdacLNxt/b5af4/ve/r61OP/zhD/Xss8/W82jCM2fO6Jlnnqnztvr8kv+tL6O5hrmGKQPbUwa4/rC2hA2R5hpEmLQ91z3X9bata+pt20Avz+Pj1hwfXFPAkrAh0lvx+lIsLCxoK9P+/fu1b98+HTx4UIcOHapD5rN3714dPnx4S8+NeSQt5Bpu8WM0ZThleLvKANccrj/Mj7Ahrkdcg8hPSvlPGUgZ2LoykGu3UWu33a4vW/6WWh6mfbtu3ayfCCQCiUAikAjcLAIR4zejR4zDpr/tcgtUM58ME4FEIBFIBN5ZBCLG15WIcViP7n9b9fry/wEAAP//NurHqwAAAAZJREFUAwC/OWprnbvQQAAAAABJRU5ErkJggg=="/>
          <p:cNvSpPr>
            <a:spLocks noGrp="1" noChangeAspect="1" noChangeArrowheads="1"/>
          </p:cNvSpPr>
          <p:nvPr>
            <p:ph type="subTitle" idx="1"/>
          </p:nvPr>
        </p:nvSpPr>
        <p:spPr bwMode="auto">
          <a:xfrm>
            <a:off x="1497013" y="3048000"/>
            <a:ext cx="9144000" cy="79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1344" y="1724891"/>
            <a:ext cx="4620491" cy="4620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690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C77A2D-6B6F-EA50-F58D-4AF9BCC972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60905" y="3713018"/>
            <a:ext cx="5070762" cy="2387600"/>
          </a:xfrm>
        </p:spPr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/>
              <a:t/>
            </a:r>
            <a:br>
              <a:rPr lang="en-US" b="1" dirty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 err="1"/>
              <a:t>Diagrama</a:t>
            </a:r>
            <a:r>
              <a:rPr lang="en-US" dirty="0"/>
              <a:t> de </a:t>
            </a:r>
            <a:r>
              <a:rPr lang="en-US" dirty="0" err="1"/>
              <a:t>casos</a:t>
            </a:r>
            <a:r>
              <a:rPr lang="en-US" dirty="0"/>
              <a:t> de </a:t>
            </a:r>
            <a:r>
              <a:rPr lang="en-US" dirty="0" err="1"/>
              <a:t>uso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endParaRPr lang="es-CO" b="1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0B5E3BD-6CDF-56FE-ED32-97A87E1EA2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265218" y="3186542"/>
            <a:ext cx="7578435" cy="2355275"/>
          </a:xfrm>
        </p:spPr>
        <p:txBody>
          <a:bodyPr/>
          <a:lstStyle/>
          <a:p>
            <a:r>
              <a:rPr lang="es-MX" dirty="0"/>
              <a:t/>
            </a:r>
            <a:br>
              <a:rPr lang="es-MX" dirty="0"/>
            </a:br>
            <a:endParaRPr lang="es-CO" dirty="0"/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3387" y="0"/>
            <a:ext cx="3889996" cy="6773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386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094712"/>
      </p:ext>
    </p:extLst>
  </p:cSld>
  <p:clrMapOvr>
    <a:masterClrMapping/>
  </p:clrMapOvr>
</p:sld>
</file>

<file path=ppt/theme/theme1.xml><?xml version="1.0" encoding="utf-8"?>
<a:theme xmlns:a="http://schemas.openxmlformats.org/drawingml/2006/main" name="01-Aérea-Poli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02-Gris-Pol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03-Verde-Pol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04-Verde-Limon-Pol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5.xml><?xml version="1.0" encoding="utf-8"?>
<a:theme xmlns:a="http://schemas.openxmlformats.org/drawingml/2006/main" name="05-Final-Poli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6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7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257</TotalTime>
  <Words>229</Words>
  <Application>Microsoft Office PowerPoint</Application>
  <PresentationFormat>Panorámica</PresentationFormat>
  <Paragraphs>29</Paragraphs>
  <Slides>14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5</vt:i4>
      </vt:variant>
      <vt:variant>
        <vt:lpstr>Títulos de diapositiva</vt:lpstr>
      </vt:variant>
      <vt:variant>
        <vt:i4>14</vt:i4>
      </vt:variant>
    </vt:vector>
  </HeadingPairs>
  <TitlesOfParts>
    <vt:vector size="24" baseType="lpstr">
      <vt:lpstr>Aptos</vt:lpstr>
      <vt:lpstr>Aptos Display</vt:lpstr>
      <vt:lpstr>Arial</vt:lpstr>
      <vt:lpstr>Calibri</vt:lpstr>
      <vt:lpstr>Calibri Light</vt:lpstr>
      <vt:lpstr>01-Aérea-Poli</vt:lpstr>
      <vt:lpstr>02-Gris-Poli</vt:lpstr>
      <vt:lpstr>03-Verde-Poli</vt:lpstr>
      <vt:lpstr>04-Verde-Limon-Poli</vt:lpstr>
      <vt:lpstr>05-Final-Poli</vt:lpstr>
      <vt:lpstr>Presentación de PowerPoint</vt:lpstr>
      <vt:lpstr>Sistema de animaciones a las personas de el metro  </vt:lpstr>
      <vt:lpstr>INTRODUCCION </vt:lpstr>
      <vt:lpstr>DESCRIPCION DEL PROBLEMA</vt:lpstr>
      <vt:lpstr>INTEGRANTES</vt:lpstr>
      <vt:lpstr>Presentación de PowerPoint</vt:lpstr>
      <vt:lpstr>Declaración de la situación  </vt:lpstr>
      <vt:lpstr>Identificación y descripción de los interesados  </vt:lpstr>
      <vt:lpstr>5.2</vt:lpstr>
      <vt:lpstr>     ALCANCE</vt:lpstr>
      <vt:lpstr>Objetivos    </vt:lpstr>
      <vt:lpstr>Logo página web  </vt:lpstr>
      <vt:lpstr>     Diagrama de casos de uso  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juan camilo rendon moncada</dc:creator>
  <cp:lastModifiedBy>Usuario</cp:lastModifiedBy>
  <cp:revision>13</cp:revision>
  <dcterms:created xsi:type="dcterms:W3CDTF">2025-01-16T15:35:54Z</dcterms:created>
  <dcterms:modified xsi:type="dcterms:W3CDTF">2025-10-20T21:11:45Z</dcterms:modified>
</cp:coreProperties>
</file>